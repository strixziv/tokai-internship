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1.xml" ContentType="application/vnd.openxmlformats-officedocument.drawingml.chartshape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2.xml" ContentType="application/vnd.openxmlformats-officedocument.drawingml.chartshape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drawings/drawing3.xml" ContentType="application/vnd.openxmlformats-officedocument.drawingml.chartshapes+xml"/>
  <Override PartName="/ppt/notesSlides/notesSlide12.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drawings/drawing4.xml" ContentType="application/vnd.openxmlformats-officedocument.drawingml.chartshapes+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drawings/drawing5.xml" ContentType="application/vnd.openxmlformats-officedocument.drawingml.chartshapes+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drawings/drawing6.xml" ContentType="application/vnd.openxmlformats-officedocument.drawingml.chartshapes+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drawings/drawing7.xml" ContentType="application/vnd.openxmlformats-officedocument.drawingml.chartshapes+xml"/>
  <Override PartName="/ppt/notesSlides/notesSlide20.xml" ContentType="application/vnd.openxmlformats-officedocument.presentationml.notesSlid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drawings/drawing8.xml" ContentType="application/vnd.openxmlformats-officedocument.drawingml.chartshapes+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drawings/drawing9.xml" ContentType="application/vnd.openxmlformats-officedocument.drawingml.chartshape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38"/>
  </p:notesMasterIdLst>
  <p:sldIdLst>
    <p:sldId id="256" r:id="rId5"/>
    <p:sldId id="257" r:id="rId6"/>
    <p:sldId id="258" r:id="rId7"/>
    <p:sldId id="259" r:id="rId8"/>
    <p:sldId id="270" r:id="rId9"/>
    <p:sldId id="260" r:id="rId10"/>
    <p:sldId id="280" r:id="rId11"/>
    <p:sldId id="261" r:id="rId12"/>
    <p:sldId id="262" r:id="rId13"/>
    <p:sldId id="263" r:id="rId14"/>
    <p:sldId id="264" r:id="rId15"/>
    <p:sldId id="265" r:id="rId16"/>
    <p:sldId id="286" r:id="rId17"/>
    <p:sldId id="274" r:id="rId18"/>
    <p:sldId id="292" r:id="rId19"/>
    <p:sldId id="268" r:id="rId20"/>
    <p:sldId id="271" r:id="rId21"/>
    <p:sldId id="279" r:id="rId22"/>
    <p:sldId id="281" r:id="rId23"/>
    <p:sldId id="277" r:id="rId24"/>
    <p:sldId id="282" r:id="rId25"/>
    <p:sldId id="283" r:id="rId26"/>
    <p:sldId id="284" r:id="rId27"/>
    <p:sldId id="287" r:id="rId28"/>
    <p:sldId id="285" r:id="rId29"/>
    <p:sldId id="290" r:id="rId30"/>
    <p:sldId id="288" r:id="rId31"/>
    <p:sldId id="289" r:id="rId32"/>
    <p:sldId id="269" r:id="rId33"/>
    <p:sldId id="273" r:id="rId34"/>
    <p:sldId id="276" r:id="rId35"/>
    <p:sldId id="293" r:id="rId36"/>
    <p:sldId id="272" r:id="rId3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濃色スタイル 2 - アクセント 1/アクセント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0A1B5D5-9B99-4C35-A422-299274C87663}" styleName="中間スタイル 1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淡色スタイル 1 - アクセント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E8B1032C-EA38-4F05-BA0D-38AFFFC7BED3}" styleName="淡色スタイル 3 - アクセント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11" autoAdjust="0"/>
    <p:restoredTop sz="36895" autoAdjust="0"/>
  </p:normalViewPr>
  <p:slideViewPr>
    <p:cSldViewPr snapToGrid="0">
      <p:cViewPr varScale="1">
        <p:scale>
          <a:sx n="32" d="100"/>
          <a:sy n="32" d="100"/>
        </p:scale>
        <p:origin x="3678"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由依菜 大庭" userId="b818201aa2fb5da7" providerId="LiveId" clId="{B4338276-574A-4EB5-8809-4A1E38DF974A}"/>
    <pc:docChg chg="undo redo custSel addSld delSld modSld">
      <pc:chgData name="由依菜 大庭" userId="b818201aa2fb5da7" providerId="LiveId" clId="{B4338276-574A-4EB5-8809-4A1E38DF974A}" dt="2026-01-25T22:24:57.555" v="1360" actId="20577"/>
      <pc:docMkLst>
        <pc:docMk/>
      </pc:docMkLst>
      <pc:sldChg chg="modNotesTx">
        <pc:chgData name="由依菜 大庭" userId="b818201aa2fb5da7" providerId="LiveId" clId="{B4338276-574A-4EB5-8809-4A1E38DF974A}" dt="2026-01-25T22:24:07.199" v="1358" actId="20577"/>
        <pc:sldMkLst>
          <pc:docMk/>
          <pc:sldMk cId="777748755" sldId="268"/>
        </pc:sldMkLst>
      </pc:sldChg>
      <pc:sldChg chg="modSp mod modNotesTx">
        <pc:chgData name="由依菜 大庭" userId="b818201aa2fb5da7" providerId="LiveId" clId="{B4338276-574A-4EB5-8809-4A1E38DF974A}" dt="2026-01-25T22:24:57.555" v="1360" actId="20577"/>
        <pc:sldMkLst>
          <pc:docMk/>
          <pc:sldMk cId="2125810287" sldId="271"/>
        </pc:sldMkLst>
      </pc:sldChg>
      <pc:sldChg chg="addSp delSp modSp mod">
        <pc:chgData name="由依菜 大庭" userId="b818201aa2fb5da7" providerId="LiveId" clId="{B4338276-574A-4EB5-8809-4A1E38DF974A}" dt="2026-01-19T02:53:59.690" v="1287" actId="1076"/>
        <pc:sldMkLst>
          <pc:docMk/>
          <pc:sldMk cId="3458763636" sldId="274"/>
        </pc:sldMkLst>
        <pc:cxnChg chg="mod">
          <ac:chgData name="由依菜 大庭" userId="b818201aa2fb5da7" providerId="LiveId" clId="{B4338276-574A-4EB5-8809-4A1E38DF974A}" dt="2026-01-19T02:53:59.690" v="1287" actId="1076"/>
          <ac:cxnSpMkLst>
            <pc:docMk/>
            <pc:sldMk cId="3458763636" sldId="274"/>
            <ac:cxnSpMk id="6" creationId="{161B334F-F2DB-0FFB-01DF-9C23DAAF67EF}"/>
          </ac:cxnSpMkLst>
        </pc:cxnChg>
      </pc:sldChg>
      <pc:sldChg chg="modSp add mod">
        <pc:chgData name="由依菜 大庭" userId="b818201aa2fb5da7" providerId="LiveId" clId="{B4338276-574A-4EB5-8809-4A1E38DF974A}" dt="2026-01-25T22:23:25.272" v="1357" actId="20577"/>
        <pc:sldMkLst>
          <pc:docMk/>
          <pc:sldMk cId="1356953423" sldId="288"/>
        </pc:sldMkLst>
        <pc:spChg chg="mod">
          <ac:chgData name="由依菜 大庭" userId="b818201aa2fb5da7" providerId="LiveId" clId="{B4338276-574A-4EB5-8809-4A1E38DF974A}" dt="2026-01-25T22:23:25.272" v="1357" actId="20577"/>
          <ac:spMkLst>
            <pc:docMk/>
            <pc:sldMk cId="1356953423" sldId="288"/>
            <ac:spMk id="20" creationId="{A507E658-C408-B15B-B819-6EAF54DCE083}"/>
          </ac:spMkLst>
        </pc:spChg>
      </pc:sldChg>
      <pc:sldChg chg="modSp add mod">
        <pc:chgData name="由依菜 大庭" userId="b818201aa2fb5da7" providerId="LiveId" clId="{B4338276-574A-4EB5-8809-4A1E38DF974A}" dt="2026-01-25T22:22:18.971" v="1343"/>
        <pc:sldMkLst>
          <pc:docMk/>
          <pc:sldMk cId="3303613383" sldId="289"/>
        </pc:sldMkLst>
        <pc:spChg chg="mod">
          <ac:chgData name="由依菜 大庭" userId="b818201aa2fb5da7" providerId="LiveId" clId="{B4338276-574A-4EB5-8809-4A1E38DF974A}" dt="2026-01-25T22:22:18.971" v="1343"/>
          <ac:spMkLst>
            <pc:docMk/>
            <pc:sldMk cId="3303613383" sldId="289"/>
            <ac:spMk id="7" creationId="{F44E997D-EEC1-ED7A-1B41-11A449A42214}"/>
          </ac:spMkLst>
        </pc:spChg>
      </pc:sldChg>
    </pc:docChg>
  </pc:docChgLst>
  <pc:docChgLst>
    <pc:chgData name="2CDI2206" userId="54d5d988-808e-41cd-b7a8-eda32f520193" providerId="ADAL" clId="{B4338276-574A-4EB5-8809-4A1E38DF974A}"/>
    <pc:docChg chg="undo custSel addSld delSld modSld sldOrd">
      <pc:chgData name="2CDI2206" userId="54d5d988-808e-41cd-b7a8-eda32f520193" providerId="ADAL" clId="{B4338276-574A-4EB5-8809-4A1E38DF974A}" dt="2026-01-17T09:24:13.990" v="5207" actId="1076"/>
      <pc:docMkLst>
        <pc:docMk/>
      </pc:docMkLst>
      <pc:sldChg chg="modSp mod">
        <pc:chgData name="2CDI2206" userId="54d5d988-808e-41cd-b7a8-eda32f520193" providerId="ADAL" clId="{B4338276-574A-4EB5-8809-4A1E38DF974A}" dt="2026-01-13T16:29:52.247" v="7" actId="1076"/>
        <pc:sldMkLst>
          <pc:docMk/>
          <pc:sldMk cId="1588895589" sldId="257"/>
        </pc:sldMkLst>
        <pc:spChg chg="mod">
          <ac:chgData name="2CDI2206" userId="54d5d988-808e-41cd-b7a8-eda32f520193" providerId="ADAL" clId="{B4338276-574A-4EB5-8809-4A1E38DF974A}" dt="2026-01-13T16:29:44.176" v="5" actId="1076"/>
          <ac:spMkLst>
            <pc:docMk/>
            <pc:sldMk cId="1588895589" sldId="257"/>
            <ac:spMk id="2" creationId="{F6D31DC8-4A29-DE07-C703-1165D8D7707C}"/>
          </ac:spMkLst>
        </pc:spChg>
        <pc:spChg chg="mod">
          <ac:chgData name="2CDI2206" userId="54d5d988-808e-41cd-b7a8-eda32f520193" providerId="ADAL" clId="{B4338276-574A-4EB5-8809-4A1E38DF974A}" dt="2026-01-13T16:29:46.787" v="6" actId="1076"/>
          <ac:spMkLst>
            <pc:docMk/>
            <pc:sldMk cId="1588895589" sldId="257"/>
            <ac:spMk id="4" creationId="{CBFECADF-335E-DD79-8766-086C4630DBE9}"/>
          </ac:spMkLst>
        </pc:spChg>
        <pc:spChg chg="mod">
          <ac:chgData name="2CDI2206" userId="54d5d988-808e-41cd-b7a8-eda32f520193" providerId="ADAL" clId="{B4338276-574A-4EB5-8809-4A1E38DF974A}" dt="2026-01-13T16:29:52.247" v="7" actId="1076"/>
          <ac:spMkLst>
            <pc:docMk/>
            <pc:sldMk cId="1588895589" sldId="257"/>
            <ac:spMk id="6" creationId="{107DC647-AA91-3A68-2164-B845C1F6886D}"/>
          </ac:spMkLst>
        </pc:spChg>
        <pc:cxnChg chg="mod">
          <ac:chgData name="2CDI2206" userId="54d5d988-808e-41cd-b7a8-eda32f520193" providerId="ADAL" clId="{B4338276-574A-4EB5-8809-4A1E38DF974A}" dt="2026-01-13T16:29:44.176" v="5" actId="1076"/>
          <ac:cxnSpMkLst>
            <pc:docMk/>
            <pc:sldMk cId="1588895589" sldId="257"/>
            <ac:cxnSpMk id="14" creationId="{40CB3D69-9385-500F-4080-B3020E5DF7DF}"/>
          </ac:cxnSpMkLst>
        </pc:cxnChg>
      </pc:sldChg>
      <pc:sldChg chg="modSp modNotes">
        <pc:chgData name="2CDI2206" userId="54d5d988-808e-41cd-b7a8-eda32f520193" providerId="ADAL" clId="{B4338276-574A-4EB5-8809-4A1E38DF974A}" dt="2026-01-14T02:45:45.106" v="242"/>
        <pc:sldMkLst>
          <pc:docMk/>
          <pc:sldMk cId="1474126951" sldId="258"/>
        </pc:sldMkLst>
        <pc:spChg chg="mod">
          <ac:chgData name="2CDI2206" userId="54d5d988-808e-41cd-b7a8-eda32f520193" providerId="ADAL" clId="{B4338276-574A-4EB5-8809-4A1E38DF974A}" dt="2026-01-14T02:45:45.106" v="242"/>
          <ac:spMkLst>
            <pc:docMk/>
            <pc:sldMk cId="1474126951" sldId="258"/>
            <ac:spMk id="8" creationId="{CE8DFEE4-BB7B-5B83-2997-E82B5C029A28}"/>
          </ac:spMkLst>
        </pc:spChg>
      </pc:sldChg>
      <pc:sldChg chg="modSp modNotes">
        <pc:chgData name="2CDI2206" userId="54d5d988-808e-41cd-b7a8-eda32f520193" providerId="ADAL" clId="{B4338276-574A-4EB5-8809-4A1E38DF974A}" dt="2026-01-14T02:45:45.106" v="242"/>
        <pc:sldMkLst>
          <pc:docMk/>
          <pc:sldMk cId="1749280031" sldId="259"/>
        </pc:sldMkLst>
        <pc:spChg chg="mod">
          <ac:chgData name="2CDI2206" userId="54d5d988-808e-41cd-b7a8-eda32f520193" providerId="ADAL" clId="{B4338276-574A-4EB5-8809-4A1E38DF974A}" dt="2026-01-14T02:45:45.106" v="242"/>
          <ac:spMkLst>
            <pc:docMk/>
            <pc:sldMk cId="1749280031" sldId="259"/>
            <ac:spMk id="3" creationId="{D3D7C144-FCAA-314E-7C97-B9C22C505A2D}"/>
          </ac:spMkLst>
        </pc:spChg>
      </pc:sldChg>
      <pc:sldChg chg="modSp mod">
        <pc:chgData name="2CDI2206" userId="54d5d988-808e-41cd-b7a8-eda32f520193" providerId="ADAL" clId="{B4338276-574A-4EB5-8809-4A1E38DF974A}" dt="2026-01-15T06:47:44.857" v="1341" actId="207"/>
        <pc:sldMkLst>
          <pc:docMk/>
          <pc:sldMk cId="461574380" sldId="260"/>
        </pc:sldMkLst>
        <pc:spChg chg="mod">
          <ac:chgData name="2CDI2206" userId="54d5d988-808e-41cd-b7a8-eda32f520193" providerId="ADAL" clId="{B4338276-574A-4EB5-8809-4A1E38DF974A}" dt="2026-01-15T06:47:44.857" v="1341" actId="207"/>
          <ac:spMkLst>
            <pc:docMk/>
            <pc:sldMk cId="461574380" sldId="260"/>
            <ac:spMk id="3" creationId="{1BF38A68-093F-B5E7-8B70-A6AB7C543145}"/>
          </ac:spMkLst>
        </pc:spChg>
      </pc:sldChg>
      <pc:sldChg chg="modSp mod">
        <pc:chgData name="2CDI2206" userId="54d5d988-808e-41cd-b7a8-eda32f520193" providerId="ADAL" clId="{B4338276-574A-4EB5-8809-4A1E38DF974A}" dt="2026-01-15T08:05:04.549" v="2628" actId="13926"/>
        <pc:sldMkLst>
          <pc:docMk/>
          <pc:sldMk cId="3754613879" sldId="261"/>
        </pc:sldMkLst>
        <pc:spChg chg="mod">
          <ac:chgData name="2CDI2206" userId="54d5d988-808e-41cd-b7a8-eda32f520193" providerId="ADAL" clId="{B4338276-574A-4EB5-8809-4A1E38DF974A}" dt="2026-01-15T08:05:04.549" v="2628" actId="13926"/>
          <ac:spMkLst>
            <pc:docMk/>
            <pc:sldMk cId="3754613879" sldId="261"/>
            <ac:spMk id="3" creationId="{ACDAF1FA-4F9E-9BA1-E15E-099964E3CE6B}"/>
          </ac:spMkLst>
        </pc:spChg>
      </pc:sldChg>
      <pc:sldChg chg="addSp delSp modSp mod modNotes modNotesTx">
        <pc:chgData name="2CDI2206" userId="54d5d988-808e-41cd-b7a8-eda32f520193" providerId="ADAL" clId="{B4338276-574A-4EB5-8809-4A1E38DF974A}" dt="2026-01-17T03:12:53.584" v="2800" actId="20577"/>
        <pc:sldMkLst>
          <pc:docMk/>
          <pc:sldMk cId="4069142533" sldId="262"/>
        </pc:sldMkLst>
        <pc:spChg chg="add mod">
          <ac:chgData name="2CDI2206" userId="54d5d988-808e-41cd-b7a8-eda32f520193" providerId="ADAL" clId="{B4338276-574A-4EB5-8809-4A1E38DF974A}" dt="2026-01-15T05:36:49.059" v="1098" actId="1076"/>
          <ac:spMkLst>
            <pc:docMk/>
            <pc:sldMk cId="4069142533" sldId="262"/>
            <ac:spMk id="11" creationId="{DE90C046-2A3B-3902-B1DE-D363487A208C}"/>
          </ac:spMkLst>
        </pc:spChg>
        <pc:spChg chg="mod">
          <ac:chgData name="2CDI2206" userId="54d5d988-808e-41cd-b7a8-eda32f520193" providerId="ADAL" clId="{B4338276-574A-4EB5-8809-4A1E38DF974A}" dt="2026-01-15T06:49:51.075" v="1357" actId="255"/>
          <ac:spMkLst>
            <pc:docMk/>
            <pc:sldMk cId="4069142533" sldId="262"/>
            <ac:spMk id="12" creationId="{2DA70C60-9E13-ADA3-3B3B-8F28BD335B9B}"/>
          </ac:spMkLst>
        </pc:spChg>
        <pc:graphicFrameChg chg="mod modGraphic">
          <ac:chgData name="2CDI2206" userId="54d5d988-808e-41cd-b7a8-eda32f520193" providerId="ADAL" clId="{B4338276-574A-4EB5-8809-4A1E38DF974A}" dt="2026-01-15T07:26:04.795" v="1937" actId="14100"/>
          <ac:graphicFrameMkLst>
            <pc:docMk/>
            <pc:sldMk cId="4069142533" sldId="262"/>
            <ac:graphicFrameMk id="10" creationId="{C6012C25-52A5-3602-21F8-C64484AFDFE9}"/>
          </ac:graphicFrameMkLst>
        </pc:graphicFrameChg>
      </pc:sldChg>
      <pc:sldChg chg="addSp modSp mod">
        <pc:chgData name="2CDI2206" userId="54d5d988-808e-41cd-b7a8-eda32f520193" providerId="ADAL" clId="{B4338276-574A-4EB5-8809-4A1E38DF974A}" dt="2026-01-17T02:31:35.132" v="2771"/>
        <pc:sldMkLst>
          <pc:docMk/>
          <pc:sldMk cId="2878624723" sldId="263"/>
        </pc:sldMkLst>
        <pc:spChg chg="mod">
          <ac:chgData name="2CDI2206" userId="54d5d988-808e-41cd-b7a8-eda32f520193" providerId="ADAL" clId="{B4338276-574A-4EB5-8809-4A1E38DF974A}" dt="2026-01-17T02:31:35.132" v="2771"/>
          <ac:spMkLst>
            <pc:docMk/>
            <pc:sldMk cId="2878624723" sldId="263"/>
            <ac:spMk id="3" creationId="{4EC95DE4-D022-2B19-3217-0F2EA04BC31F}"/>
          </ac:spMkLst>
        </pc:spChg>
        <pc:spChg chg="add mod">
          <ac:chgData name="2CDI2206" userId="54d5d988-808e-41cd-b7a8-eda32f520193" providerId="ADAL" clId="{B4338276-574A-4EB5-8809-4A1E38DF974A}" dt="2026-01-15T05:37:37.645" v="1128" actId="255"/>
          <ac:spMkLst>
            <pc:docMk/>
            <pc:sldMk cId="2878624723" sldId="263"/>
            <ac:spMk id="4" creationId="{53D27548-3C5A-5824-7FE0-82173929ED3B}"/>
          </ac:spMkLst>
        </pc:spChg>
        <pc:picChg chg="mod">
          <ac:chgData name="2CDI2206" userId="54d5d988-808e-41cd-b7a8-eda32f520193" providerId="ADAL" clId="{B4338276-574A-4EB5-8809-4A1E38DF974A}" dt="2026-01-15T05:37:02.289" v="1099" actId="1076"/>
          <ac:picMkLst>
            <pc:docMk/>
            <pc:sldMk cId="2878624723" sldId="263"/>
            <ac:picMk id="8" creationId="{B33DF5C8-EA25-3DF3-B07E-74FA3CE527F7}"/>
          </ac:picMkLst>
        </pc:picChg>
      </pc:sldChg>
      <pc:sldChg chg="addSp delSp modSp mod modNotes modNotesTx">
        <pc:chgData name="2CDI2206" userId="54d5d988-808e-41cd-b7a8-eda32f520193" providerId="ADAL" clId="{B4338276-574A-4EB5-8809-4A1E38DF974A}" dt="2026-01-17T08:25:48.354" v="4946" actId="20577"/>
        <pc:sldMkLst>
          <pc:docMk/>
          <pc:sldMk cId="777748755" sldId="268"/>
        </pc:sldMkLst>
        <pc:spChg chg="mod">
          <ac:chgData name="2CDI2206" userId="54d5d988-808e-41cd-b7a8-eda32f520193" providerId="ADAL" clId="{B4338276-574A-4EB5-8809-4A1E38DF974A}" dt="2026-01-13T16:31:20.213" v="9" actId="1076"/>
          <ac:spMkLst>
            <pc:docMk/>
            <pc:sldMk cId="777748755" sldId="268"/>
            <ac:spMk id="2" creationId="{3E348EA5-A6D9-AC11-6F92-39EC39E41C83}"/>
          </ac:spMkLst>
        </pc:spChg>
        <pc:spChg chg="add mod">
          <ac:chgData name="2CDI2206" userId="54d5d988-808e-41cd-b7a8-eda32f520193" providerId="ADAL" clId="{B4338276-574A-4EB5-8809-4A1E38DF974A}" dt="2026-01-15T06:40:38.528" v="1277"/>
          <ac:spMkLst>
            <pc:docMk/>
            <pc:sldMk cId="777748755" sldId="268"/>
            <ac:spMk id="6" creationId="{EC662532-C028-FE6D-3111-953BF8BCEAC5}"/>
          </ac:spMkLst>
        </pc:spChg>
        <pc:spChg chg="add mod">
          <ac:chgData name="2CDI2206" userId="54d5d988-808e-41cd-b7a8-eda32f520193" providerId="ADAL" clId="{B4338276-574A-4EB5-8809-4A1E38DF974A}" dt="2026-01-14T07:20:24.302" v="904" actId="164"/>
          <ac:spMkLst>
            <pc:docMk/>
            <pc:sldMk cId="777748755" sldId="268"/>
            <ac:spMk id="10" creationId="{2F350E9C-2ED2-8A17-7364-79D9675E2621}"/>
          </ac:spMkLst>
        </pc:spChg>
        <pc:spChg chg="mod">
          <ac:chgData name="2CDI2206" userId="54d5d988-808e-41cd-b7a8-eda32f520193" providerId="ADAL" clId="{B4338276-574A-4EB5-8809-4A1E38DF974A}" dt="2026-01-17T08:25:48.354" v="4946" actId="20577"/>
          <ac:spMkLst>
            <pc:docMk/>
            <pc:sldMk cId="777748755" sldId="268"/>
            <ac:spMk id="20" creationId="{CE721382-18CA-F3EF-13F8-E2D54ED06032}"/>
          </ac:spMkLst>
        </pc:spChg>
        <pc:spChg chg="mod">
          <ac:chgData name="2CDI2206" userId="54d5d988-808e-41cd-b7a8-eda32f520193" providerId="ADAL" clId="{B4338276-574A-4EB5-8809-4A1E38DF974A}" dt="2026-01-15T06:40:51.465" v="1285"/>
          <ac:spMkLst>
            <pc:docMk/>
            <pc:sldMk cId="777748755" sldId="268"/>
            <ac:spMk id="24" creationId="{520D3CEB-FE29-A219-4F07-070186FE7E33}"/>
          </ac:spMkLst>
        </pc:spChg>
        <pc:spChg chg="add mod">
          <ac:chgData name="2CDI2206" userId="54d5d988-808e-41cd-b7a8-eda32f520193" providerId="ADAL" clId="{B4338276-574A-4EB5-8809-4A1E38DF974A}" dt="2026-01-14T07:27:53.397" v="918" actId="164"/>
          <ac:spMkLst>
            <pc:docMk/>
            <pc:sldMk cId="777748755" sldId="268"/>
            <ac:spMk id="25" creationId="{1FEDEC66-742C-4AB9-DB50-12FAA0FE966F}"/>
          </ac:spMkLst>
        </pc:spChg>
        <pc:spChg chg="add mod">
          <ac:chgData name="2CDI2206" userId="54d5d988-808e-41cd-b7a8-eda32f520193" providerId="ADAL" clId="{B4338276-574A-4EB5-8809-4A1E38DF974A}" dt="2026-01-14T07:27:53.397" v="918" actId="164"/>
          <ac:spMkLst>
            <pc:docMk/>
            <pc:sldMk cId="777748755" sldId="268"/>
            <ac:spMk id="26" creationId="{EBB8CCB4-37AC-AFF6-35AD-EE6035FE1A78}"/>
          </ac:spMkLst>
        </pc:spChg>
        <pc:spChg chg="add mod">
          <ac:chgData name="2CDI2206" userId="54d5d988-808e-41cd-b7a8-eda32f520193" providerId="ADAL" clId="{B4338276-574A-4EB5-8809-4A1E38DF974A}" dt="2026-01-14T07:27:53.397" v="918" actId="164"/>
          <ac:spMkLst>
            <pc:docMk/>
            <pc:sldMk cId="777748755" sldId="268"/>
            <ac:spMk id="27" creationId="{73DF1D3A-10E4-0D76-A383-C0BE4D41D1EE}"/>
          </ac:spMkLst>
        </pc:spChg>
        <pc:spChg chg="add mod">
          <ac:chgData name="2CDI2206" userId="54d5d988-808e-41cd-b7a8-eda32f520193" providerId="ADAL" clId="{B4338276-574A-4EB5-8809-4A1E38DF974A}" dt="2026-01-14T07:27:53.397" v="918" actId="164"/>
          <ac:spMkLst>
            <pc:docMk/>
            <pc:sldMk cId="777748755" sldId="268"/>
            <ac:spMk id="28" creationId="{7BCC9DEC-38BC-CE19-53D1-4B05FD605300}"/>
          </ac:spMkLst>
        </pc:spChg>
        <pc:grpChg chg="add mod">
          <ac:chgData name="2CDI2206" userId="54d5d988-808e-41cd-b7a8-eda32f520193" providerId="ADAL" clId="{B4338276-574A-4EB5-8809-4A1E38DF974A}" dt="2026-01-14T07:20:24.302" v="904" actId="164"/>
          <ac:grpSpMkLst>
            <pc:docMk/>
            <pc:sldMk cId="777748755" sldId="268"/>
            <ac:grpSpMk id="8" creationId="{323044AB-F8AB-51A9-2861-E4FDB064BD48}"/>
          </ac:grpSpMkLst>
        </pc:grpChg>
        <pc:grpChg chg="add mod">
          <ac:chgData name="2CDI2206" userId="54d5d988-808e-41cd-b7a8-eda32f520193" providerId="ADAL" clId="{B4338276-574A-4EB5-8809-4A1E38DF974A}" dt="2026-01-14T07:20:24.302" v="904" actId="164"/>
          <ac:grpSpMkLst>
            <pc:docMk/>
            <pc:sldMk cId="777748755" sldId="268"/>
            <ac:grpSpMk id="14" creationId="{63B60875-F2D5-009D-8489-FDF299FF78C3}"/>
          </ac:grpSpMkLst>
        </pc:grpChg>
        <pc:grpChg chg="add mod">
          <ac:chgData name="2CDI2206" userId="54d5d988-808e-41cd-b7a8-eda32f520193" providerId="ADAL" clId="{B4338276-574A-4EB5-8809-4A1E38DF974A}" dt="2026-01-14T07:27:53.397" v="918" actId="164"/>
          <ac:grpSpMkLst>
            <pc:docMk/>
            <pc:sldMk cId="777748755" sldId="268"/>
            <ac:grpSpMk id="22" creationId="{E709DBD0-051E-5568-B4D1-2C50B27AE5EA}"/>
          </ac:grpSpMkLst>
        </pc:grpChg>
        <pc:grpChg chg="add mod">
          <ac:chgData name="2CDI2206" userId="54d5d988-808e-41cd-b7a8-eda32f520193" providerId="ADAL" clId="{B4338276-574A-4EB5-8809-4A1E38DF974A}" dt="2026-01-14T07:28:29.743" v="931" actId="1076"/>
          <ac:grpSpMkLst>
            <pc:docMk/>
            <pc:sldMk cId="777748755" sldId="268"/>
            <ac:grpSpMk id="29" creationId="{2CE8E5E4-BF8F-30FE-2325-CF974C81D69D}"/>
          </ac:grpSpMkLst>
        </pc:grpChg>
        <pc:picChg chg="add mod modCrop">
          <ac:chgData name="2CDI2206" userId="54d5d988-808e-41cd-b7a8-eda32f520193" providerId="ADAL" clId="{B4338276-574A-4EB5-8809-4A1E38DF974A}" dt="2026-01-14T07:19:42.591" v="899" actId="208"/>
          <ac:picMkLst>
            <pc:docMk/>
            <pc:sldMk cId="777748755" sldId="268"/>
            <ac:picMk id="7" creationId="{B1D3E917-4EB6-7B61-30A9-CB57A417991A}"/>
          </ac:picMkLst>
        </pc:picChg>
        <pc:picChg chg="mod">
          <ac:chgData name="2CDI2206" userId="54d5d988-808e-41cd-b7a8-eda32f520193" providerId="ADAL" clId="{B4338276-574A-4EB5-8809-4A1E38DF974A}" dt="2026-01-14T07:27:53.283" v="917" actId="571"/>
          <ac:picMkLst>
            <pc:docMk/>
            <pc:sldMk cId="777748755" sldId="268"/>
            <ac:picMk id="23" creationId="{28FAF085-571F-916A-2A7C-AA1DBA3430AB}"/>
          </ac:picMkLst>
        </pc:picChg>
        <pc:cxnChg chg="mod">
          <ac:chgData name="2CDI2206" userId="54d5d988-808e-41cd-b7a8-eda32f520193" providerId="ADAL" clId="{B4338276-574A-4EB5-8809-4A1E38DF974A}" dt="2026-01-13T16:31:20.213" v="9" actId="1076"/>
          <ac:cxnSpMkLst>
            <pc:docMk/>
            <pc:sldMk cId="777748755" sldId="268"/>
            <ac:cxnSpMk id="18" creationId="{959E288D-5CD5-9C0B-6EFB-11807CBFCDA7}"/>
          </ac:cxnSpMkLst>
        </pc:cxnChg>
      </pc:sldChg>
      <pc:sldChg chg="addSp modSp mod">
        <pc:chgData name="2CDI2206" userId="54d5d988-808e-41cd-b7a8-eda32f520193" providerId="ADAL" clId="{B4338276-574A-4EB5-8809-4A1E38DF974A}" dt="2026-01-17T09:24:13.990" v="5207" actId="1076"/>
        <pc:sldMkLst>
          <pc:docMk/>
          <pc:sldMk cId="776943989" sldId="269"/>
        </pc:sldMkLst>
        <pc:spChg chg="mod">
          <ac:chgData name="2CDI2206" userId="54d5d988-808e-41cd-b7a8-eda32f520193" providerId="ADAL" clId="{B4338276-574A-4EB5-8809-4A1E38DF974A}" dt="2026-01-17T09:06:22.791" v="5062" actId="404"/>
          <ac:spMkLst>
            <pc:docMk/>
            <pc:sldMk cId="776943989" sldId="269"/>
            <ac:spMk id="2" creationId="{82EEB5B5-FF14-3527-6073-37116E96249D}"/>
          </ac:spMkLst>
        </pc:spChg>
        <pc:spChg chg="mod">
          <ac:chgData name="2CDI2206" userId="54d5d988-808e-41cd-b7a8-eda32f520193" providerId="ADAL" clId="{B4338276-574A-4EB5-8809-4A1E38DF974A}" dt="2026-01-17T09:24:13.990" v="5207" actId="1076"/>
          <ac:spMkLst>
            <pc:docMk/>
            <pc:sldMk cId="776943989" sldId="269"/>
            <ac:spMk id="3" creationId="{AFA34D07-8E0F-9DB7-5AAB-7D408D517605}"/>
          </ac:spMkLst>
        </pc:spChg>
        <pc:spChg chg="add">
          <ac:chgData name="2CDI2206" userId="54d5d988-808e-41cd-b7a8-eda32f520193" providerId="ADAL" clId="{B4338276-574A-4EB5-8809-4A1E38DF974A}" dt="2026-01-17T09:06:03.851" v="5056"/>
          <ac:spMkLst>
            <pc:docMk/>
            <pc:sldMk cId="776943989" sldId="269"/>
            <ac:spMk id="5" creationId="{5680F67F-799B-A8C5-7933-133A5102681F}"/>
          </ac:spMkLst>
        </pc:spChg>
        <pc:spChg chg="add mod">
          <ac:chgData name="2CDI2206" userId="54d5d988-808e-41cd-b7a8-eda32f520193" providerId="ADAL" clId="{B4338276-574A-4EB5-8809-4A1E38DF974A}" dt="2026-01-17T09:06:14.747" v="5057"/>
          <ac:spMkLst>
            <pc:docMk/>
            <pc:sldMk cId="776943989" sldId="269"/>
            <ac:spMk id="6" creationId="{628BAA94-BB70-0AC2-1D56-C9C3708CAD7F}"/>
          </ac:spMkLst>
        </pc:spChg>
        <pc:spChg chg="add mod">
          <ac:chgData name="2CDI2206" userId="54d5d988-808e-41cd-b7a8-eda32f520193" providerId="ADAL" clId="{B4338276-574A-4EB5-8809-4A1E38DF974A}" dt="2026-01-17T09:06:28.569" v="5063"/>
          <ac:spMkLst>
            <pc:docMk/>
            <pc:sldMk cId="776943989" sldId="269"/>
            <ac:spMk id="7" creationId="{21C693D8-E6BF-13C4-3703-921ED11B373F}"/>
          </ac:spMkLst>
        </pc:spChg>
      </pc:sldChg>
      <pc:sldChg chg="modSp modNotes">
        <pc:chgData name="2CDI2206" userId="54d5d988-808e-41cd-b7a8-eda32f520193" providerId="ADAL" clId="{B4338276-574A-4EB5-8809-4A1E38DF974A}" dt="2026-01-14T02:45:45.106" v="242"/>
        <pc:sldMkLst>
          <pc:docMk/>
          <pc:sldMk cId="4230265011" sldId="270"/>
        </pc:sldMkLst>
        <pc:spChg chg="mod">
          <ac:chgData name="2CDI2206" userId="54d5d988-808e-41cd-b7a8-eda32f520193" providerId="ADAL" clId="{B4338276-574A-4EB5-8809-4A1E38DF974A}" dt="2026-01-14T02:45:45.106" v="242"/>
          <ac:spMkLst>
            <pc:docMk/>
            <pc:sldMk cId="4230265011" sldId="270"/>
            <ac:spMk id="3" creationId="{61F49BC4-D1E7-F967-D3FD-6CCC74EB5EB6}"/>
          </ac:spMkLst>
        </pc:spChg>
      </pc:sldChg>
      <pc:sldChg chg="modSp mod modNotes">
        <pc:chgData name="2CDI2206" userId="54d5d988-808e-41cd-b7a8-eda32f520193" providerId="ADAL" clId="{B4338276-574A-4EB5-8809-4A1E38DF974A}" dt="2026-01-17T08:26:10.631" v="4951" actId="20577"/>
        <pc:sldMkLst>
          <pc:docMk/>
          <pc:sldMk cId="2125810287" sldId="271"/>
        </pc:sldMkLst>
        <pc:spChg chg="mod">
          <ac:chgData name="2CDI2206" userId="54d5d988-808e-41cd-b7a8-eda32f520193" providerId="ADAL" clId="{B4338276-574A-4EB5-8809-4A1E38DF974A}" dt="2026-01-17T08:26:10.631" v="4951" actId="20577"/>
          <ac:spMkLst>
            <pc:docMk/>
            <pc:sldMk cId="2125810287" sldId="271"/>
            <ac:spMk id="3" creationId="{F4051165-292E-D6AA-A7A3-C4AE56003354}"/>
          </ac:spMkLst>
        </pc:spChg>
      </pc:sldChg>
      <pc:sldChg chg="modSp mod">
        <pc:chgData name="2CDI2206" userId="54d5d988-808e-41cd-b7a8-eda32f520193" providerId="ADAL" clId="{B4338276-574A-4EB5-8809-4A1E38DF974A}" dt="2026-01-17T09:20:12.754" v="5136" actId="2711"/>
        <pc:sldMkLst>
          <pc:docMk/>
          <pc:sldMk cId="2476663233" sldId="272"/>
        </pc:sldMkLst>
        <pc:spChg chg="mod">
          <ac:chgData name="2CDI2206" userId="54d5d988-808e-41cd-b7a8-eda32f520193" providerId="ADAL" clId="{B4338276-574A-4EB5-8809-4A1E38DF974A}" dt="2026-01-17T09:20:12.754" v="5136" actId="2711"/>
          <ac:spMkLst>
            <pc:docMk/>
            <pc:sldMk cId="2476663233" sldId="272"/>
            <ac:spMk id="3" creationId="{B1749BE7-ED91-2420-3A5F-0BA607F4D4A9}"/>
          </ac:spMkLst>
        </pc:spChg>
      </pc:sldChg>
      <pc:sldChg chg="modSp mod">
        <pc:chgData name="2CDI2206" userId="54d5d988-808e-41cd-b7a8-eda32f520193" providerId="ADAL" clId="{B4338276-574A-4EB5-8809-4A1E38DF974A}" dt="2026-01-17T03:54:30.088" v="3130" actId="115"/>
        <pc:sldMkLst>
          <pc:docMk/>
          <pc:sldMk cId="4275953977" sldId="273"/>
        </pc:sldMkLst>
        <pc:spChg chg="mod">
          <ac:chgData name="2CDI2206" userId="54d5d988-808e-41cd-b7a8-eda32f520193" providerId="ADAL" clId="{B4338276-574A-4EB5-8809-4A1E38DF974A}" dt="2026-01-17T03:54:30.088" v="3130" actId="115"/>
          <ac:spMkLst>
            <pc:docMk/>
            <pc:sldMk cId="4275953977" sldId="273"/>
            <ac:spMk id="3" creationId="{37269B74-BAC8-CC62-5090-59A9A4E3C9D9}"/>
          </ac:spMkLst>
        </pc:spChg>
      </pc:sldChg>
      <pc:sldChg chg="addSp modSp mod modNotes">
        <pc:chgData name="2CDI2206" userId="54d5d988-808e-41cd-b7a8-eda32f520193" providerId="ADAL" clId="{B4338276-574A-4EB5-8809-4A1E38DF974A}" dt="2026-01-15T05:50:19.345" v="1219" actId="255"/>
        <pc:sldMkLst>
          <pc:docMk/>
          <pc:sldMk cId="3458763636" sldId="274"/>
        </pc:sldMkLst>
        <pc:spChg chg="add mod">
          <ac:chgData name="2CDI2206" userId="54d5d988-808e-41cd-b7a8-eda32f520193" providerId="ADAL" clId="{B4338276-574A-4EB5-8809-4A1E38DF974A}" dt="2026-01-15T05:50:19.345" v="1219" actId="255"/>
          <ac:spMkLst>
            <pc:docMk/>
            <pc:sldMk cId="3458763636" sldId="274"/>
            <ac:spMk id="8" creationId="{B0A22379-EE52-7C9B-DCF9-5604CED06C42}"/>
          </ac:spMkLst>
        </pc:spChg>
        <pc:spChg chg="add mod">
          <ac:chgData name="2CDI2206" userId="54d5d988-808e-41cd-b7a8-eda32f520193" providerId="ADAL" clId="{B4338276-574A-4EB5-8809-4A1E38DF974A}" dt="2026-01-15T05:40:23.940" v="1141" actId="255"/>
          <ac:spMkLst>
            <pc:docMk/>
            <pc:sldMk cId="3458763636" sldId="274"/>
            <ac:spMk id="11" creationId="{244EF183-09F1-0135-8738-42F23297C0B2}"/>
          </ac:spMkLst>
        </pc:spChg>
        <pc:spChg chg="add mod">
          <ac:chgData name="2CDI2206" userId="54d5d988-808e-41cd-b7a8-eda32f520193" providerId="ADAL" clId="{B4338276-574A-4EB5-8809-4A1E38DF974A}" dt="2026-01-15T05:50:04.773" v="1218" actId="1076"/>
          <ac:spMkLst>
            <pc:docMk/>
            <pc:sldMk cId="3458763636" sldId="274"/>
            <ac:spMk id="13" creationId="{2E0C4984-AFCF-750D-DB65-C43754708543}"/>
          </ac:spMkLst>
        </pc:spChg>
        <pc:graphicFrameChg chg="mod">
          <ac:chgData name="2CDI2206" userId="54d5d988-808e-41cd-b7a8-eda32f520193" providerId="ADAL" clId="{B4338276-574A-4EB5-8809-4A1E38DF974A}" dt="2026-01-15T05:44:00.213" v="1186" actId="255"/>
          <ac:graphicFrameMkLst>
            <pc:docMk/>
            <pc:sldMk cId="3458763636" sldId="274"/>
            <ac:graphicFrameMk id="2" creationId="{941B354A-576E-E861-1681-D27DBD0E510A}"/>
          </ac:graphicFrameMkLst>
        </pc:graphicFrameChg>
        <pc:cxnChg chg="add mod">
          <ac:chgData name="2CDI2206" userId="54d5d988-808e-41cd-b7a8-eda32f520193" providerId="ADAL" clId="{B4338276-574A-4EB5-8809-4A1E38DF974A}" dt="2026-01-14T05:25:09.195" v="260" actId="14100"/>
          <ac:cxnSpMkLst>
            <pc:docMk/>
            <pc:sldMk cId="3458763636" sldId="274"/>
            <ac:cxnSpMk id="3" creationId="{65D652E0-B120-3B2D-6E96-5936822F8318}"/>
          </ac:cxnSpMkLst>
        </pc:cxnChg>
        <pc:cxnChg chg="add mod">
          <ac:chgData name="2CDI2206" userId="54d5d988-808e-41cd-b7a8-eda32f520193" providerId="ADAL" clId="{B4338276-574A-4EB5-8809-4A1E38DF974A}" dt="2026-01-14T05:26:03.280" v="266" actId="14100"/>
          <ac:cxnSpMkLst>
            <pc:docMk/>
            <pc:sldMk cId="3458763636" sldId="274"/>
            <ac:cxnSpMk id="6" creationId="{161B334F-F2DB-0FFB-01DF-9C23DAAF67EF}"/>
          </ac:cxnSpMkLst>
        </pc:cxnChg>
      </pc:sldChg>
      <pc:sldChg chg="modSp mod ord modShow">
        <pc:chgData name="2CDI2206" userId="54d5d988-808e-41cd-b7a8-eda32f520193" providerId="ADAL" clId="{B4338276-574A-4EB5-8809-4A1E38DF974A}" dt="2026-01-17T03:44:57.893" v="3129"/>
        <pc:sldMkLst>
          <pc:docMk/>
          <pc:sldMk cId="23662391" sldId="276"/>
        </pc:sldMkLst>
        <pc:spChg chg="mod">
          <ac:chgData name="2CDI2206" userId="54d5d988-808e-41cd-b7a8-eda32f520193" providerId="ADAL" clId="{B4338276-574A-4EB5-8809-4A1E38DF974A}" dt="2026-01-15T07:28:24.876" v="2217" actId="14100"/>
          <ac:spMkLst>
            <pc:docMk/>
            <pc:sldMk cId="23662391" sldId="276"/>
            <ac:spMk id="2" creationId="{1DAE226E-0982-5CF0-3BE0-6245C93BFC24}"/>
          </ac:spMkLst>
        </pc:spChg>
        <pc:spChg chg="mod">
          <ac:chgData name="2CDI2206" userId="54d5d988-808e-41cd-b7a8-eda32f520193" providerId="ADAL" clId="{B4338276-574A-4EB5-8809-4A1E38DF974A}" dt="2026-01-17T03:44:57.893" v="3129"/>
          <ac:spMkLst>
            <pc:docMk/>
            <pc:sldMk cId="23662391" sldId="276"/>
            <ac:spMk id="3" creationId="{B7EDF835-D587-D263-3432-8E6CDC92289F}"/>
          </ac:spMkLst>
        </pc:spChg>
      </pc:sldChg>
      <pc:sldChg chg="modSp mod modNotes modNotesTx">
        <pc:chgData name="2CDI2206" userId="54d5d988-808e-41cd-b7a8-eda32f520193" providerId="ADAL" clId="{B4338276-574A-4EB5-8809-4A1E38DF974A}" dt="2026-01-17T06:00:05.982" v="3338" actId="1076"/>
        <pc:sldMkLst>
          <pc:docMk/>
          <pc:sldMk cId="3726485987" sldId="277"/>
        </pc:sldMkLst>
        <pc:spChg chg="mod">
          <ac:chgData name="2CDI2206" userId="54d5d988-808e-41cd-b7a8-eda32f520193" providerId="ADAL" clId="{B4338276-574A-4EB5-8809-4A1E38DF974A}" dt="2026-01-15T06:49:28.945" v="1352" actId="255"/>
          <ac:spMkLst>
            <pc:docMk/>
            <pc:sldMk cId="3726485987" sldId="277"/>
            <ac:spMk id="12" creationId="{3C982198-62DD-5F68-6ECD-AEC599891427}"/>
          </ac:spMkLst>
        </pc:spChg>
        <pc:graphicFrameChg chg="mod">
          <ac:chgData name="2CDI2206" userId="54d5d988-808e-41cd-b7a8-eda32f520193" providerId="ADAL" clId="{B4338276-574A-4EB5-8809-4A1E38DF974A}" dt="2026-01-17T06:00:05.982" v="3338" actId="1076"/>
          <ac:graphicFrameMkLst>
            <pc:docMk/>
            <pc:sldMk cId="3726485987" sldId="277"/>
            <ac:graphicFrameMk id="9" creationId="{E1CF9BBF-1330-5096-2599-BEAA9EA42389}"/>
          </ac:graphicFrameMkLst>
        </pc:graphicFrameChg>
        <pc:graphicFrameChg chg="modGraphic">
          <ac:chgData name="2CDI2206" userId="54d5d988-808e-41cd-b7a8-eda32f520193" providerId="ADAL" clId="{B4338276-574A-4EB5-8809-4A1E38DF974A}" dt="2026-01-15T06:49:11.274" v="1351" actId="255"/>
          <ac:graphicFrameMkLst>
            <pc:docMk/>
            <pc:sldMk cId="3726485987" sldId="277"/>
            <ac:graphicFrameMk id="14" creationId="{6FCD8E13-6CAD-9E3F-5F48-5D4AE9B5A348}"/>
          </ac:graphicFrameMkLst>
        </pc:graphicFrameChg>
      </pc:sldChg>
      <pc:sldChg chg="modSp mod">
        <pc:chgData name="2CDI2206" userId="54d5d988-808e-41cd-b7a8-eda32f520193" providerId="ADAL" clId="{B4338276-574A-4EB5-8809-4A1E38DF974A}" dt="2026-01-15T08:04:31.564" v="2626"/>
        <pc:sldMkLst>
          <pc:docMk/>
          <pc:sldMk cId="3370558216" sldId="281"/>
        </pc:sldMkLst>
        <pc:spChg chg="mod">
          <ac:chgData name="2CDI2206" userId="54d5d988-808e-41cd-b7a8-eda32f520193" providerId="ADAL" clId="{B4338276-574A-4EB5-8809-4A1E38DF974A}" dt="2026-01-15T08:04:31.564" v="2626"/>
          <ac:spMkLst>
            <pc:docMk/>
            <pc:sldMk cId="3370558216" sldId="281"/>
            <ac:spMk id="3" creationId="{165ABB49-DEFD-D759-FFD8-5B974805B26D}"/>
          </ac:spMkLst>
        </pc:spChg>
      </pc:sldChg>
      <pc:sldChg chg="addSp modSp mod">
        <pc:chgData name="2CDI2206" userId="54d5d988-808e-41cd-b7a8-eda32f520193" providerId="ADAL" clId="{B4338276-574A-4EB5-8809-4A1E38DF974A}" dt="2026-01-17T02:31:53.765" v="2779"/>
        <pc:sldMkLst>
          <pc:docMk/>
          <pc:sldMk cId="3971310510" sldId="282"/>
        </pc:sldMkLst>
        <pc:spChg chg="mod">
          <ac:chgData name="2CDI2206" userId="54d5d988-808e-41cd-b7a8-eda32f520193" providerId="ADAL" clId="{B4338276-574A-4EB5-8809-4A1E38DF974A}" dt="2026-01-17T02:31:53.765" v="2779"/>
          <ac:spMkLst>
            <pc:docMk/>
            <pc:sldMk cId="3971310510" sldId="282"/>
            <ac:spMk id="3" creationId="{F06FA608-BE53-5FD8-3C88-D94B7E2F56BC}"/>
          </ac:spMkLst>
        </pc:spChg>
        <pc:spChg chg="add mod">
          <ac:chgData name="2CDI2206" userId="54d5d988-808e-41cd-b7a8-eda32f520193" providerId="ADAL" clId="{B4338276-574A-4EB5-8809-4A1E38DF974A}" dt="2026-01-15T05:46:08.929" v="1190" actId="1076"/>
          <ac:spMkLst>
            <pc:docMk/>
            <pc:sldMk cId="3971310510" sldId="282"/>
            <ac:spMk id="6" creationId="{9C00FAB5-1E45-79F9-7D59-CE49C5DF0337}"/>
          </ac:spMkLst>
        </pc:spChg>
      </pc:sldChg>
      <pc:sldChg chg="addSp delSp modSp mod modNotes modNotesTx">
        <pc:chgData name="2CDI2206" userId="54d5d988-808e-41cd-b7a8-eda32f520193" providerId="ADAL" clId="{B4338276-574A-4EB5-8809-4A1E38DF974A}" dt="2026-01-15T05:49:38.609" v="1213" actId="255"/>
        <pc:sldMkLst>
          <pc:docMk/>
          <pc:sldMk cId="2787508915" sldId="285"/>
        </pc:sldMkLst>
        <pc:spChg chg="add mod">
          <ac:chgData name="2CDI2206" userId="54d5d988-808e-41cd-b7a8-eda32f520193" providerId="ADAL" clId="{B4338276-574A-4EB5-8809-4A1E38DF974A}" dt="2026-01-15T05:49:38.609" v="1213" actId="255"/>
          <ac:spMkLst>
            <pc:docMk/>
            <pc:sldMk cId="2787508915" sldId="285"/>
            <ac:spMk id="4" creationId="{C4E60EFE-E1FC-D548-2491-E6B90EE467F0}"/>
          </ac:spMkLst>
        </pc:spChg>
        <pc:spChg chg="add mod">
          <ac:chgData name="2CDI2206" userId="54d5d988-808e-41cd-b7a8-eda32f520193" providerId="ADAL" clId="{B4338276-574A-4EB5-8809-4A1E38DF974A}" dt="2026-01-15T05:41:36.221" v="1164" actId="255"/>
          <ac:spMkLst>
            <pc:docMk/>
            <pc:sldMk cId="2787508915" sldId="285"/>
            <ac:spMk id="6" creationId="{A69FAFC6-6CF1-DB15-E414-F76DE8C84BA6}"/>
          </ac:spMkLst>
        </pc:spChg>
        <pc:spChg chg="add mod">
          <ac:chgData name="2CDI2206" userId="54d5d988-808e-41cd-b7a8-eda32f520193" providerId="ADAL" clId="{B4338276-574A-4EB5-8809-4A1E38DF974A}" dt="2026-01-15T05:49:29.827" v="1212" actId="255"/>
          <ac:spMkLst>
            <pc:docMk/>
            <pc:sldMk cId="2787508915" sldId="285"/>
            <ac:spMk id="12" creationId="{155EBFD0-61C8-1701-A3BA-D142528B1DC4}"/>
          </ac:spMkLst>
        </pc:spChg>
        <pc:spChg chg="mod">
          <ac:chgData name="2CDI2206" userId="54d5d988-808e-41cd-b7a8-eda32f520193" providerId="ADAL" clId="{B4338276-574A-4EB5-8809-4A1E38DF974A}" dt="2026-01-13T16:32:37.606" v="14" actId="14100"/>
          <ac:spMkLst>
            <pc:docMk/>
            <pc:sldMk cId="2787508915" sldId="285"/>
            <ac:spMk id="32" creationId="{DAB51216-4DEA-CC08-90B4-BA0F2075B7C3}"/>
          </ac:spMkLst>
        </pc:spChg>
        <pc:spChg chg="mod">
          <ac:chgData name="2CDI2206" userId="54d5d988-808e-41cd-b7a8-eda32f520193" providerId="ADAL" clId="{B4338276-574A-4EB5-8809-4A1E38DF974A}" dt="2026-01-13T16:28:52.501" v="2" actId="14100"/>
          <ac:spMkLst>
            <pc:docMk/>
            <pc:sldMk cId="2787508915" sldId="285"/>
            <ac:spMk id="36" creationId="{DDD24092-0A6D-CC71-91A5-2204AB03EC39}"/>
          </ac:spMkLst>
        </pc:spChg>
        <pc:spChg chg="mod">
          <ac:chgData name="2CDI2206" userId="54d5d988-808e-41cd-b7a8-eda32f520193" providerId="ADAL" clId="{B4338276-574A-4EB5-8809-4A1E38DF974A}" dt="2026-01-13T16:28:55.421" v="3" actId="14100"/>
          <ac:spMkLst>
            <pc:docMk/>
            <pc:sldMk cId="2787508915" sldId="285"/>
            <ac:spMk id="38" creationId="{346B54BC-07E4-7E5B-2C39-C98BBB94DD08}"/>
          </ac:spMkLst>
        </pc:spChg>
        <pc:spChg chg="mod">
          <ac:chgData name="2CDI2206" userId="54d5d988-808e-41cd-b7a8-eda32f520193" providerId="ADAL" clId="{B4338276-574A-4EB5-8809-4A1E38DF974A}" dt="2026-01-13T16:28:58.498" v="4" actId="14100"/>
          <ac:spMkLst>
            <pc:docMk/>
            <pc:sldMk cId="2787508915" sldId="285"/>
            <ac:spMk id="39" creationId="{0637F2F1-3D01-EE39-3284-CB4206A03F83}"/>
          </ac:spMkLst>
        </pc:spChg>
        <pc:graphicFrameChg chg="mod">
          <ac:chgData name="2CDI2206" userId="54d5d988-808e-41cd-b7a8-eda32f520193" providerId="ADAL" clId="{B4338276-574A-4EB5-8809-4A1E38DF974A}" dt="2026-01-15T05:47:57.172" v="1206" actId="20577"/>
          <ac:graphicFrameMkLst>
            <pc:docMk/>
            <pc:sldMk cId="2787508915" sldId="285"/>
            <ac:graphicFrameMk id="3" creationId="{C9700A43-360C-42C6-BD87-A373754B15AF}"/>
          </ac:graphicFrameMkLst>
        </pc:graphicFrameChg>
        <pc:cxnChg chg="mod">
          <ac:chgData name="2CDI2206" userId="54d5d988-808e-41cd-b7a8-eda32f520193" providerId="ADAL" clId="{B4338276-574A-4EB5-8809-4A1E38DF974A}" dt="2026-01-13T16:32:34.228" v="13" actId="14100"/>
          <ac:cxnSpMkLst>
            <pc:docMk/>
            <pc:sldMk cId="2787508915" sldId="285"/>
            <ac:cxnSpMk id="50" creationId="{2E1ECBFC-35F5-8612-60BD-CE1DE69A5709}"/>
          </ac:cxnSpMkLst>
        </pc:cxnChg>
      </pc:sldChg>
      <pc:sldChg chg="modSp mod">
        <pc:chgData name="2CDI2206" userId="54d5d988-808e-41cd-b7a8-eda32f520193" providerId="ADAL" clId="{B4338276-574A-4EB5-8809-4A1E38DF974A}" dt="2026-01-15T06:08:45.678" v="1240"/>
        <pc:sldMkLst>
          <pc:docMk/>
          <pc:sldMk cId="1245798928" sldId="286"/>
        </pc:sldMkLst>
        <pc:graphicFrameChg chg="mod">
          <ac:chgData name="2CDI2206" userId="54d5d988-808e-41cd-b7a8-eda32f520193" providerId="ADAL" clId="{B4338276-574A-4EB5-8809-4A1E38DF974A}" dt="2026-01-15T06:08:34.235" v="1236"/>
          <ac:graphicFrameMkLst>
            <pc:docMk/>
            <pc:sldMk cId="1245798928" sldId="286"/>
            <ac:graphicFrameMk id="3" creationId="{64E6159F-E6A6-4F6C-A5AC-8504768DFA99}"/>
          </ac:graphicFrameMkLst>
        </pc:graphicFrameChg>
        <pc:graphicFrameChg chg="mod">
          <ac:chgData name="2CDI2206" userId="54d5d988-808e-41cd-b7a8-eda32f520193" providerId="ADAL" clId="{B4338276-574A-4EB5-8809-4A1E38DF974A}" dt="2026-01-15T06:08:39.225" v="1238"/>
          <ac:graphicFrameMkLst>
            <pc:docMk/>
            <pc:sldMk cId="1245798928" sldId="286"/>
            <ac:graphicFrameMk id="4" creationId="{0912F555-909E-4A53-ABC7-6E4254B09A72}"/>
          </ac:graphicFrameMkLst>
        </pc:graphicFrameChg>
        <pc:graphicFrameChg chg="mod">
          <ac:chgData name="2CDI2206" userId="54d5d988-808e-41cd-b7a8-eda32f520193" providerId="ADAL" clId="{B4338276-574A-4EB5-8809-4A1E38DF974A}" dt="2026-01-15T06:08:45.678" v="1240"/>
          <ac:graphicFrameMkLst>
            <pc:docMk/>
            <pc:sldMk cId="1245798928" sldId="286"/>
            <ac:graphicFrameMk id="6" creationId="{3B6DFE03-DA3D-4931-A2D2-69558DBAB9BF}"/>
          </ac:graphicFrameMkLst>
        </pc:graphicFrameChg>
      </pc:sldChg>
      <pc:sldChg chg="modSp mod">
        <pc:chgData name="2CDI2206" userId="54d5d988-808e-41cd-b7a8-eda32f520193" providerId="ADAL" clId="{B4338276-574A-4EB5-8809-4A1E38DF974A}" dt="2026-01-15T06:08:22.512" v="1234"/>
        <pc:sldMkLst>
          <pc:docMk/>
          <pc:sldMk cId="2212218649" sldId="287"/>
        </pc:sldMkLst>
        <pc:spChg chg="mod">
          <ac:chgData name="2CDI2206" userId="54d5d988-808e-41cd-b7a8-eda32f520193" providerId="ADAL" clId="{B4338276-574A-4EB5-8809-4A1E38DF974A}" dt="2026-01-14T03:58:53.166" v="256" actId="1076"/>
          <ac:spMkLst>
            <pc:docMk/>
            <pc:sldMk cId="2212218649" sldId="287"/>
            <ac:spMk id="7" creationId="{FA59582B-DB5F-86FE-8752-C3DF81A74164}"/>
          </ac:spMkLst>
        </pc:spChg>
        <pc:spChg chg="mod">
          <ac:chgData name="2CDI2206" userId="54d5d988-808e-41cd-b7a8-eda32f520193" providerId="ADAL" clId="{B4338276-574A-4EB5-8809-4A1E38DF974A}" dt="2026-01-14T02:35:07.187" v="44" actId="1076"/>
          <ac:spMkLst>
            <pc:docMk/>
            <pc:sldMk cId="2212218649" sldId="287"/>
            <ac:spMk id="9" creationId="{D8E1C89A-6270-55EE-7702-ADD3D222F4E1}"/>
          </ac:spMkLst>
        </pc:spChg>
        <pc:graphicFrameChg chg="mod">
          <ac:chgData name="2CDI2206" userId="54d5d988-808e-41cd-b7a8-eda32f520193" providerId="ADAL" clId="{B4338276-574A-4EB5-8809-4A1E38DF974A}" dt="2026-01-15T06:08:13.849" v="1232" actId="20577"/>
          <ac:graphicFrameMkLst>
            <pc:docMk/>
            <pc:sldMk cId="2212218649" sldId="287"/>
            <ac:graphicFrameMk id="3" creationId="{5C8907B8-E26C-4299-8497-36CCCD3925B4}"/>
          </ac:graphicFrameMkLst>
        </pc:graphicFrameChg>
        <pc:graphicFrameChg chg="mod">
          <ac:chgData name="2CDI2206" userId="54d5d988-808e-41cd-b7a8-eda32f520193" providerId="ADAL" clId="{B4338276-574A-4EB5-8809-4A1E38DF974A}" dt="2026-01-15T06:08:10.996" v="1231" actId="20577"/>
          <ac:graphicFrameMkLst>
            <pc:docMk/>
            <pc:sldMk cId="2212218649" sldId="287"/>
            <ac:graphicFrameMk id="4" creationId="{CC923A55-E601-4108-8FA5-354783072A91}"/>
          </ac:graphicFrameMkLst>
        </pc:graphicFrameChg>
        <pc:graphicFrameChg chg="mod">
          <ac:chgData name="2CDI2206" userId="54d5d988-808e-41cd-b7a8-eda32f520193" providerId="ADAL" clId="{B4338276-574A-4EB5-8809-4A1E38DF974A}" dt="2026-01-15T06:08:22.512" v="1234"/>
          <ac:graphicFrameMkLst>
            <pc:docMk/>
            <pc:sldMk cId="2212218649" sldId="287"/>
            <ac:graphicFrameMk id="5" creationId="{EA03B95E-D00A-4E1E-831A-C25447C39DE9}"/>
          </ac:graphicFrameMkLst>
        </pc:graphicFrameChg>
      </pc:sldChg>
      <pc:sldChg chg="addSp delSp modSp mod modNotes modNotesTx">
        <pc:chgData name="2CDI2206" userId="54d5d988-808e-41cd-b7a8-eda32f520193" providerId="ADAL" clId="{B4338276-574A-4EB5-8809-4A1E38DF974A}" dt="2026-01-17T08:28:25.716" v="4962" actId="6549"/>
        <pc:sldMkLst>
          <pc:docMk/>
          <pc:sldMk cId="1356953423" sldId="288"/>
        </pc:sldMkLst>
        <pc:spChg chg="mod">
          <ac:chgData name="2CDI2206" userId="54d5d988-808e-41cd-b7a8-eda32f520193" providerId="ADAL" clId="{B4338276-574A-4EB5-8809-4A1E38DF974A}" dt="2026-01-14T06:57:22.552" v="527" actId="1076"/>
          <ac:spMkLst>
            <pc:docMk/>
            <pc:sldMk cId="1356953423" sldId="288"/>
            <ac:spMk id="2" creationId="{BB6D006E-8094-634A-C73A-B699AC418F26}"/>
          </ac:spMkLst>
        </pc:spChg>
        <pc:spChg chg="mod">
          <ac:chgData name="2CDI2206" userId="54d5d988-808e-41cd-b7a8-eda32f520193" providerId="ADAL" clId="{B4338276-574A-4EB5-8809-4A1E38DF974A}" dt="2026-01-14T07:00:27.588" v="572"/>
          <ac:spMkLst>
            <pc:docMk/>
            <pc:sldMk cId="1356953423" sldId="288"/>
            <ac:spMk id="5" creationId="{B2AA6F17-0079-BD45-9FB7-1F7E9D3520B7}"/>
          </ac:spMkLst>
        </pc:spChg>
        <pc:spChg chg="add mod">
          <ac:chgData name="2CDI2206" userId="54d5d988-808e-41cd-b7a8-eda32f520193" providerId="ADAL" clId="{B4338276-574A-4EB5-8809-4A1E38DF974A}" dt="2026-01-15T06:41:29.986" v="1297"/>
          <ac:spMkLst>
            <pc:docMk/>
            <pc:sldMk cId="1356953423" sldId="288"/>
            <ac:spMk id="8" creationId="{66355F17-E831-E416-28CE-14D3039F269F}"/>
          </ac:spMkLst>
        </pc:spChg>
        <pc:spChg chg="mod">
          <ac:chgData name="2CDI2206" userId="54d5d988-808e-41cd-b7a8-eda32f520193" providerId="ADAL" clId="{B4338276-574A-4EB5-8809-4A1E38DF974A}" dt="2026-01-17T05:52:36.283" v="3132" actId="1076"/>
          <ac:spMkLst>
            <pc:docMk/>
            <pc:sldMk cId="1356953423" sldId="288"/>
            <ac:spMk id="20" creationId="{A507E658-C408-B15B-B819-6EAF54DCE083}"/>
          </ac:spMkLst>
        </pc:spChg>
        <pc:spChg chg="mod">
          <ac:chgData name="2CDI2206" userId="54d5d988-808e-41cd-b7a8-eda32f520193" providerId="ADAL" clId="{B4338276-574A-4EB5-8809-4A1E38DF974A}" dt="2026-01-15T06:44:15.177" v="1323" actId="207"/>
          <ac:spMkLst>
            <pc:docMk/>
            <pc:sldMk cId="1356953423" sldId="288"/>
            <ac:spMk id="26" creationId="{FED7B08D-5F9F-B565-0BAB-4ECBB087D089}"/>
          </ac:spMkLst>
        </pc:spChg>
        <pc:spChg chg="mod">
          <ac:chgData name="2CDI2206" userId="54d5d988-808e-41cd-b7a8-eda32f520193" providerId="ADAL" clId="{B4338276-574A-4EB5-8809-4A1E38DF974A}" dt="2026-01-15T06:42:42.156" v="1299" actId="14100"/>
          <ac:spMkLst>
            <pc:docMk/>
            <pc:sldMk cId="1356953423" sldId="288"/>
            <ac:spMk id="32" creationId="{A1007057-2290-528E-C35D-3C0D01502882}"/>
          </ac:spMkLst>
        </pc:spChg>
        <pc:spChg chg="mod">
          <ac:chgData name="2CDI2206" userId="54d5d988-808e-41cd-b7a8-eda32f520193" providerId="ADAL" clId="{B4338276-574A-4EB5-8809-4A1E38DF974A}" dt="2026-01-14T07:00:27.588" v="572"/>
          <ac:spMkLst>
            <pc:docMk/>
            <pc:sldMk cId="1356953423" sldId="288"/>
            <ac:spMk id="34" creationId="{4CC8E0FE-A18A-97BC-B2EF-7038E416ADB2}"/>
          </ac:spMkLst>
        </pc:spChg>
        <pc:spChg chg="mod">
          <ac:chgData name="2CDI2206" userId="54d5d988-808e-41cd-b7a8-eda32f520193" providerId="ADAL" clId="{B4338276-574A-4EB5-8809-4A1E38DF974A}" dt="2026-01-14T07:00:27.588" v="572"/>
          <ac:spMkLst>
            <pc:docMk/>
            <pc:sldMk cId="1356953423" sldId="288"/>
            <ac:spMk id="35" creationId="{D2A71F23-6858-01C7-5221-9C0CDF3D8716}"/>
          </ac:spMkLst>
        </pc:spChg>
        <pc:spChg chg="mod">
          <ac:chgData name="2CDI2206" userId="54d5d988-808e-41cd-b7a8-eda32f520193" providerId="ADAL" clId="{B4338276-574A-4EB5-8809-4A1E38DF974A}" dt="2026-01-15T06:42:36.573" v="1298" actId="14100"/>
          <ac:spMkLst>
            <pc:docMk/>
            <pc:sldMk cId="1356953423" sldId="288"/>
            <ac:spMk id="36" creationId="{9443B308-44DC-9E38-C515-83DD4E9E2AD0}"/>
          </ac:spMkLst>
        </pc:spChg>
        <pc:spChg chg="mod">
          <ac:chgData name="2CDI2206" userId="54d5d988-808e-41cd-b7a8-eda32f520193" providerId="ADAL" clId="{B4338276-574A-4EB5-8809-4A1E38DF974A}" dt="2026-01-14T06:57:55.807" v="534"/>
          <ac:spMkLst>
            <pc:docMk/>
            <pc:sldMk cId="1356953423" sldId="288"/>
            <ac:spMk id="37" creationId="{A4093105-7727-094B-51EA-8BC66810E332}"/>
          </ac:spMkLst>
        </pc:spChg>
        <pc:spChg chg="mod">
          <ac:chgData name="2CDI2206" userId="54d5d988-808e-41cd-b7a8-eda32f520193" providerId="ADAL" clId="{B4338276-574A-4EB5-8809-4A1E38DF974A}" dt="2026-01-14T06:57:55.807" v="534"/>
          <ac:spMkLst>
            <pc:docMk/>
            <pc:sldMk cId="1356953423" sldId="288"/>
            <ac:spMk id="38" creationId="{1B1342E9-2B4C-1F24-6C63-E8DE93D6947B}"/>
          </ac:spMkLst>
        </pc:spChg>
        <pc:spChg chg="mod">
          <ac:chgData name="2CDI2206" userId="54d5d988-808e-41cd-b7a8-eda32f520193" providerId="ADAL" clId="{B4338276-574A-4EB5-8809-4A1E38DF974A}" dt="2026-01-14T06:57:55.807" v="534"/>
          <ac:spMkLst>
            <pc:docMk/>
            <pc:sldMk cId="1356953423" sldId="288"/>
            <ac:spMk id="39" creationId="{60F03BED-9659-B3E0-2236-D385E20C3AAD}"/>
          </ac:spMkLst>
        </pc:spChg>
        <pc:spChg chg="add mod">
          <ac:chgData name="2CDI2206" userId="54d5d988-808e-41cd-b7a8-eda32f520193" providerId="ADAL" clId="{B4338276-574A-4EB5-8809-4A1E38DF974A}" dt="2026-01-15T06:41:21.791" v="1293"/>
          <ac:spMkLst>
            <pc:docMk/>
            <pc:sldMk cId="1356953423" sldId="288"/>
            <ac:spMk id="50" creationId="{8721CCBD-CEE6-175F-898C-7367315B2AFC}"/>
          </ac:spMkLst>
        </pc:spChg>
        <pc:grpChg chg="mod">
          <ac:chgData name="2CDI2206" userId="54d5d988-808e-41cd-b7a8-eda32f520193" providerId="ADAL" clId="{B4338276-574A-4EB5-8809-4A1E38DF974A}" dt="2026-01-14T07:00:27.588" v="572"/>
          <ac:grpSpMkLst>
            <pc:docMk/>
            <pc:sldMk cId="1356953423" sldId="288"/>
            <ac:grpSpMk id="3" creationId="{AB0F9961-A26D-E44C-06FE-75B89F61C0E4}"/>
          </ac:grpSpMkLst>
        </pc:grpChg>
        <pc:grpChg chg="add mod">
          <ac:chgData name="2CDI2206" userId="54d5d988-808e-41cd-b7a8-eda32f520193" providerId="ADAL" clId="{B4338276-574A-4EB5-8809-4A1E38DF974A}" dt="2026-01-17T05:52:30.200" v="3131" actId="1076"/>
          <ac:grpSpMkLst>
            <pc:docMk/>
            <pc:sldMk cId="1356953423" sldId="288"/>
            <ac:grpSpMk id="7" creationId="{8B12BF6D-2F0C-2558-B7E4-910E27E51D3E}"/>
          </ac:grpSpMkLst>
        </pc:grpChg>
        <pc:grpChg chg="add mod">
          <ac:chgData name="2CDI2206" userId="54d5d988-808e-41cd-b7a8-eda32f520193" providerId="ADAL" clId="{B4338276-574A-4EB5-8809-4A1E38DF974A}" dt="2026-01-14T07:06:14.614" v="660" actId="164"/>
          <ac:grpSpMkLst>
            <pc:docMk/>
            <pc:sldMk cId="1356953423" sldId="288"/>
            <ac:grpSpMk id="10" creationId="{D5AFB1AF-D4A3-FDB6-646E-DDFC7E2EDEB8}"/>
          </ac:grpSpMkLst>
        </pc:grpChg>
        <pc:grpChg chg="mod">
          <ac:chgData name="2CDI2206" userId="54d5d988-808e-41cd-b7a8-eda32f520193" providerId="ADAL" clId="{B4338276-574A-4EB5-8809-4A1E38DF974A}" dt="2026-01-14T06:57:55.807" v="534"/>
          <ac:grpSpMkLst>
            <pc:docMk/>
            <pc:sldMk cId="1356953423" sldId="288"/>
            <ac:grpSpMk id="30" creationId="{93E5EDDB-FB1B-3F50-2E16-9EE6C2F81432}"/>
          </ac:grpSpMkLst>
        </pc:grpChg>
        <pc:grpChg chg="add mod">
          <ac:chgData name="2CDI2206" userId="54d5d988-808e-41cd-b7a8-eda32f520193" providerId="ADAL" clId="{B4338276-574A-4EB5-8809-4A1E38DF974A}" dt="2026-01-14T07:06:06.567" v="657" actId="164"/>
          <ac:grpSpMkLst>
            <pc:docMk/>
            <pc:sldMk cId="1356953423" sldId="288"/>
            <ac:grpSpMk id="41" creationId="{BAE596C9-ED2B-C6C3-90C1-AA44F54D243B}"/>
          </ac:grpSpMkLst>
        </pc:grpChg>
        <pc:grpChg chg="add mod">
          <ac:chgData name="2CDI2206" userId="54d5d988-808e-41cd-b7a8-eda32f520193" providerId="ADAL" clId="{B4338276-574A-4EB5-8809-4A1E38DF974A}" dt="2026-01-14T07:06:14.614" v="660" actId="164"/>
          <ac:grpSpMkLst>
            <pc:docMk/>
            <pc:sldMk cId="1356953423" sldId="288"/>
            <ac:grpSpMk id="48" creationId="{DAC750A6-960F-0EF4-F297-F0DBA2D043A3}"/>
          </ac:grpSpMkLst>
        </pc:grpChg>
        <pc:picChg chg="mod">
          <ac:chgData name="2CDI2206" userId="54d5d988-808e-41cd-b7a8-eda32f520193" providerId="ADAL" clId="{B4338276-574A-4EB5-8809-4A1E38DF974A}" dt="2026-01-14T07:00:27.588" v="572"/>
          <ac:picMkLst>
            <pc:docMk/>
            <pc:sldMk cId="1356953423" sldId="288"/>
            <ac:picMk id="4" creationId="{E986EBDF-19D0-75D0-4F3D-83A35DC54260}"/>
          </ac:picMkLst>
        </pc:picChg>
        <pc:picChg chg="mod">
          <ac:chgData name="2CDI2206" userId="54d5d988-808e-41cd-b7a8-eda32f520193" providerId="ADAL" clId="{B4338276-574A-4EB5-8809-4A1E38DF974A}" dt="2026-01-14T06:57:55.807" v="534"/>
          <ac:picMkLst>
            <pc:docMk/>
            <pc:sldMk cId="1356953423" sldId="288"/>
            <ac:picMk id="9" creationId="{2D22F62E-6DC2-428D-317C-72CF1EEB1FDD}"/>
          </ac:picMkLst>
        </pc:picChg>
        <pc:cxnChg chg="mod">
          <ac:chgData name="2CDI2206" userId="54d5d988-808e-41cd-b7a8-eda32f520193" providerId="ADAL" clId="{B4338276-574A-4EB5-8809-4A1E38DF974A}" dt="2026-01-13T16:33:33.312" v="18" actId="1076"/>
          <ac:cxnSpMkLst>
            <pc:docMk/>
            <pc:sldMk cId="1356953423" sldId="288"/>
            <ac:cxnSpMk id="18" creationId="{828D33B7-36D0-B397-9578-D1C9BE28C8AB}"/>
          </ac:cxnSpMkLst>
        </pc:cxnChg>
      </pc:sldChg>
      <pc:sldChg chg="addSp delSp modSp mod modNotes modNotesTx">
        <pc:chgData name="2CDI2206" userId="54d5d988-808e-41cd-b7a8-eda32f520193" providerId="ADAL" clId="{B4338276-574A-4EB5-8809-4A1E38DF974A}" dt="2026-01-17T09:23:41.347" v="5205" actId="20577"/>
        <pc:sldMkLst>
          <pc:docMk/>
          <pc:sldMk cId="3303613383" sldId="289"/>
        </pc:sldMkLst>
        <pc:spChg chg="mod">
          <ac:chgData name="2CDI2206" userId="54d5d988-808e-41cd-b7a8-eda32f520193" providerId="ADAL" clId="{B4338276-574A-4EB5-8809-4A1E38DF974A}" dt="2026-01-17T09:15:16.679" v="5092" actId="1076"/>
          <ac:spMkLst>
            <pc:docMk/>
            <pc:sldMk cId="3303613383" sldId="289"/>
            <ac:spMk id="2" creationId="{4850DDD6-9632-F1A2-C224-7CF8FF0CF05E}"/>
          </ac:spMkLst>
        </pc:spChg>
        <pc:spChg chg="add mod">
          <ac:chgData name="2CDI2206" userId="54d5d988-808e-41cd-b7a8-eda32f520193" providerId="ADAL" clId="{B4338276-574A-4EB5-8809-4A1E38DF974A}" dt="2026-01-17T09:19:33.231" v="5133" actId="20577"/>
          <ac:spMkLst>
            <pc:docMk/>
            <pc:sldMk cId="3303613383" sldId="289"/>
            <ac:spMk id="7" creationId="{F44E997D-EEC1-ED7A-1B41-11A449A42214}"/>
          </ac:spMkLst>
        </pc:spChg>
        <pc:cxnChg chg="mod">
          <ac:chgData name="2CDI2206" userId="54d5d988-808e-41cd-b7a8-eda32f520193" providerId="ADAL" clId="{B4338276-574A-4EB5-8809-4A1E38DF974A}" dt="2026-01-17T09:15:20.125" v="5093" actId="1076"/>
          <ac:cxnSpMkLst>
            <pc:docMk/>
            <pc:sldMk cId="3303613383" sldId="289"/>
            <ac:cxnSpMk id="6" creationId="{208592B2-907A-BA81-EAE3-1502B5672052}"/>
          </ac:cxnSpMkLst>
        </pc:cxnChg>
      </pc:sldChg>
      <pc:sldChg chg="addSp delSp modSp new mod ord modNotesTx">
        <pc:chgData name="2CDI2206" userId="54d5d988-808e-41cd-b7a8-eda32f520193" providerId="ADAL" clId="{B4338276-574A-4EB5-8809-4A1E38DF974A}" dt="2026-01-17T08:27:14.436" v="4960" actId="20577"/>
        <pc:sldMkLst>
          <pc:docMk/>
          <pc:sldMk cId="269255285" sldId="290"/>
        </pc:sldMkLst>
        <pc:spChg chg="add mod">
          <ac:chgData name="2CDI2206" userId="54d5d988-808e-41cd-b7a8-eda32f520193" providerId="ADAL" clId="{B4338276-574A-4EB5-8809-4A1E38DF974A}" dt="2026-01-14T06:30:14.274" v="322" actId="1076"/>
          <ac:spMkLst>
            <pc:docMk/>
            <pc:sldMk cId="269255285" sldId="290"/>
            <ac:spMk id="10" creationId="{D1DE2AC6-D602-9A7F-62D3-852B1BAF5C21}"/>
          </ac:spMkLst>
        </pc:spChg>
        <pc:spChg chg="add del mod topLvl">
          <ac:chgData name="2CDI2206" userId="54d5d988-808e-41cd-b7a8-eda32f520193" providerId="ADAL" clId="{B4338276-574A-4EB5-8809-4A1E38DF974A}" dt="2026-01-17T03:24:08.775" v="2839"/>
          <ac:spMkLst>
            <pc:docMk/>
            <pc:sldMk cId="269255285" sldId="290"/>
            <ac:spMk id="15" creationId="{9DB9D8F0-79B4-C125-C6A0-7E391EB6ECBB}"/>
          </ac:spMkLst>
        </pc:spChg>
        <pc:spChg chg="add mod">
          <ac:chgData name="2CDI2206" userId="54d5d988-808e-41cd-b7a8-eda32f520193" providerId="ADAL" clId="{B4338276-574A-4EB5-8809-4A1E38DF974A}" dt="2026-01-14T06:45:43.951" v="419" actId="164"/>
          <ac:spMkLst>
            <pc:docMk/>
            <pc:sldMk cId="269255285" sldId="290"/>
            <ac:spMk id="20" creationId="{E3295A04-0701-C545-78EA-9E79EC295552}"/>
          </ac:spMkLst>
        </pc:spChg>
        <pc:spChg chg="add mod">
          <ac:chgData name="2CDI2206" userId="54d5d988-808e-41cd-b7a8-eda32f520193" providerId="ADAL" clId="{B4338276-574A-4EB5-8809-4A1E38DF974A}" dt="2026-01-14T06:45:43.951" v="419" actId="164"/>
          <ac:spMkLst>
            <pc:docMk/>
            <pc:sldMk cId="269255285" sldId="290"/>
            <ac:spMk id="21" creationId="{72F8BC54-E259-BFF2-F7C4-09F744DB74DB}"/>
          </ac:spMkLst>
        </pc:spChg>
        <pc:spChg chg="add mod">
          <ac:chgData name="2CDI2206" userId="54d5d988-808e-41cd-b7a8-eda32f520193" providerId="ADAL" clId="{B4338276-574A-4EB5-8809-4A1E38DF974A}" dt="2026-01-14T06:45:52.602" v="420" actId="164"/>
          <ac:spMkLst>
            <pc:docMk/>
            <pc:sldMk cId="269255285" sldId="290"/>
            <ac:spMk id="22" creationId="{C863DF83-DF25-266E-B814-F3866CFDA961}"/>
          </ac:spMkLst>
        </pc:spChg>
        <pc:spChg chg="add mod">
          <ac:chgData name="2CDI2206" userId="54d5d988-808e-41cd-b7a8-eda32f520193" providerId="ADAL" clId="{B4338276-574A-4EB5-8809-4A1E38DF974A}" dt="2026-01-14T06:45:52.602" v="420" actId="164"/>
          <ac:spMkLst>
            <pc:docMk/>
            <pc:sldMk cId="269255285" sldId="290"/>
            <ac:spMk id="23" creationId="{00206CF6-1721-04D0-520D-F40782CED987}"/>
          </ac:spMkLst>
        </pc:spChg>
        <pc:spChg chg="add mod">
          <ac:chgData name="2CDI2206" userId="54d5d988-808e-41cd-b7a8-eda32f520193" providerId="ADAL" clId="{B4338276-574A-4EB5-8809-4A1E38DF974A}" dt="2026-01-14T06:57:30.936" v="529"/>
          <ac:spMkLst>
            <pc:docMk/>
            <pc:sldMk cId="269255285" sldId="290"/>
            <ac:spMk id="42" creationId="{952EFDF8-1FC2-4AD4-57F4-A6A80E75F460}"/>
          </ac:spMkLst>
        </pc:spChg>
        <pc:spChg chg="add mod">
          <ac:chgData name="2CDI2206" userId="54d5d988-808e-41cd-b7a8-eda32f520193" providerId="ADAL" clId="{B4338276-574A-4EB5-8809-4A1E38DF974A}" dt="2026-01-14T06:57:30.936" v="529"/>
          <ac:spMkLst>
            <pc:docMk/>
            <pc:sldMk cId="269255285" sldId="290"/>
            <ac:spMk id="43" creationId="{86CD0F34-311B-099D-51CA-7E3A26A4523F}"/>
          </ac:spMkLst>
        </pc:spChg>
        <pc:spChg chg="add mod">
          <ac:chgData name="2CDI2206" userId="54d5d988-808e-41cd-b7a8-eda32f520193" providerId="ADAL" clId="{B4338276-574A-4EB5-8809-4A1E38DF974A}" dt="2026-01-17T08:26:33.392" v="4955"/>
          <ac:spMkLst>
            <pc:docMk/>
            <pc:sldMk cId="269255285" sldId="290"/>
            <ac:spMk id="44" creationId="{D9BAD216-52D1-C1D3-C142-515BCD3D7B67}"/>
          </ac:spMkLst>
        </pc:spChg>
        <pc:spChg chg="add mod">
          <ac:chgData name="2CDI2206" userId="54d5d988-808e-41cd-b7a8-eda32f520193" providerId="ADAL" clId="{B4338276-574A-4EB5-8809-4A1E38DF974A}" dt="2026-01-15T06:41:11.559" v="1289"/>
          <ac:spMkLst>
            <pc:docMk/>
            <pc:sldMk cId="269255285" sldId="290"/>
            <ac:spMk id="52" creationId="{665AF1AE-99CB-BDEC-B491-0BAD71C30F12}"/>
          </ac:spMkLst>
        </pc:spChg>
        <pc:grpChg chg="add mod topLvl">
          <ac:chgData name="2CDI2206" userId="54d5d988-808e-41cd-b7a8-eda32f520193" providerId="ADAL" clId="{B4338276-574A-4EB5-8809-4A1E38DF974A}" dt="2026-01-14T07:01:46.060" v="595" actId="21"/>
          <ac:grpSpMkLst>
            <pc:docMk/>
            <pc:sldMk cId="269255285" sldId="290"/>
            <ac:grpSpMk id="24" creationId="{5709785F-CC11-2C75-3CDF-3862AD855216}"/>
          </ac:grpSpMkLst>
        </pc:grpChg>
        <pc:grpChg chg="add mod">
          <ac:chgData name="2CDI2206" userId="54d5d988-808e-41cd-b7a8-eda32f520193" providerId="ADAL" clId="{B4338276-574A-4EB5-8809-4A1E38DF974A}" dt="2026-01-14T07:06:01.551" v="656" actId="164"/>
          <ac:grpSpMkLst>
            <pc:docMk/>
            <pc:sldMk cId="269255285" sldId="290"/>
            <ac:grpSpMk id="25" creationId="{CFFE9B2C-27CE-EC62-A50A-F3C5E7694248}"/>
          </ac:grpSpMkLst>
        </pc:grpChg>
        <pc:grpChg chg="add del mod">
          <ac:chgData name="2CDI2206" userId="54d5d988-808e-41cd-b7a8-eda32f520193" providerId="ADAL" clId="{B4338276-574A-4EB5-8809-4A1E38DF974A}" dt="2026-01-14T07:08:37.943" v="663" actId="1076"/>
          <ac:grpSpMkLst>
            <pc:docMk/>
            <pc:sldMk cId="269255285" sldId="290"/>
            <ac:grpSpMk id="40" creationId="{0D93372E-598B-8BA7-64DB-0C1ABDAD34EA}"/>
          </ac:grpSpMkLst>
        </pc:grpChg>
        <pc:grpChg chg="add mod">
          <ac:chgData name="2CDI2206" userId="54d5d988-808e-41cd-b7a8-eda32f520193" providerId="ADAL" clId="{B4338276-574A-4EB5-8809-4A1E38DF974A}" dt="2026-01-14T07:06:01.551" v="656" actId="164"/>
          <ac:grpSpMkLst>
            <pc:docMk/>
            <pc:sldMk cId="269255285" sldId="290"/>
            <ac:grpSpMk id="53" creationId="{1871134E-5A80-AE27-8BA3-52A35B8268CF}"/>
          </ac:grpSpMkLst>
        </pc:grpChg>
        <pc:picChg chg="add mod">
          <ac:chgData name="2CDI2206" userId="54d5d988-808e-41cd-b7a8-eda32f520193" providerId="ADAL" clId="{B4338276-574A-4EB5-8809-4A1E38DF974A}" dt="2026-01-14T06:45:52.602" v="420" actId="164"/>
          <ac:picMkLst>
            <pc:docMk/>
            <pc:sldMk cId="269255285" sldId="290"/>
            <ac:picMk id="4" creationId="{99506D22-BC6B-CAC1-CDFD-F8FBD700A454}"/>
          </ac:picMkLst>
        </pc:picChg>
        <pc:picChg chg="add mod">
          <ac:chgData name="2CDI2206" userId="54d5d988-808e-41cd-b7a8-eda32f520193" providerId="ADAL" clId="{B4338276-574A-4EB5-8809-4A1E38DF974A}" dt="2026-01-14T07:02:10.173" v="607" actId="14100"/>
          <ac:picMkLst>
            <pc:docMk/>
            <pc:sldMk cId="269255285" sldId="290"/>
            <ac:picMk id="8" creationId="{73A200B5-5709-0146-8839-F78648035B86}"/>
          </ac:picMkLst>
        </pc:picChg>
        <pc:cxnChg chg="add mod">
          <ac:chgData name="2CDI2206" userId="54d5d988-808e-41cd-b7a8-eda32f520193" providerId="ADAL" clId="{B4338276-574A-4EB5-8809-4A1E38DF974A}" dt="2026-01-14T06:30:14.274" v="322" actId="1076"/>
          <ac:cxnSpMkLst>
            <pc:docMk/>
            <pc:sldMk cId="269255285" sldId="290"/>
            <ac:cxnSpMk id="11" creationId="{1A1CBE04-75AD-6EE2-E4E6-EAAC06F04509}"/>
          </ac:cxnSpMkLst>
        </pc:cxnChg>
      </pc:sldChg>
      <pc:sldChg chg="addSp delSp modSp add mod ord">
        <pc:chgData name="2CDI2206" userId="54d5d988-808e-41cd-b7a8-eda32f520193" providerId="ADAL" clId="{B4338276-574A-4EB5-8809-4A1E38DF974A}" dt="2026-01-17T08:25:20.368" v="4938" actId="20577"/>
        <pc:sldMkLst>
          <pc:docMk/>
          <pc:sldMk cId="2954720707" sldId="292"/>
        </pc:sldMkLst>
        <pc:spChg chg="add mod">
          <ac:chgData name="2CDI2206" userId="54d5d988-808e-41cd-b7a8-eda32f520193" providerId="ADAL" clId="{B4338276-574A-4EB5-8809-4A1E38DF974A}" dt="2026-01-14T07:10:54.131" v="694" actId="164"/>
          <ac:spMkLst>
            <pc:docMk/>
            <pc:sldMk cId="2954720707" sldId="292"/>
            <ac:spMk id="6" creationId="{F23C8AB8-E6F7-FEFD-EE84-511CDB11FEEB}"/>
          </ac:spMkLst>
        </pc:spChg>
        <pc:spChg chg="add mod">
          <ac:chgData name="2CDI2206" userId="54d5d988-808e-41cd-b7a8-eda32f520193" providerId="ADAL" clId="{B4338276-574A-4EB5-8809-4A1E38DF974A}" dt="2026-01-14T07:10:54.131" v="694" actId="164"/>
          <ac:spMkLst>
            <pc:docMk/>
            <pc:sldMk cId="2954720707" sldId="292"/>
            <ac:spMk id="7" creationId="{95DF781A-D212-096F-0B05-90219D794A77}"/>
          </ac:spMkLst>
        </pc:spChg>
        <pc:spChg chg="add mod">
          <ac:chgData name="2CDI2206" userId="54d5d988-808e-41cd-b7a8-eda32f520193" providerId="ADAL" clId="{B4338276-574A-4EB5-8809-4A1E38DF974A}" dt="2026-01-14T07:30:08.127" v="941"/>
          <ac:spMkLst>
            <pc:docMk/>
            <pc:sldMk cId="2954720707" sldId="292"/>
            <ac:spMk id="14" creationId="{4AFF1764-831B-0EE6-E2FE-28FB17D02092}"/>
          </ac:spMkLst>
        </pc:spChg>
        <pc:spChg chg="mod topLvl">
          <ac:chgData name="2CDI2206" userId="54d5d988-808e-41cd-b7a8-eda32f520193" providerId="ADAL" clId="{B4338276-574A-4EB5-8809-4A1E38DF974A}" dt="2026-01-17T03:24:28.623" v="2845"/>
          <ac:spMkLst>
            <pc:docMk/>
            <pc:sldMk cId="2954720707" sldId="292"/>
            <ac:spMk id="15" creationId="{46DC1BEC-48F4-9EDB-F16C-1711780EFFAB}"/>
          </ac:spMkLst>
        </pc:spChg>
        <pc:spChg chg="add mod">
          <ac:chgData name="2CDI2206" userId="54d5d988-808e-41cd-b7a8-eda32f520193" providerId="ADAL" clId="{B4338276-574A-4EB5-8809-4A1E38DF974A}" dt="2026-01-14T07:30:08.127" v="941"/>
          <ac:spMkLst>
            <pc:docMk/>
            <pc:sldMk cId="2954720707" sldId="292"/>
            <ac:spMk id="16" creationId="{81675427-F3AF-6C2A-D2A8-DE74AE7D747F}"/>
          </ac:spMkLst>
        </pc:spChg>
        <pc:spChg chg="mod">
          <ac:chgData name="2CDI2206" userId="54d5d988-808e-41cd-b7a8-eda32f520193" providerId="ADAL" clId="{B4338276-574A-4EB5-8809-4A1E38DF974A}" dt="2026-01-17T08:25:16.407" v="4937"/>
          <ac:spMkLst>
            <pc:docMk/>
            <pc:sldMk cId="2954720707" sldId="292"/>
            <ac:spMk id="42" creationId="{50B23257-F152-B167-D847-66A1E6C36CCD}"/>
          </ac:spMkLst>
        </pc:spChg>
        <pc:spChg chg="mod">
          <ac:chgData name="2CDI2206" userId="54d5d988-808e-41cd-b7a8-eda32f520193" providerId="ADAL" clId="{B4338276-574A-4EB5-8809-4A1E38DF974A}" dt="2026-01-17T08:25:16.407" v="4937"/>
          <ac:spMkLst>
            <pc:docMk/>
            <pc:sldMk cId="2954720707" sldId="292"/>
            <ac:spMk id="43" creationId="{6CA02645-99B0-04EC-CA47-22878E615435}"/>
          </ac:spMkLst>
        </pc:spChg>
        <pc:spChg chg="mod">
          <ac:chgData name="2CDI2206" userId="54d5d988-808e-41cd-b7a8-eda32f520193" providerId="ADAL" clId="{B4338276-574A-4EB5-8809-4A1E38DF974A}" dt="2026-01-17T08:25:20.368" v="4938" actId="20577"/>
          <ac:spMkLst>
            <pc:docMk/>
            <pc:sldMk cId="2954720707" sldId="292"/>
            <ac:spMk id="44" creationId="{A2D07240-7143-FBB0-59FE-625D0A22D863}"/>
          </ac:spMkLst>
        </pc:spChg>
        <pc:spChg chg="mod topLvl">
          <ac:chgData name="2CDI2206" userId="54d5d988-808e-41cd-b7a8-eda32f520193" providerId="ADAL" clId="{B4338276-574A-4EB5-8809-4A1E38DF974A}" dt="2026-01-15T06:40:44.483" v="1281"/>
          <ac:spMkLst>
            <pc:docMk/>
            <pc:sldMk cId="2954720707" sldId="292"/>
            <ac:spMk id="52" creationId="{E45D55A2-3F2E-91DD-0C39-9FE427D2865A}"/>
          </ac:spMkLst>
        </pc:spChg>
        <pc:grpChg chg="mod">
          <ac:chgData name="2CDI2206" userId="54d5d988-808e-41cd-b7a8-eda32f520193" providerId="ADAL" clId="{B4338276-574A-4EB5-8809-4A1E38DF974A}" dt="2026-01-17T08:25:16.407" v="4937"/>
          <ac:grpSpMkLst>
            <pc:docMk/>
            <pc:sldMk cId="2954720707" sldId="292"/>
            <ac:grpSpMk id="4" creationId="{EE2D3566-6798-EA52-1849-510DEC6C2377}"/>
          </ac:grpSpMkLst>
        </pc:grpChg>
        <pc:grpChg chg="add mod">
          <ac:chgData name="2CDI2206" userId="54d5d988-808e-41cd-b7a8-eda32f520193" providerId="ADAL" clId="{B4338276-574A-4EB5-8809-4A1E38DF974A}" dt="2026-01-14T07:11:11.076" v="699" actId="164"/>
          <ac:grpSpMkLst>
            <pc:docMk/>
            <pc:sldMk cId="2954720707" sldId="292"/>
            <ac:grpSpMk id="9" creationId="{BFD90337-A9F0-47B6-8A84-1EED42B828DF}"/>
          </ac:grpSpMkLst>
        </pc:grpChg>
        <pc:grpChg chg="add mod">
          <ac:chgData name="2CDI2206" userId="54d5d988-808e-41cd-b7a8-eda32f520193" providerId="ADAL" clId="{B4338276-574A-4EB5-8809-4A1E38DF974A}" dt="2026-01-14T07:11:11.076" v="699" actId="164"/>
          <ac:grpSpMkLst>
            <pc:docMk/>
            <pc:sldMk cId="2954720707" sldId="292"/>
            <ac:grpSpMk id="12" creationId="{DD9F9A4C-89B1-6000-7C82-0E44FBF98043}"/>
          </ac:grpSpMkLst>
        </pc:grpChg>
        <pc:grpChg chg="add mod">
          <ac:chgData name="2CDI2206" userId="54d5d988-808e-41cd-b7a8-eda32f520193" providerId="ADAL" clId="{B4338276-574A-4EB5-8809-4A1E38DF974A}" dt="2026-01-14T07:30:08.127" v="941"/>
          <ac:grpSpMkLst>
            <pc:docMk/>
            <pc:sldMk cId="2954720707" sldId="292"/>
            <ac:grpSpMk id="17" creationId="{979A55F9-3A48-BB60-592F-2904326EF160}"/>
          </ac:grpSpMkLst>
        </pc:grpChg>
        <pc:grpChg chg="add mod">
          <ac:chgData name="2CDI2206" userId="54d5d988-808e-41cd-b7a8-eda32f520193" providerId="ADAL" clId="{B4338276-574A-4EB5-8809-4A1E38DF974A}" dt="2026-01-14T07:30:08.127" v="941"/>
          <ac:grpSpMkLst>
            <pc:docMk/>
            <pc:sldMk cId="2954720707" sldId="292"/>
            <ac:grpSpMk id="18" creationId="{08C4394D-1D92-2C00-16BA-0FDBAD4B66D7}"/>
          </ac:grpSpMkLst>
        </pc:grpChg>
        <pc:picChg chg="add mod modCrop">
          <ac:chgData name="2CDI2206" userId="54d5d988-808e-41cd-b7a8-eda32f520193" providerId="ADAL" clId="{B4338276-574A-4EB5-8809-4A1E38DF974A}" dt="2026-01-14T07:10:54.131" v="694" actId="164"/>
          <ac:picMkLst>
            <pc:docMk/>
            <pc:sldMk cId="2954720707" sldId="292"/>
            <ac:picMk id="3" creationId="{29249227-ECC7-0C31-42B1-F1436E82E5F4}"/>
          </ac:picMkLst>
        </pc:picChg>
        <pc:picChg chg="add mod modCrop">
          <ac:chgData name="2CDI2206" userId="54d5d988-808e-41cd-b7a8-eda32f520193" providerId="ADAL" clId="{B4338276-574A-4EB5-8809-4A1E38DF974A}" dt="2026-01-14T07:30:08.127" v="941"/>
          <ac:picMkLst>
            <pc:docMk/>
            <pc:sldMk cId="2954720707" sldId="292"/>
            <ac:picMk id="5" creationId="{4FE93652-20A4-78CF-7418-B88D16047992}"/>
          </ac:picMkLst>
        </pc:picChg>
      </pc:sldChg>
      <pc:sldChg chg="addSp modSp new mod modShow">
        <pc:chgData name="2CDI2206" userId="54d5d988-808e-41cd-b7a8-eda32f520193" providerId="ADAL" clId="{B4338276-574A-4EB5-8809-4A1E38DF974A}" dt="2026-01-17T09:20:01.698" v="5135" actId="2711"/>
        <pc:sldMkLst>
          <pc:docMk/>
          <pc:sldMk cId="706760183" sldId="293"/>
        </pc:sldMkLst>
        <pc:spChg chg="add mod">
          <ac:chgData name="2CDI2206" userId="54d5d988-808e-41cd-b7a8-eda32f520193" providerId="ADAL" clId="{B4338276-574A-4EB5-8809-4A1E38DF974A}" dt="2026-01-17T09:20:01.698" v="5135" actId="2711"/>
          <ac:spMkLst>
            <pc:docMk/>
            <pc:sldMk cId="706760183" sldId="293"/>
            <ac:spMk id="4" creationId="{2F765396-0D40-0E10-7874-0C21D5236906}"/>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utokai.sharepoint.com/sites/msteams_21d92e/Shared%20Documents/&#20809;&#30643;&#23380;&#21453;&#23556;&#30740;&#31350;&#12503;&#12525;&#12472;&#12455;&#12463;&#12488;/12&#21330;&#26989;&#35542;&#25991;/2025&#21330;&#26989;&#35542;&#25991;/&#38738;&#32209;/&#30740;&#31350;_&#22259;.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utokai.sharepoint.com/sites/msteams_21d92e/Shared%20Documents/&#20809;&#30643;&#23380;&#21453;&#23556;&#30740;&#31350;&#12503;&#12525;&#12472;&#12455;&#12463;&#12488;/12&#21330;&#26989;&#35542;&#25991;/2025&#21330;&#26989;&#35542;&#25991;/&#38738;&#32209;/&#30740;&#31350;_&#22259;.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utokai.sharepoint.com/sites/msteams_21d92e/Shared%20Documents/&#20809;&#30643;&#23380;&#21453;&#23556;&#30740;&#31350;&#12503;&#12525;&#12472;&#12455;&#12463;&#12488;/05&#33394;&#12398;&#32068;&#12415;&#21512;&#12431;&#12379;(Bistability&#38738;&#32209;)/01.&#23455;&#39443;&#12487;&#12540;&#12479;/20250627&#23546;&#30000;/B21G4.xlsm" TargetMode="Externa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1.xml"/></Relationships>
</file>

<file path=ppt/charts/_rels/chart4.xml.rels><?xml version="1.0" encoding="UTF-8" standalone="yes"?>
<Relationships xmlns="http://schemas.openxmlformats.org/package/2006/relationships"><Relationship Id="rId3" Type="http://schemas.openxmlformats.org/officeDocument/2006/relationships/oleObject" Target="https://utokai.sharepoint.com/sites/msteams_21d92e/Shared%20Documents/&#20809;&#30643;&#23380;&#21453;&#23556;&#30740;&#31350;&#12503;&#12525;&#12472;&#12455;&#12463;&#12488;/05&#33394;&#12398;&#32068;&#12415;&#21512;&#12431;&#12379;(Bistability&#38738;&#32209;)/01.&#23455;&#39443;&#12487;&#12540;&#12479;/20250627&#23546;&#30000;/B21G7.xlsm" TargetMode="Externa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2.xml"/></Relationships>
</file>

<file path=ppt/charts/_rels/chart5.xml.rels><?xml version="1.0" encoding="UTF-8" standalone="yes"?>
<Relationships xmlns="http://schemas.openxmlformats.org/package/2006/relationships"><Relationship Id="rId3" Type="http://schemas.openxmlformats.org/officeDocument/2006/relationships/oleObject" Target="https://utokai.sharepoint.com/sites/msteams_21d92e/Shared%20Documents/&#20809;&#30643;&#23380;&#21453;&#23556;&#30740;&#31350;&#12503;&#12525;&#12472;&#12455;&#12463;&#12488;/05&#33394;&#12398;&#32068;&#12415;&#21512;&#12431;&#12379;(Bistability&#38738;&#32209;)/01.&#23455;&#39443;&#12487;&#12540;&#12479;/20250627&#23546;&#30000;/B21G9.xlsm" TargetMode="Externa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chartUserShapes" Target="../drawings/drawing3.xml"/></Relationships>
</file>

<file path=ppt/charts/_rels/chart6.xml.rels><?xml version="1.0" encoding="UTF-8" standalone="yes"?>
<Relationships xmlns="http://schemas.openxmlformats.org/package/2006/relationships"><Relationship Id="rId3" Type="http://schemas.openxmlformats.org/officeDocument/2006/relationships/oleObject" Target="https://utokai.sharepoint.com/sites/msteams_21d92e/Shared%20Documents/&#20809;&#30643;&#23380;&#21453;&#23556;&#30740;&#31350;&#12503;&#12525;&#12472;&#12455;&#12463;&#12488;/05&#33394;&#12398;&#32068;&#12415;&#21512;&#12431;&#12379;(Bistability&#38738;&#32209;)/01.&#23455;&#39443;&#12487;&#12540;&#12479;/20250627&#23546;&#30000;/B21G9.xlsm" TargetMode="Externa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chartUserShapes" Target="../drawings/drawing4.xml"/></Relationships>
</file>

<file path=ppt/charts/_rels/chart7.xml.rels><?xml version="1.0" encoding="UTF-8" standalone="yes"?>
<Relationships xmlns="http://schemas.openxmlformats.org/package/2006/relationships"><Relationship Id="rId3" Type="http://schemas.openxmlformats.org/officeDocument/2006/relationships/oleObject" Target="https://utokai.sharepoint.com/sites/msteams_21d92e/Shared%20Documents/&#20809;&#30643;&#23380;&#21453;&#23556;&#30740;&#31350;&#12503;&#12525;&#12472;&#12455;&#12463;&#12488;/05&#33394;&#12398;&#32068;&#12415;&#21512;&#12431;&#12379;(Bistability&#38738;&#32209;)/02.&#12414;&#12392;&#12417;/PIPR&#12414;&#12392;&#12417;_G.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utokai.sharepoint.com/sites/msteams_21d92e/Shared%20Documents/&#20809;&#30643;&#23380;&#21453;&#23556;&#30740;&#31350;&#12503;&#12525;&#12472;&#12455;&#12463;&#12488;/07&#33394;&#12398;&#32068;&#12415;&#21512;&#12431;&#12379;(&#28187;&#20809;)/&#20998;&#20809;&#27874;&#38263;/&#20998;&#20809;&#27874;&#38263;&#12414;&#12392;&#12417;.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https://utokai.sharepoint.com/sites/msteams_21d92e/Shared%20Documents/&#20809;&#30643;&#23380;&#21453;&#23556;&#30740;&#31350;&#12503;&#12525;&#12472;&#12455;&#12463;&#12488;/07&#33394;&#12398;&#32068;&#12415;&#21512;&#12431;&#12379;(&#28187;&#20809;)/&#20998;&#20809;&#27874;&#38263;/&#20998;&#20809;&#27874;&#38263;&#12414;&#12392;&#12417;.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https://utokai.sharepoint.com/sites/msteams_21d92e/Shared%20Documents/&#20809;&#30643;&#23380;&#21453;&#23556;&#30740;&#31350;&#12503;&#12525;&#12472;&#12455;&#12463;&#12488;/07&#33394;&#12398;&#32068;&#12415;&#21512;&#12431;&#12379;(&#28187;&#20809;)/02.&#38738;&#32209;/02.&#12414;&#12392;&#12417;/&#38738;&#32209;&#12464;&#12521;&#12501;&#12414;&#12392;&#12417;.xlsx" TargetMode="Externa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chartUserShapes" Target="../drawings/drawing5.xml"/></Relationships>
</file>

<file path=ppt/charts/_rels/chart11.xml.rels><?xml version="1.0" encoding="UTF-8" standalone="yes"?>
<Relationships xmlns="http://schemas.openxmlformats.org/package/2006/relationships"><Relationship Id="rId3" Type="http://schemas.openxmlformats.org/officeDocument/2006/relationships/oleObject" Target="https://utokai.sharepoint.com/sites/msteams_21d92e/Shared%20Documents/&#20809;&#30643;&#23380;&#21453;&#23556;&#30740;&#31350;&#12503;&#12525;&#12472;&#12455;&#12463;&#12488;/07&#33394;&#12398;&#32068;&#12415;&#21512;&#12431;&#12379;(&#28187;&#20809;)/02.&#38738;&#32209;/02.&#12414;&#12392;&#12417;/&#38738;&#32209;&#12464;&#12521;&#12501;&#12414;&#12392;&#12417;.xlsx" TargetMode="Externa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chartUserShapes" Target="../drawings/drawing6.xml"/></Relationships>
</file>

<file path=ppt/charts/_rels/chart12.xml.rels><?xml version="1.0" encoding="UTF-8" standalone="yes"?>
<Relationships xmlns="http://schemas.openxmlformats.org/package/2006/relationships"><Relationship Id="rId3" Type="http://schemas.openxmlformats.org/officeDocument/2006/relationships/oleObject" Target="https://utokai.sharepoint.com/sites/msteams_21d92e/Shared%20Documents/&#20809;&#30643;&#23380;&#21453;&#23556;&#30740;&#31350;&#12503;&#12525;&#12472;&#12455;&#12463;&#12488;/07&#33394;&#12398;&#32068;&#12415;&#21512;&#12431;&#12379;(&#28187;&#20809;)/02.&#38738;&#32209;/02.&#12414;&#12392;&#12417;/&#38738;&#32209;&#12464;&#12521;&#12501;&#12414;&#12392;&#12417;.xlsx" TargetMode="Externa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chartUserShapes" Target="../drawings/drawing7.xml"/></Relationships>
</file>

<file path=ppt/charts/_rels/chart13.xml.rels><?xml version="1.0" encoding="UTF-8" standalone="yes"?>
<Relationships xmlns="http://schemas.openxmlformats.org/package/2006/relationships"><Relationship Id="rId3" Type="http://schemas.openxmlformats.org/officeDocument/2006/relationships/oleObject" Target="https://utokai.sharepoint.com/sites/msteams_21d92e/Shared%20Documents/&#20809;&#30643;&#23380;&#21453;&#23556;&#30740;&#31350;&#12503;&#12525;&#12472;&#12455;&#12463;&#12488;/05&#33394;&#12398;&#32068;&#12415;&#21512;&#12431;&#12379;(Bistability&#38738;&#32209;)/01.&#23455;&#39443;&#12487;&#12540;&#12479;/20250627&#23546;&#30000;/B21G9.xlsm" TargetMode="External"/><Relationship Id="rId2" Type="http://schemas.microsoft.com/office/2011/relationships/chartColorStyle" Target="colors13.xml"/><Relationship Id="rId1" Type="http://schemas.microsoft.com/office/2011/relationships/chartStyle" Target="style13.xml"/><Relationship Id="rId4" Type="http://schemas.openxmlformats.org/officeDocument/2006/relationships/chartUserShapes" Target="../drawings/drawing8.xml"/></Relationships>
</file>

<file path=ppt/charts/_rels/chart14.xml.rels><?xml version="1.0" encoding="UTF-8" standalone="yes"?>
<Relationships xmlns="http://schemas.openxmlformats.org/package/2006/relationships"><Relationship Id="rId3" Type="http://schemas.openxmlformats.org/officeDocument/2006/relationships/oleObject" Target="https://utokai.sharepoint.com/sites/msteams_21d92e/Shared%20Documents/&#20809;&#30643;&#23380;&#21453;&#23556;&#30740;&#31350;&#12503;&#12525;&#12472;&#12455;&#12463;&#12488;/07&#33394;&#12398;&#32068;&#12415;&#21512;&#12431;&#12379;(&#28187;&#20809;)/02.&#38738;&#32209;/02.&#12414;&#12392;&#12417;/&#38738;&#32209;PIPR&#12414;&#12392;&#12417;.xlsx" TargetMode="External"/><Relationship Id="rId2" Type="http://schemas.microsoft.com/office/2011/relationships/chartColorStyle" Target="colors14.xml"/><Relationship Id="rId1" Type="http://schemas.microsoft.com/office/2011/relationships/chartStyle" Target="style14.xml"/><Relationship Id="rId4" Type="http://schemas.openxmlformats.org/officeDocument/2006/relationships/chartUserShapes" Target="../drawings/drawing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ja-JP" altLang="en-US"/>
              <a:t>分光波長</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ja-JP" altLang="en-US"/>
        </a:p>
      </c:txPr>
    </c:title>
    <c:autoTitleDeleted val="0"/>
    <c:plotArea>
      <c:layout/>
      <c:lineChart>
        <c:grouping val="standard"/>
        <c:varyColors val="0"/>
        <c:ser>
          <c:idx val="0"/>
          <c:order val="0"/>
          <c:tx>
            <c:strRef>
              <c:f>Sheet1!$M$1</c:f>
              <c:strCache>
                <c:ptCount val="1"/>
                <c:pt idx="0">
                  <c:v>B213.0</c:v>
                </c:pt>
              </c:strCache>
            </c:strRef>
          </c:tx>
          <c:spPr>
            <a:ln w="28575" cap="rnd">
              <a:solidFill>
                <a:schemeClr val="accent4"/>
              </a:solidFill>
              <a:round/>
            </a:ln>
            <a:effectLst/>
          </c:spPr>
          <c:marker>
            <c:symbol val="none"/>
          </c:marker>
          <c:cat>
            <c:numRef>
              <c:f>Sheet1!$L$2:$L$222</c:f>
              <c:numCache>
                <c:formatCode>General</c:formatCode>
                <c:ptCount val="221"/>
                <c:pt idx="0">
                  <c:v>380</c:v>
                </c:pt>
                <c:pt idx="1">
                  <c:v>381</c:v>
                </c:pt>
                <c:pt idx="2">
                  <c:v>382</c:v>
                </c:pt>
                <c:pt idx="3">
                  <c:v>383</c:v>
                </c:pt>
                <c:pt idx="4">
                  <c:v>384</c:v>
                </c:pt>
                <c:pt idx="5">
                  <c:v>385</c:v>
                </c:pt>
                <c:pt idx="6">
                  <c:v>386</c:v>
                </c:pt>
                <c:pt idx="7">
                  <c:v>387</c:v>
                </c:pt>
                <c:pt idx="8">
                  <c:v>388</c:v>
                </c:pt>
                <c:pt idx="9">
                  <c:v>389</c:v>
                </c:pt>
                <c:pt idx="10">
                  <c:v>390</c:v>
                </c:pt>
                <c:pt idx="11">
                  <c:v>391</c:v>
                </c:pt>
                <c:pt idx="12">
                  <c:v>392</c:v>
                </c:pt>
                <c:pt idx="13">
                  <c:v>393</c:v>
                </c:pt>
                <c:pt idx="14">
                  <c:v>394</c:v>
                </c:pt>
                <c:pt idx="15">
                  <c:v>395</c:v>
                </c:pt>
                <c:pt idx="16">
                  <c:v>396</c:v>
                </c:pt>
                <c:pt idx="17">
                  <c:v>397</c:v>
                </c:pt>
                <c:pt idx="18">
                  <c:v>398</c:v>
                </c:pt>
                <c:pt idx="19">
                  <c:v>399</c:v>
                </c:pt>
                <c:pt idx="20">
                  <c:v>400</c:v>
                </c:pt>
                <c:pt idx="21">
                  <c:v>401</c:v>
                </c:pt>
                <c:pt idx="22">
                  <c:v>402</c:v>
                </c:pt>
                <c:pt idx="23">
                  <c:v>403</c:v>
                </c:pt>
                <c:pt idx="24">
                  <c:v>404</c:v>
                </c:pt>
                <c:pt idx="25">
                  <c:v>405</c:v>
                </c:pt>
                <c:pt idx="26">
                  <c:v>406</c:v>
                </c:pt>
                <c:pt idx="27">
                  <c:v>407</c:v>
                </c:pt>
                <c:pt idx="28">
                  <c:v>408</c:v>
                </c:pt>
                <c:pt idx="29">
                  <c:v>409</c:v>
                </c:pt>
                <c:pt idx="30">
                  <c:v>410</c:v>
                </c:pt>
                <c:pt idx="31">
                  <c:v>411</c:v>
                </c:pt>
                <c:pt idx="32">
                  <c:v>412</c:v>
                </c:pt>
                <c:pt idx="33">
                  <c:v>413</c:v>
                </c:pt>
                <c:pt idx="34">
                  <c:v>414</c:v>
                </c:pt>
                <c:pt idx="35">
                  <c:v>415</c:v>
                </c:pt>
                <c:pt idx="36">
                  <c:v>416</c:v>
                </c:pt>
                <c:pt idx="37">
                  <c:v>417</c:v>
                </c:pt>
                <c:pt idx="38">
                  <c:v>418</c:v>
                </c:pt>
                <c:pt idx="39">
                  <c:v>419</c:v>
                </c:pt>
                <c:pt idx="40">
                  <c:v>420</c:v>
                </c:pt>
                <c:pt idx="41">
                  <c:v>421</c:v>
                </c:pt>
                <c:pt idx="42">
                  <c:v>422</c:v>
                </c:pt>
                <c:pt idx="43">
                  <c:v>423</c:v>
                </c:pt>
                <c:pt idx="44">
                  <c:v>424</c:v>
                </c:pt>
                <c:pt idx="45">
                  <c:v>425</c:v>
                </c:pt>
                <c:pt idx="46">
                  <c:v>426</c:v>
                </c:pt>
                <c:pt idx="47">
                  <c:v>427</c:v>
                </c:pt>
                <c:pt idx="48">
                  <c:v>428</c:v>
                </c:pt>
                <c:pt idx="49">
                  <c:v>429</c:v>
                </c:pt>
                <c:pt idx="50">
                  <c:v>430</c:v>
                </c:pt>
                <c:pt idx="51">
                  <c:v>431</c:v>
                </c:pt>
                <c:pt idx="52">
                  <c:v>432</c:v>
                </c:pt>
                <c:pt idx="53">
                  <c:v>433</c:v>
                </c:pt>
                <c:pt idx="54">
                  <c:v>434</c:v>
                </c:pt>
                <c:pt idx="55">
                  <c:v>435</c:v>
                </c:pt>
                <c:pt idx="56">
                  <c:v>436</c:v>
                </c:pt>
                <c:pt idx="57">
                  <c:v>437</c:v>
                </c:pt>
                <c:pt idx="58">
                  <c:v>438</c:v>
                </c:pt>
                <c:pt idx="59">
                  <c:v>439</c:v>
                </c:pt>
                <c:pt idx="60">
                  <c:v>440</c:v>
                </c:pt>
                <c:pt idx="61">
                  <c:v>441</c:v>
                </c:pt>
                <c:pt idx="62">
                  <c:v>442</c:v>
                </c:pt>
                <c:pt idx="63">
                  <c:v>443</c:v>
                </c:pt>
                <c:pt idx="64">
                  <c:v>444</c:v>
                </c:pt>
                <c:pt idx="65">
                  <c:v>445</c:v>
                </c:pt>
                <c:pt idx="66">
                  <c:v>446</c:v>
                </c:pt>
                <c:pt idx="67">
                  <c:v>447</c:v>
                </c:pt>
                <c:pt idx="68">
                  <c:v>448</c:v>
                </c:pt>
                <c:pt idx="69">
                  <c:v>449</c:v>
                </c:pt>
                <c:pt idx="70">
                  <c:v>450</c:v>
                </c:pt>
                <c:pt idx="71">
                  <c:v>451</c:v>
                </c:pt>
                <c:pt idx="72">
                  <c:v>452</c:v>
                </c:pt>
                <c:pt idx="73">
                  <c:v>453</c:v>
                </c:pt>
                <c:pt idx="74">
                  <c:v>454</c:v>
                </c:pt>
                <c:pt idx="75">
                  <c:v>455</c:v>
                </c:pt>
                <c:pt idx="76">
                  <c:v>456</c:v>
                </c:pt>
                <c:pt idx="77">
                  <c:v>457</c:v>
                </c:pt>
                <c:pt idx="78">
                  <c:v>458</c:v>
                </c:pt>
                <c:pt idx="79">
                  <c:v>459</c:v>
                </c:pt>
                <c:pt idx="80">
                  <c:v>460</c:v>
                </c:pt>
                <c:pt idx="81">
                  <c:v>461</c:v>
                </c:pt>
                <c:pt idx="82">
                  <c:v>462</c:v>
                </c:pt>
                <c:pt idx="83">
                  <c:v>463</c:v>
                </c:pt>
                <c:pt idx="84">
                  <c:v>464</c:v>
                </c:pt>
                <c:pt idx="85">
                  <c:v>465</c:v>
                </c:pt>
                <c:pt idx="86">
                  <c:v>466</c:v>
                </c:pt>
                <c:pt idx="87">
                  <c:v>467</c:v>
                </c:pt>
                <c:pt idx="88">
                  <c:v>468</c:v>
                </c:pt>
                <c:pt idx="89">
                  <c:v>469</c:v>
                </c:pt>
                <c:pt idx="90">
                  <c:v>470</c:v>
                </c:pt>
                <c:pt idx="91">
                  <c:v>471</c:v>
                </c:pt>
                <c:pt idx="92">
                  <c:v>472</c:v>
                </c:pt>
                <c:pt idx="93">
                  <c:v>473</c:v>
                </c:pt>
                <c:pt idx="94">
                  <c:v>474</c:v>
                </c:pt>
                <c:pt idx="95">
                  <c:v>475</c:v>
                </c:pt>
                <c:pt idx="96">
                  <c:v>476</c:v>
                </c:pt>
                <c:pt idx="97">
                  <c:v>477</c:v>
                </c:pt>
                <c:pt idx="98">
                  <c:v>478</c:v>
                </c:pt>
                <c:pt idx="99">
                  <c:v>479</c:v>
                </c:pt>
                <c:pt idx="100">
                  <c:v>480</c:v>
                </c:pt>
                <c:pt idx="101">
                  <c:v>481</c:v>
                </c:pt>
                <c:pt idx="102">
                  <c:v>482</c:v>
                </c:pt>
                <c:pt idx="103">
                  <c:v>483</c:v>
                </c:pt>
                <c:pt idx="104">
                  <c:v>484</c:v>
                </c:pt>
                <c:pt idx="105">
                  <c:v>485</c:v>
                </c:pt>
                <c:pt idx="106">
                  <c:v>486</c:v>
                </c:pt>
                <c:pt idx="107">
                  <c:v>487</c:v>
                </c:pt>
                <c:pt idx="108">
                  <c:v>488</c:v>
                </c:pt>
                <c:pt idx="109">
                  <c:v>489</c:v>
                </c:pt>
                <c:pt idx="110">
                  <c:v>490</c:v>
                </c:pt>
                <c:pt idx="111">
                  <c:v>491</c:v>
                </c:pt>
                <c:pt idx="112">
                  <c:v>492</c:v>
                </c:pt>
                <c:pt idx="113">
                  <c:v>493</c:v>
                </c:pt>
                <c:pt idx="114">
                  <c:v>494</c:v>
                </c:pt>
                <c:pt idx="115">
                  <c:v>495</c:v>
                </c:pt>
                <c:pt idx="116">
                  <c:v>496</c:v>
                </c:pt>
                <c:pt idx="117">
                  <c:v>497</c:v>
                </c:pt>
                <c:pt idx="118">
                  <c:v>498</c:v>
                </c:pt>
                <c:pt idx="119">
                  <c:v>499</c:v>
                </c:pt>
                <c:pt idx="120">
                  <c:v>500</c:v>
                </c:pt>
                <c:pt idx="121">
                  <c:v>501</c:v>
                </c:pt>
                <c:pt idx="122">
                  <c:v>502</c:v>
                </c:pt>
                <c:pt idx="123">
                  <c:v>503</c:v>
                </c:pt>
                <c:pt idx="124">
                  <c:v>504</c:v>
                </c:pt>
                <c:pt idx="125">
                  <c:v>505</c:v>
                </c:pt>
                <c:pt idx="126">
                  <c:v>506</c:v>
                </c:pt>
                <c:pt idx="127">
                  <c:v>507</c:v>
                </c:pt>
                <c:pt idx="128">
                  <c:v>508</c:v>
                </c:pt>
                <c:pt idx="129">
                  <c:v>509</c:v>
                </c:pt>
                <c:pt idx="130">
                  <c:v>510</c:v>
                </c:pt>
                <c:pt idx="131">
                  <c:v>511</c:v>
                </c:pt>
                <c:pt idx="132">
                  <c:v>512</c:v>
                </c:pt>
                <c:pt idx="133">
                  <c:v>513</c:v>
                </c:pt>
                <c:pt idx="134">
                  <c:v>514</c:v>
                </c:pt>
                <c:pt idx="135">
                  <c:v>515</c:v>
                </c:pt>
                <c:pt idx="136">
                  <c:v>516</c:v>
                </c:pt>
                <c:pt idx="137">
                  <c:v>517</c:v>
                </c:pt>
                <c:pt idx="138">
                  <c:v>518</c:v>
                </c:pt>
                <c:pt idx="139">
                  <c:v>519</c:v>
                </c:pt>
                <c:pt idx="140">
                  <c:v>520</c:v>
                </c:pt>
                <c:pt idx="141">
                  <c:v>521</c:v>
                </c:pt>
                <c:pt idx="142">
                  <c:v>522</c:v>
                </c:pt>
                <c:pt idx="143">
                  <c:v>523</c:v>
                </c:pt>
                <c:pt idx="144">
                  <c:v>524</c:v>
                </c:pt>
                <c:pt idx="145">
                  <c:v>525</c:v>
                </c:pt>
                <c:pt idx="146">
                  <c:v>526</c:v>
                </c:pt>
                <c:pt idx="147">
                  <c:v>527</c:v>
                </c:pt>
                <c:pt idx="148">
                  <c:v>528</c:v>
                </c:pt>
                <c:pt idx="149">
                  <c:v>529</c:v>
                </c:pt>
                <c:pt idx="150">
                  <c:v>530</c:v>
                </c:pt>
                <c:pt idx="151">
                  <c:v>531</c:v>
                </c:pt>
                <c:pt idx="152">
                  <c:v>532</c:v>
                </c:pt>
                <c:pt idx="153">
                  <c:v>533</c:v>
                </c:pt>
                <c:pt idx="154">
                  <c:v>534</c:v>
                </c:pt>
                <c:pt idx="155">
                  <c:v>535</c:v>
                </c:pt>
                <c:pt idx="156">
                  <c:v>536</c:v>
                </c:pt>
                <c:pt idx="157">
                  <c:v>537</c:v>
                </c:pt>
                <c:pt idx="158">
                  <c:v>538</c:v>
                </c:pt>
                <c:pt idx="159">
                  <c:v>539</c:v>
                </c:pt>
                <c:pt idx="160">
                  <c:v>540</c:v>
                </c:pt>
                <c:pt idx="161">
                  <c:v>541</c:v>
                </c:pt>
                <c:pt idx="162">
                  <c:v>542</c:v>
                </c:pt>
                <c:pt idx="163">
                  <c:v>543</c:v>
                </c:pt>
                <c:pt idx="164">
                  <c:v>544</c:v>
                </c:pt>
                <c:pt idx="165">
                  <c:v>545</c:v>
                </c:pt>
                <c:pt idx="166">
                  <c:v>546</c:v>
                </c:pt>
                <c:pt idx="167">
                  <c:v>547</c:v>
                </c:pt>
                <c:pt idx="168">
                  <c:v>548</c:v>
                </c:pt>
                <c:pt idx="169">
                  <c:v>549</c:v>
                </c:pt>
                <c:pt idx="170">
                  <c:v>550</c:v>
                </c:pt>
                <c:pt idx="171">
                  <c:v>551</c:v>
                </c:pt>
                <c:pt idx="172">
                  <c:v>552</c:v>
                </c:pt>
                <c:pt idx="173">
                  <c:v>553</c:v>
                </c:pt>
                <c:pt idx="174">
                  <c:v>554</c:v>
                </c:pt>
                <c:pt idx="175">
                  <c:v>555</c:v>
                </c:pt>
                <c:pt idx="176">
                  <c:v>556</c:v>
                </c:pt>
                <c:pt idx="177">
                  <c:v>557</c:v>
                </c:pt>
                <c:pt idx="178">
                  <c:v>558</c:v>
                </c:pt>
                <c:pt idx="179">
                  <c:v>559</c:v>
                </c:pt>
                <c:pt idx="180">
                  <c:v>560</c:v>
                </c:pt>
                <c:pt idx="181">
                  <c:v>561</c:v>
                </c:pt>
                <c:pt idx="182">
                  <c:v>562</c:v>
                </c:pt>
                <c:pt idx="183">
                  <c:v>563</c:v>
                </c:pt>
                <c:pt idx="184">
                  <c:v>564</c:v>
                </c:pt>
                <c:pt idx="185">
                  <c:v>565</c:v>
                </c:pt>
                <c:pt idx="186">
                  <c:v>566</c:v>
                </c:pt>
                <c:pt idx="187">
                  <c:v>567</c:v>
                </c:pt>
                <c:pt idx="188">
                  <c:v>568</c:v>
                </c:pt>
                <c:pt idx="189">
                  <c:v>569</c:v>
                </c:pt>
                <c:pt idx="190">
                  <c:v>570</c:v>
                </c:pt>
                <c:pt idx="191">
                  <c:v>571</c:v>
                </c:pt>
                <c:pt idx="192">
                  <c:v>572</c:v>
                </c:pt>
                <c:pt idx="193">
                  <c:v>573</c:v>
                </c:pt>
                <c:pt idx="194">
                  <c:v>574</c:v>
                </c:pt>
                <c:pt idx="195">
                  <c:v>575</c:v>
                </c:pt>
                <c:pt idx="196">
                  <c:v>576</c:v>
                </c:pt>
                <c:pt idx="197">
                  <c:v>577</c:v>
                </c:pt>
                <c:pt idx="198">
                  <c:v>578</c:v>
                </c:pt>
                <c:pt idx="199">
                  <c:v>579</c:v>
                </c:pt>
                <c:pt idx="200">
                  <c:v>580</c:v>
                </c:pt>
                <c:pt idx="201">
                  <c:v>581</c:v>
                </c:pt>
                <c:pt idx="202">
                  <c:v>582</c:v>
                </c:pt>
                <c:pt idx="203">
                  <c:v>583</c:v>
                </c:pt>
                <c:pt idx="204">
                  <c:v>584</c:v>
                </c:pt>
                <c:pt idx="205">
                  <c:v>585</c:v>
                </c:pt>
                <c:pt idx="206">
                  <c:v>586</c:v>
                </c:pt>
                <c:pt idx="207">
                  <c:v>587</c:v>
                </c:pt>
                <c:pt idx="208">
                  <c:v>588</c:v>
                </c:pt>
                <c:pt idx="209">
                  <c:v>589</c:v>
                </c:pt>
                <c:pt idx="210">
                  <c:v>590</c:v>
                </c:pt>
                <c:pt idx="211">
                  <c:v>591</c:v>
                </c:pt>
                <c:pt idx="212">
                  <c:v>592</c:v>
                </c:pt>
                <c:pt idx="213">
                  <c:v>593</c:v>
                </c:pt>
                <c:pt idx="214">
                  <c:v>594</c:v>
                </c:pt>
                <c:pt idx="215">
                  <c:v>595</c:v>
                </c:pt>
                <c:pt idx="216">
                  <c:v>596</c:v>
                </c:pt>
                <c:pt idx="217">
                  <c:v>597</c:v>
                </c:pt>
                <c:pt idx="218">
                  <c:v>598</c:v>
                </c:pt>
                <c:pt idx="219">
                  <c:v>599</c:v>
                </c:pt>
                <c:pt idx="220">
                  <c:v>600</c:v>
                </c:pt>
              </c:numCache>
            </c:numRef>
          </c:cat>
          <c:val>
            <c:numRef>
              <c:f>Sheet1!$M$2:$M$222</c:f>
              <c:numCache>
                <c:formatCode>General</c:formatCode>
                <c:ptCount val="221"/>
                <c:pt idx="0">
                  <c:v>5.19652E-4</c:v>
                </c:pt>
                <c:pt idx="1">
                  <c:v>5.1139869999999995E-4</c:v>
                </c:pt>
                <c:pt idx="2">
                  <c:v>4.4617030000000001E-4</c:v>
                </c:pt>
                <c:pt idx="3">
                  <c:v>3.8469650000000003E-4</c:v>
                </c:pt>
                <c:pt idx="4">
                  <c:v>4.0602249999999998E-4</c:v>
                </c:pt>
                <c:pt idx="5">
                  <c:v>3.7194039999999999E-4</c:v>
                </c:pt>
                <c:pt idx="6">
                  <c:v>3.6671510000000002E-4</c:v>
                </c:pt>
                <c:pt idx="7">
                  <c:v>3.9181550000000001E-4</c:v>
                </c:pt>
                <c:pt idx="8">
                  <c:v>3.982829E-4</c:v>
                </c:pt>
                <c:pt idx="9">
                  <c:v>3.6776490000000001E-4</c:v>
                </c:pt>
                <c:pt idx="10">
                  <c:v>3.3744880000000001E-4</c:v>
                </c:pt>
                <c:pt idx="11">
                  <c:v>3.5491050000000001E-4</c:v>
                </c:pt>
                <c:pt idx="12">
                  <c:v>3.24316E-4</c:v>
                </c:pt>
                <c:pt idx="13">
                  <c:v>3.5322529999999997E-4</c:v>
                </c:pt>
                <c:pt idx="14">
                  <c:v>3.5138649999999998E-4</c:v>
                </c:pt>
                <c:pt idx="15">
                  <c:v>3.55915E-4</c:v>
                </c:pt>
                <c:pt idx="16">
                  <c:v>3.6663419999999997E-4</c:v>
                </c:pt>
                <c:pt idx="17">
                  <c:v>3.6301239999999999E-4</c:v>
                </c:pt>
                <c:pt idx="18">
                  <c:v>3.3831369999999999E-4</c:v>
                </c:pt>
                <c:pt idx="19">
                  <c:v>3.5803419999999998E-4</c:v>
                </c:pt>
                <c:pt idx="20">
                  <c:v>3.8020939999999998E-4</c:v>
                </c:pt>
                <c:pt idx="21">
                  <c:v>3.8339340000000002E-4</c:v>
                </c:pt>
                <c:pt idx="22">
                  <c:v>4.2368249999999999E-4</c:v>
                </c:pt>
                <c:pt idx="23">
                  <c:v>4.2637920000000002E-4</c:v>
                </c:pt>
                <c:pt idx="24">
                  <c:v>4.8291650000000002E-4</c:v>
                </c:pt>
                <c:pt idx="25">
                  <c:v>5.0552949999999996E-4</c:v>
                </c:pt>
                <c:pt idx="26">
                  <c:v>5.8099740000000001E-4</c:v>
                </c:pt>
                <c:pt idx="27">
                  <c:v>5.8803779999999997E-4</c:v>
                </c:pt>
                <c:pt idx="28">
                  <c:v>6.2723230000000002E-4</c:v>
                </c:pt>
                <c:pt idx="29">
                  <c:v>7.0356759999999998E-4</c:v>
                </c:pt>
                <c:pt idx="30">
                  <c:v>7.6563239999999995E-4</c:v>
                </c:pt>
                <c:pt idx="31">
                  <c:v>9.2401180000000003E-4</c:v>
                </c:pt>
                <c:pt idx="32">
                  <c:v>1.0206779999999999E-3</c:v>
                </c:pt>
                <c:pt idx="33">
                  <c:v>1.1174100000000001E-3</c:v>
                </c:pt>
                <c:pt idx="34">
                  <c:v>1.242782E-3</c:v>
                </c:pt>
                <c:pt idx="35">
                  <c:v>1.4749800000000001E-3</c:v>
                </c:pt>
                <c:pt idx="36">
                  <c:v>1.7091369999999999E-3</c:v>
                </c:pt>
                <c:pt idx="37">
                  <c:v>1.9568599999999999E-3</c:v>
                </c:pt>
                <c:pt idx="38">
                  <c:v>2.3119949999999998E-3</c:v>
                </c:pt>
                <c:pt idx="39">
                  <c:v>2.6901989999999999E-3</c:v>
                </c:pt>
                <c:pt idx="40">
                  <c:v>3.1045209999999998E-3</c:v>
                </c:pt>
                <c:pt idx="41">
                  <c:v>3.697854E-3</c:v>
                </c:pt>
                <c:pt idx="42">
                  <c:v>4.356113E-3</c:v>
                </c:pt>
                <c:pt idx="43">
                  <c:v>5.1723469999999999E-3</c:v>
                </c:pt>
                <c:pt idx="44">
                  <c:v>6.0745549999999997E-3</c:v>
                </c:pt>
                <c:pt idx="45">
                  <c:v>7.1169190000000002E-3</c:v>
                </c:pt>
                <c:pt idx="46">
                  <c:v>8.4491529999999992E-3</c:v>
                </c:pt>
                <c:pt idx="47">
                  <c:v>9.9794730000000009E-3</c:v>
                </c:pt>
                <c:pt idx="48">
                  <c:v>1.176439E-2</c:v>
                </c:pt>
                <c:pt idx="49">
                  <c:v>1.393227E-2</c:v>
                </c:pt>
                <c:pt idx="50">
                  <c:v>1.648032E-2</c:v>
                </c:pt>
                <c:pt idx="51">
                  <c:v>1.9254139999999999E-2</c:v>
                </c:pt>
                <c:pt idx="52">
                  <c:v>2.2602299999999999E-2</c:v>
                </c:pt>
                <c:pt idx="53">
                  <c:v>2.6366230000000001E-2</c:v>
                </c:pt>
                <c:pt idx="54">
                  <c:v>3.054867E-2</c:v>
                </c:pt>
                <c:pt idx="55">
                  <c:v>3.5505160000000001E-2</c:v>
                </c:pt>
                <c:pt idx="56">
                  <c:v>4.109169E-2</c:v>
                </c:pt>
                <c:pt idx="57">
                  <c:v>4.6893879999999999E-2</c:v>
                </c:pt>
                <c:pt idx="58">
                  <c:v>5.3257810000000003E-2</c:v>
                </c:pt>
                <c:pt idx="59">
                  <c:v>6.0575560000000001E-2</c:v>
                </c:pt>
                <c:pt idx="60">
                  <c:v>6.8976270000000006E-2</c:v>
                </c:pt>
                <c:pt idx="61">
                  <c:v>7.7315289999999995E-2</c:v>
                </c:pt>
                <c:pt idx="62">
                  <c:v>8.6324830000000005E-2</c:v>
                </c:pt>
                <c:pt idx="63">
                  <c:v>9.6257560000000006E-2</c:v>
                </c:pt>
                <c:pt idx="64">
                  <c:v>0.1064282</c:v>
                </c:pt>
                <c:pt idx="65">
                  <c:v>0.1171201</c:v>
                </c:pt>
                <c:pt idx="66">
                  <c:v>0.12828539999999999</c:v>
                </c:pt>
                <c:pt idx="67">
                  <c:v>0.13990060000000001</c:v>
                </c:pt>
                <c:pt idx="68">
                  <c:v>0.15064240000000001</c:v>
                </c:pt>
                <c:pt idx="69">
                  <c:v>0.16075490000000001</c:v>
                </c:pt>
                <c:pt idx="70">
                  <c:v>0.16951469999999999</c:v>
                </c:pt>
                <c:pt idx="71">
                  <c:v>0.17797560000000001</c:v>
                </c:pt>
                <c:pt idx="72">
                  <c:v>0.1836737</c:v>
                </c:pt>
                <c:pt idx="73">
                  <c:v>0.18761900000000001</c:v>
                </c:pt>
                <c:pt idx="74">
                  <c:v>0.1881043</c:v>
                </c:pt>
                <c:pt idx="75">
                  <c:v>0.18612139999999999</c:v>
                </c:pt>
                <c:pt idx="76">
                  <c:v>0.18195700000000001</c:v>
                </c:pt>
                <c:pt idx="77">
                  <c:v>0.17518339999999999</c:v>
                </c:pt>
                <c:pt idx="78">
                  <c:v>0.16621759999999999</c:v>
                </c:pt>
                <c:pt idx="79">
                  <c:v>0.15595000000000001</c:v>
                </c:pt>
                <c:pt idx="80">
                  <c:v>0.14456640000000001</c:v>
                </c:pt>
                <c:pt idx="81">
                  <c:v>0.13262560000000001</c:v>
                </c:pt>
                <c:pt idx="82">
                  <c:v>0.1206405</c:v>
                </c:pt>
                <c:pt idx="83">
                  <c:v>0.1092307</c:v>
                </c:pt>
                <c:pt idx="84">
                  <c:v>9.8829319999999998E-2</c:v>
                </c:pt>
                <c:pt idx="85">
                  <c:v>8.9606329999999998E-2</c:v>
                </c:pt>
                <c:pt idx="86">
                  <c:v>8.150019E-2</c:v>
                </c:pt>
                <c:pt idx="87">
                  <c:v>7.4116570000000007E-2</c:v>
                </c:pt>
                <c:pt idx="88">
                  <c:v>6.7471630000000005E-2</c:v>
                </c:pt>
                <c:pt idx="89">
                  <c:v>6.167562E-2</c:v>
                </c:pt>
                <c:pt idx="90">
                  <c:v>5.6360059999999997E-2</c:v>
                </c:pt>
                <c:pt idx="91">
                  <c:v>5.1483019999999997E-2</c:v>
                </c:pt>
                <c:pt idx="92">
                  <c:v>4.7104559999999997E-2</c:v>
                </c:pt>
                <c:pt idx="93">
                  <c:v>4.2932379999999999E-2</c:v>
                </c:pt>
                <c:pt idx="94">
                  <c:v>3.8882109999999998E-2</c:v>
                </c:pt>
                <c:pt idx="95">
                  <c:v>3.5411779999999997E-2</c:v>
                </c:pt>
                <c:pt idx="96">
                  <c:v>3.1813460000000002E-2</c:v>
                </c:pt>
                <c:pt idx="97">
                  <c:v>2.868105E-2</c:v>
                </c:pt>
                <c:pt idx="98">
                  <c:v>2.5912290000000001E-2</c:v>
                </c:pt>
                <c:pt idx="99">
                  <c:v>2.3365819999999999E-2</c:v>
                </c:pt>
                <c:pt idx="100">
                  <c:v>2.0741119999999998E-2</c:v>
                </c:pt>
                <c:pt idx="101">
                  <c:v>1.8694949999999998E-2</c:v>
                </c:pt>
                <c:pt idx="102">
                  <c:v>1.6879169999999999E-2</c:v>
                </c:pt>
                <c:pt idx="103">
                  <c:v>1.532674E-2</c:v>
                </c:pt>
                <c:pt idx="104">
                  <c:v>1.387383E-2</c:v>
                </c:pt>
                <c:pt idx="105">
                  <c:v>1.2706250000000001E-2</c:v>
                </c:pt>
                <c:pt idx="106">
                  <c:v>1.1574579999999999E-2</c:v>
                </c:pt>
                <c:pt idx="107">
                  <c:v>1.048646E-2</c:v>
                </c:pt>
                <c:pt idx="108">
                  <c:v>9.4957219999999998E-3</c:v>
                </c:pt>
                <c:pt idx="109">
                  <c:v>8.7255159999999991E-3</c:v>
                </c:pt>
                <c:pt idx="110">
                  <c:v>7.9647680000000005E-3</c:v>
                </c:pt>
                <c:pt idx="111">
                  <c:v>7.2758839999999998E-3</c:v>
                </c:pt>
                <c:pt idx="112">
                  <c:v>6.6326279999999998E-3</c:v>
                </c:pt>
                <c:pt idx="113">
                  <c:v>5.9716320000000002E-3</c:v>
                </c:pt>
                <c:pt idx="114">
                  <c:v>5.398529E-3</c:v>
                </c:pt>
                <c:pt idx="115">
                  <c:v>4.9763230000000004E-3</c:v>
                </c:pt>
                <c:pt idx="116">
                  <c:v>4.4980999999999997E-3</c:v>
                </c:pt>
                <c:pt idx="117">
                  <c:v>4.0891520000000004E-3</c:v>
                </c:pt>
                <c:pt idx="118">
                  <c:v>3.7651849999999999E-3</c:v>
                </c:pt>
                <c:pt idx="119">
                  <c:v>3.4279860000000001E-3</c:v>
                </c:pt>
                <c:pt idx="120">
                  <c:v>3.1556179999999998E-3</c:v>
                </c:pt>
                <c:pt idx="121">
                  <c:v>2.8861400000000001E-3</c:v>
                </c:pt>
                <c:pt idx="122">
                  <c:v>2.645035E-3</c:v>
                </c:pt>
                <c:pt idx="123">
                  <c:v>2.412165E-3</c:v>
                </c:pt>
                <c:pt idx="124">
                  <c:v>2.2424150000000002E-3</c:v>
                </c:pt>
                <c:pt idx="125">
                  <c:v>2.0726099999999999E-3</c:v>
                </c:pt>
                <c:pt idx="126">
                  <c:v>1.92698E-3</c:v>
                </c:pt>
                <c:pt idx="127">
                  <c:v>1.772238E-3</c:v>
                </c:pt>
                <c:pt idx="128">
                  <c:v>1.6584880000000001E-3</c:v>
                </c:pt>
                <c:pt idx="129">
                  <c:v>1.5513599999999999E-3</c:v>
                </c:pt>
                <c:pt idx="130">
                  <c:v>1.400494E-3</c:v>
                </c:pt>
                <c:pt idx="131">
                  <c:v>1.350736E-3</c:v>
                </c:pt>
                <c:pt idx="132">
                  <c:v>1.2801920000000001E-3</c:v>
                </c:pt>
                <c:pt idx="133">
                  <c:v>1.1461889999999999E-3</c:v>
                </c:pt>
                <c:pt idx="134">
                  <c:v>1.097879E-3</c:v>
                </c:pt>
                <c:pt idx="135">
                  <c:v>1.0325860000000001E-3</c:v>
                </c:pt>
                <c:pt idx="136">
                  <c:v>9.7378220000000004E-4</c:v>
                </c:pt>
                <c:pt idx="137">
                  <c:v>9.0800159999999996E-4</c:v>
                </c:pt>
                <c:pt idx="138">
                  <c:v>8.5536089999999998E-4</c:v>
                </c:pt>
                <c:pt idx="139">
                  <c:v>8.0663510000000003E-4</c:v>
                </c:pt>
                <c:pt idx="140">
                  <c:v>7.721491E-4</c:v>
                </c:pt>
                <c:pt idx="141">
                  <c:v>7.3745310000000004E-4</c:v>
                </c:pt>
                <c:pt idx="142">
                  <c:v>7.0803510000000001E-4</c:v>
                </c:pt>
                <c:pt idx="143">
                  <c:v>6.7358070000000003E-4</c:v>
                </c:pt>
                <c:pt idx="144">
                  <c:v>6.3659090000000001E-4</c:v>
                </c:pt>
                <c:pt idx="145">
                  <c:v>6.2695079999999998E-4</c:v>
                </c:pt>
                <c:pt idx="146">
                  <c:v>5.9537550000000005E-4</c:v>
                </c:pt>
                <c:pt idx="147">
                  <c:v>5.8183010000000001E-4</c:v>
                </c:pt>
                <c:pt idx="148">
                  <c:v>5.6299609999999999E-4</c:v>
                </c:pt>
                <c:pt idx="149">
                  <c:v>5.1099809999999996E-4</c:v>
                </c:pt>
                <c:pt idx="150">
                  <c:v>5.2176860000000002E-4</c:v>
                </c:pt>
                <c:pt idx="151">
                  <c:v>5.2307850000000002E-4</c:v>
                </c:pt>
                <c:pt idx="152">
                  <c:v>4.819739E-4</c:v>
                </c:pt>
                <c:pt idx="153">
                  <c:v>4.7293580000000001E-4</c:v>
                </c:pt>
                <c:pt idx="154">
                  <c:v>4.765859E-4</c:v>
                </c:pt>
                <c:pt idx="155">
                  <c:v>4.4712620000000002E-4</c:v>
                </c:pt>
                <c:pt idx="156">
                  <c:v>4.247586E-4</c:v>
                </c:pt>
                <c:pt idx="157">
                  <c:v>4.1686369999999998E-4</c:v>
                </c:pt>
                <c:pt idx="158">
                  <c:v>4.2948159999999999E-4</c:v>
                </c:pt>
                <c:pt idx="159">
                  <c:v>4.0056830000000001E-4</c:v>
                </c:pt>
                <c:pt idx="160">
                  <c:v>3.8835019999999999E-4</c:v>
                </c:pt>
                <c:pt idx="161">
                  <c:v>3.5929480000000002E-4</c:v>
                </c:pt>
                <c:pt idx="162">
                  <c:v>3.7257060000000001E-4</c:v>
                </c:pt>
                <c:pt idx="163">
                  <c:v>3.4042499999999999E-4</c:v>
                </c:pt>
                <c:pt idx="164">
                  <c:v>3.2511319999999999E-4</c:v>
                </c:pt>
                <c:pt idx="165">
                  <c:v>3.3954230000000002E-4</c:v>
                </c:pt>
                <c:pt idx="166">
                  <c:v>3.341005E-4</c:v>
                </c:pt>
                <c:pt idx="167">
                  <c:v>3.3196920000000001E-4</c:v>
                </c:pt>
                <c:pt idx="168">
                  <c:v>3.197815E-4</c:v>
                </c:pt>
                <c:pt idx="169">
                  <c:v>3.0529E-4</c:v>
                </c:pt>
                <c:pt idx="170">
                  <c:v>2.9858629999999998E-4</c:v>
                </c:pt>
                <c:pt idx="171">
                  <c:v>3.1168260000000002E-4</c:v>
                </c:pt>
                <c:pt idx="172">
                  <c:v>2.9784169999999999E-4</c:v>
                </c:pt>
                <c:pt idx="173">
                  <c:v>2.9061009999999999E-4</c:v>
                </c:pt>
                <c:pt idx="174">
                  <c:v>2.757573E-4</c:v>
                </c:pt>
                <c:pt idx="175">
                  <c:v>2.6288549999999998E-4</c:v>
                </c:pt>
                <c:pt idx="176">
                  <c:v>2.8649600000000002E-4</c:v>
                </c:pt>
                <c:pt idx="177">
                  <c:v>2.6046480000000002E-4</c:v>
                </c:pt>
                <c:pt idx="178">
                  <c:v>2.4882909999999998E-4</c:v>
                </c:pt>
                <c:pt idx="179">
                  <c:v>2.5403809999999998E-4</c:v>
                </c:pt>
                <c:pt idx="180">
                  <c:v>2.3915660000000001E-4</c:v>
                </c:pt>
                <c:pt idx="181">
                  <c:v>2.578212E-4</c:v>
                </c:pt>
                <c:pt idx="182">
                  <c:v>2.323832E-4</c:v>
                </c:pt>
                <c:pt idx="183">
                  <c:v>2.3001139999999999E-4</c:v>
                </c:pt>
                <c:pt idx="184">
                  <c:v>2.394698E-4</c:v>
                </c:pt>
                <c:pt idx="185">
                  <c:v>2.4117990000000001E-4</c:v>
                </c:pt>
                <c:pt idx="186">
                  <c:v>2.458785E-4</c:v>
                </c:pt>
                <c:pt idx="187">
                  <c:v>2.2708989999999999E-4</c:v>
                </c:pt>
                <c:pt idx="188">
                  <c:v>2.419523E-4</c:v>
                </c:pt>
                <c:pt idx="189">
                  <c:v>2.4430410000000002E-4</c:v>
                </c:pt>
                <c:pt idx="190">
                  <c:v>2.3341090000000001E-4</c:v>
                </c:pt>
                <c:pt idx="191">
                  <c:v>2.1526419999999999E-4</c:v>
                </c:pt>
                <c:pt idx="192">
                  <c:v>2.3142529999999999E-4</c:v>
                </c:pt>
                <c:pt idx="193">
                  <c:v>2.0794109999999999E-4</c:v>
                </c:pt>
                <c:pt idx="194">
                  <c:v>2.3678269999999999E-4</c:v>
                </c:pt>
                <c:pt idx="195">
                  <c:v>2.2892999999999999E-4</c:v>
                </c:pt>
                <c:pt idx="196">
                  <c:v>2.2289409999999999E-4</c:v>
                </c:pt>
                <c:pt idx="197">
                  <c:v>2.1343180000000001E-4</c:v>
                </c:pt>
                <c:pt idx="198">
                  <c:v>2.2314439999999999E-4</c:v>
                </c:pt>
                <c:pt idx="199">
                  <c:v>2.18412E-4</c:v>
                </c:pt>
                <c:pt idx="200">
                  <c:v>2.0296950000000001E-4</c:v>
                </c:pt>
                <c:pt idx="201">
                  <c:v>2.1442109999999999E-4</c:v>
                </c:pt>
                <c:pt idx="202">
                  <c:v>2.083702E-4</c:v>
                </c:pt>
                <c:pt idx="203">
                  <c:v>2.1129300000000001E-4</c:v>
                </c:pt>
                <c:pt idx="204">
                  <c:v>2.3432499999999999E-4</c:v>
                </c:pt>
                <c:pt idx="205">
                  <c:v>1.997925E-4</c:v>
                </c:pt>
                <c:pt idx="206">
                  <c:v>2.2611859999999999E-4</c:v>
                </c:pt>
                <c:pt idx="207">
                  <c:v>2.281118E-4</c:v>
                </c:pt>
                <c:pt idx="208">
                  <c:v>2.256673E-4</c:v>
                </c:pt>
                <c:pt idx="209">
                  <c:v>2.364299E-4</c:v>
                </c:pt>
                <c:pt idx="210">
                  <c:v>2.001824E-4</c:v>
                </c:pt>
                <c:pt idx="211">
                  <c:v>2.0501220000000001E-4</c:v>
                </c:pt>
                <c:pt idx="212">
                  <c:v>1.9019809999999999E-4</c:v>
                </c:pt>
                <c:pt idx="213">
                  <c:v>2.1908370000000001E-4</c:v>
                </c:pt>
                <c:pt idx="214">
                  <c:v>2.087685E-4</c:v>
                </c:pt>
                <c:pt idx="215">
                  <c:v>2.1862579999999999E-4</c:v>
                </c:pt>
                <c:pt idx="216">
                  <c:v>2.2362130000000001E-4</c:v>
                </c:pt>
                <c:pt idx="217">
                  <c:v>1.980835E-4</c:v>
                </c:pt>
                <c:pt idx="218">
                  <c:v>2.0510050000000001E-4</c:v>
                </c:pt>
                <c:pt idx="219">
                  <c:v>1.983307E-4</c:v>
                </c:pt>
                <c:pt idx="220">
                  <c:v>2.1135549999999999E-4</c:v>
                </c:pt>
              </c:numCache>
            </c:numRef>
          </c:val>
          <c:smooth val="0"/>
          <c:extLst>
            <c:ext xmlns:c16="http://schemas.microsoft.com/office/drawing/2014/chart" uri="{C3380CC4-5D6E-409C-BE32-E72D297353CC}">
              <c16:uniqueId val="{00000000-C22B-4D7C-9A40-E08A652200B8}"/>
            </c:ext>
          </c:extLst>
        </c:ser>
        <c:ser>
          <c:idx val="1"/>
          <c:order val="1"/>
          <c:tx>
            <c:strRef>
              <c:f>Sheet1!$N$1</c:f>
              <c:strCache>
                <c:ptCount val="1"/>
                <c:pt idx="0">
                  <c:v>G90.29</c:v>
                </c:pt>
              </c:strCache>
            </c:strRef>
          </c:tx>
          <c:spPr>
            <a:ln w="28575" cap="rnd">
              <a:solidFill>
                <a:schemeClr val="accent3"/>
              </a:solidFill>
              <a:round/>
            </a:ln>
            <a:effectLst/>
          </c:spPr>
          <c:marker>
            <c:symbol val="none"/>
          </c:marker>
          <c:cat>
            <c:numRef>
              <c:f>Sheet1!$L$2:$L$222</c:f>
              <c:numCache>
                <c:formatCode>General</c:formatCode>
                <c:ptCount val="221"/>
                <c:pt idx="0">
                  <c:v>380</c:v>
                </c:pt>
                <c:pt idx="1">
                  <c:v>381</c:v>
                </c:pt>
                <c:pt idx="2">
                  <c:v>382</c:v>
                </c:pt>
                <c:pt idx="3">
                  <c:v>383</c:v>
                </c:pt>
                <c:pt idx="4">
                  <c:v>384</c:v>
                </c:pt>
                <c:pt idx="5">
                  <c:v>385</c:v>
                </c:pt>
                <c:pt idx="6">
                  <c:v>386</c:v>
                </c:pt>
                <c:pt idx="7">
                  <c:v>387</c:v>
                </c:pt>
                <c:pt idx="8">
                  <c:v>388</c:v>
                </c:pt>
                <c:pt idx="9">
                  <c:v>389</c:v>
                </c:pt>
                <c:pt idx="10">
                  <c:v>390</c:v>
                </c:pt>
                <c:pt idx="11">
                  <c:v>391</c:v>
                </c:pt>
                <c:pt idx="12">
                  <c:v>392</c:v>
                </c:pt>
                <c:pt idx="13">
                  <c:v>393</c:v>
                </c:pt>
                <c:pt idx="14">
                  <c:v>394</c:v>
                </c:pt>
                <c:pt idx="15">
                  <c:v>395</c:v>
                </c:pt>
                <c:pt idx="16">
                  <c:v>396</c:v>
                </c:pt>
                <c:pt idx="17">
                  <c:v>397</c:v>
                </c:pt>
                <c:pt idx="18">
                  <c:v>398</c:v>
                </c:pt>
                <c:pt idx="19">
                  <c:v>399</c:v>
                </c:pt>
                <c:pt idx="20">
                  <c:v>400</c:v>
                </c:pt>
                <c:pt idx="21">
                  <c:v>401</c:v>
                </c:pt>
                <c:pt idx="22">
                  <c:v>402</c:v>
                </c:pt>
                <c:pt idx="23">
                  <c:v>403</c:v>
                </c:pt>
                <c:pt idx="24">
                  <c:v>404</c:v>
                </c:pt>
                <c:pt idx="25">
                  <c:v>405</c:v>
                </c:pt>
                <c:pt idx="26">
                  <c:v>406</c:v>
                </c:pt>
                <c:pt idx="27">
                  <c:v>407</c:v>
                </c:pt>
                <c:pt idx="28">
                  <c:v>408</c:v>
                </c:pt>
                <c:pt idx="29">
                  <c:v>409</c:v>
                </c:pt>
                <c:pt idx="30">
                  <c:v>410</c:v>
                </c:pt>
                <c:pt idx="31">
                  <c:v>411</c:v>
                </c:pt>
                <c:pt idx="32">
                  <c:v>412</c:v>
                </c:pt>
                <c:pt idx="33">
                  <c:v>413</c:v>
                </c:pt>
                <c:pt idx="34">
                  <c:v>414</c:v>
                </c:pt>
                <c:pt idx="35">
                  <c:v>415</c:v>
                </c:pt>
                <c:pt idx="36">
                  <c:v>416</c:v>
                </c:pt>
                <c:pt idx="37">
                  <c:v>417</c:v>
                </c:pt>
                <c:pt idx="38">
                  <c:v>418</c:v>
                </c:pt>
                <c:pt idx="39">
                  <c:v>419</c:v>
                </c:pt>
                <c:pt idx="40">
                  <c:v>420</c:v>
                </c:pt>
                <c:pt idx="41">
                  <c:v>421</c:v>
                </c:pt>
                <c:pt idx="42">
                  <c:v>422</c:v>
                </c:pt>
                <c:pt idx="43">
                  <c:v>423</c:v>
                </c:pt>
                <c:pt idx="44">
                  <c:v>424</c:v>
                </c:pt>
                <c:pt idx="45">
                  <c:v>425</c:v>
                </c:pt>
                <c:pt idx="46">
                  <c:v>426</c:v>
                </c:pt>
                <c:pt idx="47">
                  <c:v>427</c:v>
                </c:pt>
                <c:pt idx="48">
                  <c:v>428</c:v>
                </c:pt>
                <c:pt idx="49">
                  <c:v>429</c:v>
                </c:pt>
                <c:pt idx="50">
                  <c:v>430</c:v>
                </c:pt>
                <c:pt idx="51">
                  <c:v>431</c:v>
                </c:pt>
                <c:pt idx="52">
                  <c:v>432</c:v>
                </c:pt>
                <c:pt idx="53">
                  <c:v>433</c:v>
                </c:pt>
                <c:pt idx="54">
                  <c:v>434</c:v>
                </c:pt>
                <c:pt idx="55">
                  <c:v>435</c:v>
                </c:pt>
                <c:pt idx="56">
                  <c:v>436</c:v>
                </c:pt>
                <c:pt idx="57">
                  <c:v>437</c:v>
                </c:pt>
                <c:pt idx="58">
                  <c:v>438</c:v>
                </c:pt>
                <c:pt idx="59">
                  <c:v>439</c:v>
                </c:pt>
                <c:pt idx="60">
                  <c:v>440</c:v>
                </c:pt>
                <c:pt idx="61">
                  <c:v>441</c:v>
                </c:pt>
                <c:pt idx="62">
                  <c:v>442</c:v>
                </c:pt>
                <c:pt idx="63">
                  <c:v>443</c:v>
                </c:pt>
                <c:pt idx="64">
                  <c:v>444</c:v>
                </c:pt>
                <c:pt idx="65">
                  <c:v>445</c:v>
                </c:pt>
                <c:pt idx="66">
                  <c:v>446</c:v>
                </c:pt>
                <c:pt idx="67">
                  <c:v>447</c:v>
                </c:pt>
                <c:pt idx="68">
                  <c:v>448</c:v>
                </c:pt>
                <c:pt idx="69">
                  <c:v>449</c:v>
                </c:pt>
                <c:pt idx="70">
                  <c:v>450</c:v>
                </c:pt>
                <c:pt idx="71">
                  <c:v>451</c:v>
                </c:pt>
                <c:pt idx="72">
                  <c:v>452</c:v>
                </c:pt>
                <c:pt idx="73">
                  <c:v>453</c:v>
                </c:pt>
                <c:pt idx="74">
                  <c:v>454</c:v>
                </c:pt>
                <c:pt idx="75">
                  <c:v>455</c:v>
                </c:pt>
                <c:pt idx="76">
                  <c:v>456</c:v>
                </c:pt>
                <c:pt idx="77">
                  <c:v>457</c:v>
                </c:pt>
                <c:pt idx="78">
                  <c:v>458</c:v>
                </c:pt>
                <c:pt idx="79">
                  <c:v>459</c:v>
                </c:pt>
                <c:pt idx="80">
                  <c:v>460</c:v>
                </c:pt>
                <c:pt idx="81">
                  <c:v>461</c:v>
                </c:pt>
                <c:pt idx="82">
                  <c:v>462</c:v>
                </c:pt>
                <c:pt idx="83">
                  <c:v>463</c:v>
                </c:pt>
                <c:pt idx="84">
                  <c:v>464</c:v>
                </c:pt>
                <c:pt idx="85">
                  <c:v>465</c:v>
                </c:pt>
                <c:pt idx="86">
                  <c:v>466</c:v>
                </c:pt>
                <c:pt idx="87">
                  <c:v>467</c:v>
                </c:pt>
                <c:pt idx="88">
                  <c:v>468</c:v>
                </c:pt>
                <c:pt idx="89">
                  <c:v>469</c:v>
                </c:pt>
                <c:pt idx="90">
                  <c:v>470</c:v>
                </c:pt>
                <c:pt idx="91">
                  <c:v>471</c:v>
                </c:pt>
                <c:pt idx="92">
                  <c:v>472</c:v>
                </c:pt>
                <c:pt idx="93">
                  <c:v>473</c:v>
                </c:pt>
                <c:pt idx="94">
                  <c:v>474</c:v>
                </c:pt>
                <c:pt idx="95">
                  <c:v>475</c:v>
                </c:pt>
                <c:pt idx="96">
                  <c:v>476</c:v>
                </c:pt>
                <c:pt idx="97">
                  <c:v>477</c:v>
                </c:pt>
                <c:pt idx="98">
                  <c:v>478</c:v>
                </c:pt>
                <c:pt idx="99">
                  <c:v>479</c:v>
                </c:pt>
                <c:pt idx="100">
                  <c:v>480</c:v>
                </c:pt>
                <c:pt idx="101">
                  <c:v>481</c:v>
                </c:pt>
                <c:pt idx="102">
                  <c:v>482</c:v>
                </c:pt>
                <c:pt idx="103">
                  <c:v>483</c:v>
                </c:pt>
                <c:pt idx="104">
                  <c:v>484</c:v>
                </c:pt>
                <c:pt idx="105">
                  <c:v>485</c:v>
                </c:pt>
                <c:pt idx="106">
                  <c:v>486</c:v>
                </c:pt>
                <c:pt idx="107">
                  <c:v>487</c:v>
                </c:pt>
                <c:pt idx="108">
                  <c:v>488</c:v>
                </c:pt>
                <c:pt idx="109">
                  <c:v>489</c:v>
                </c:pt>
                <c:pt idx="110">
                  <c:v>490</c:v>
                </c:pt>
                <c:pt idx="111">
                  <c:v>491</c:v>
                </c:pt>
                <c:pt idx="112">
                  <c:v>492</c:v>
                </c:pt>
                <c:pt idx="113">
                  <c:v>493</c:v>
                </c:pt>
                <c:pt idx="114">
                  <c:v>494</c:v>
                </c:pt>
                <c:pt idx="115">
                  <c:v>495</c:v>
                </c:pt>
                <c:pt idx="116">
                  <c:v>496</c:v>
                </c:pt>
                <c:pt idx="117">
                  <c:v>497</c:v>
                </c:pt>
                <c:pt idx="118">
                  <c:v>498</c:v>
                </c:pt>
                <c:pt idx="119">
                  <c:v>499</c:v>
                </c:pt>
                <c:pt idx="120">
                  <c:v>500</c:v>
                </c:pt>
                <c:pt idx="121">
                  <c:v>501</c:v>
                </c:pt>
                <c:pt idx="122">
                  <c:v>502</c:v>
                </c:pt>
                <c:pt idx="123">
                  <c:v>503</c:v>
                </c:pt>
                <c:pt idx="124">
                  <c:v>504</c:v>
                </c:pt>
                <c:pt idx="125">
                  <c:v>505</c:v>
                </c:pt>
                <c:pt idx="126">
                  <c:v>506</c:v>
                </c:pt>
                <c:pt idx="127">
                  <c:v>507</c:v>
                </c:pt>
                <c:pt idx="128">
                  <c:v>508</c:v>
                </c:pt>
                <c:pt idx="129">
                  <c:v>509</c:v>
                </c:pt>
                <c:pt idx="130">
                  <c:v>510</c:v>
                </c:pt>
                <c:pt idx="131">
                  <c:v>511</c:v>
                </c:pt>
                <c:pt idx="132">
                  <c:v>512</c:v>
                </c:pt>
                <c:pt idx="133">
                  <c:v>513</c:v>
                </c:pt>
                <c:pt idx="134">
                  <c:v>514</c:v>
                </c:pt>
                <c:pt idx="135">
                  <c:v>515</c:v>
                </c:pt>
                <c:pt idx="136">
                  <c:v>516</c:v>
                </c:pt>
                <c:pt idx="137">
                  <c:v>517</c:v>
                </c:pt>
                <c:pt idx="138">
                  <c:v>518</c:v>
                </c:pt>
                <c:pt idx="139">
                  <c:v>519</c:v>
                </c:pt>
                <c:pt idx="140">
                  <c:v>520</c:v>
                </c:pt>
                <c:pt idx="141">
                  <c:v>521</c:v>
                </c:pt>
                <c:pt idx="142">
                  <c:v>522</c:v>
                </c:pt>
                <c:pt idx="143">
                  <c:v>523</c:v>
                </c:pt>
                <c:pt idx="144">
                  <c:v>524</c:v>
                </c:pt>
                <c:pt idx="145">
                  <c:v>525</c:v>
                </c:pt>
                <c:pt idx="146">
                  <c:v>526</c:v>
                </c:pt>
                <c:pt idx="147">
                  <c:v>527</c:v>
                </c:pt>
                <c:pt idx="148">
                  <c:v>528</c:v>
                </c:pt>
                <c:pt idx="149">
                  <c:v>529</c:v>
                </c:pt>
                <c:pt idx="150">
                  <c:v>530</c:v>
                </c:pt>
                <c:pt idx="151">
                  <c:v>531</c:v>
                </c:pt>
                <c:pt idx="152">
                  <c:v>532</c:v>
                </c:pt>
                <c:pt idx="153">
                  <c:v>533</c:v>
                </c:pt>
                <c:pt idx="154">
                  <c:v>534</c:v>
                </c:pt>
                <c:pt idx="155">
                  <c:v>535</c:v>
                </c:pt>
                <c:pt idx="156">
                  <c:v>536</c:v>
                </c:pt>
                <c:pt idx="157">
                  <c:v>537</c:v>
                </c:pt>
                <c:pt idx="158">
                  <c:v>538</c:v>
                </c:pt>
                <c:pt idx="159">
                  <c:v>539</c:v>
                </c:pt>
                <c:pt idx="160">
                  <c:v>540</c:v>
                </c:pt>
                <c:pt idx="161">
                  <c:v>541</c:v>
                </c:pt>
                <c:pt idx="162">
                  <c:v>542</c:v>
                </c:pt>
                <c:pt idx="163">
                  <c:v>543</c:v>
                </c:pt>
                <c:pt idx="164">
                  <c:v>544</c:v>
                </c:pt>
                <c:pt idx="165">
                  <c:v>545</c:v>
                </c:pt>
                <c:pt idx="166">
                  <c:v>546</c:v>
                </c:pt>
                <c:pt idx="167">
                  <c:v>547</c:v>
                </c:pt>
                <c:pt idx="168">
                  <c:v>548</c:v>
                </c:pt>
                <c:pt idx="169">
                  <c:v>549</c:v>
                </c:pt>
                <c:pt idx="170">
                  <c:v>550</c:v>
                </c:pt>
                <c:pt idx="171">
                  <c:v>551</c:v>
                </c:pt>
                <c:pt idx="172">
                  <c:v>552</c:v>
                </c:pt>
                <c:pt idx="173">
                  <c:v>553</c:v>
                </c:pt>
                <c:pt idx="174">
                  <c:v>554</c:v>
                </c:pt>
                <c:pt idx="175">
                  <c:v>555</c:v>
                </c:pt>
                <c:pt idx="176">
                  <c:v>556</c:v>
                </c:pt>
                <c:pt idx="177">
                  <c:v>557</c:v>
                </c:pt>
                <c:pt idx="178">
                  <c:v>558</c:v>
                </c:pt>
                <c:pt idx="179">
                  <c:v>559</c:v>
                </c:pt>
                <c:pt idx="180">
                  <c:v>560</c:v>
                </c:pt>
                <c:pt idx="181">
                  <c:v>561</c:v>
                </c:pt>
                <c:pt idx="182">
                  <c:v>562</c:v>
                </c:pt>
                <c:pt idx="183">
                  <c:v>563</c:v>
                </c:pt>
                <c:pt idx="184">
                  <c:v>564</c:v>
                </c:pt>
                <c:pt idx="185">
                  <c:v>565</c:v>
                </c:pt>
                <c:pt idx="186">
                  <c:v>566</c:v>
                </c:pt>
                <c:pt idx="187">
                  <c:v>567</c:v>
                </c:pt>
                <c:pt idx="188">
                  <c:v>568</c:v>
                </c:pt>
                <c:pt idx="189">
                  <c:v>569</c:v>
                </c:pt>
                <c:pt idx="190">
                  <c:v>570</c:v>
                </c:pt>
                <c:pt idx="191">
                  <c:v>571</c:v>
                </c:pt>
                <c:pt idx="192">
                  <c:v>572</c:v>
                </c:pt>
                <c:pt idx="193">
                  <c:v>573</c:v>
                </c:pt>
                <c:pt idx="194">
                  <c:v>574</c:v>
                </c:pt>
                <c:pt idx="195">
                  <c:v>575</c:v>
                </c:pt>
                <c:pt idx="196">
                  <c:v>576</c:v>
                </c:pt>
                <c:pt idx="197">
                  <c:v>577</c:v>
                </c:pt>
                <c:pt idx="198">
                  <c:v>578</c:v>
                </c:pt>
                <c:pt idx="199">
                  <c:v>579</c:v>
                </c:pt>
                <c:pt idx="200">
                  <c:v>580</c:v>
                </c:pt>
                <c:pt idx="201">
                  <c:v>581</c:v>
                </c:pt>
                <c:pt idx="202">
                  <c:v>582</c:v>
                </c:pt>
                <c:pt idx="203">
                  <c:v>583</c:v>
                </c:pt>
                <c:pt idx="204">
                  <c:v>584</c:v>
                </c:pt>
                <c:pt idx="205">
                  <c:v>585</c:v>
                </c:pt>
                <c:pt idx="206">
                  <c:v>586</c:v>
                </c:pt>
                <c:pt idx="207">
                  <c:v>587</c:v>
                </c:pt>
                <c:pt idx="208">
                  <c:v>588</c:v>
                </c:pt>
                <c:pt idx="209">
                  <c:v>589</c:v>
                </c:pt>
                <c:pt idx="210">
                  <c:v>590</c:v>
                </c:pt>
                <c:pt idx="211">
                  <c:v>591</c:v>
                </c:pt>
                <c:pt idx="212">
                  <c:v>592</c:v>
                </c:pt>
                <c:pt idx="213">
                  <c:v>593</c:v>
                </c:pt>
                <c:pt idx="214">
                  <c:v>594</c:v>
                </c:pt>
                <c:pt idx="215">
                  <c:v>595</c:v>
                </c:pt>
                <c:pt idx="216">
                  <c:v>596</c:v>
                </c:pt>
                <c:pt idx="217">
                  <c:v>597</c:v>
                </c:pt>
                <c:pt idx="218">
                  <c:v>598</c:v>
                </c:pt>
                <c:pt idx="219">
                  <c:v>599</c:v>
                </c:pt>
                <c:pt idx="220">
                  <c:v>600</c:v>
                </c:pt>
              </c:numCache>
            </c:numRef>
          </c:cat>
          <c:val>
            <c:numRef>
              <c:f>Sheet1!$N$2:$N$222</c:f>
              <c:numCache>
                <c:formatCode>General</c:formatCode>
                <c:ptCount val="221"/>
                <c:pt idx="0">
                  <c:v>2.7985259999999998E-5</c:v>
                </c:pt>
                <c:pt idx="1">
                  <c:v>3.044571E-5</c:v>
                </c:pt>
                <c:pt idx="2">
                  <c:v>2.7676110000000002E-5</c:v>
                </c:pt>
                <c:pt idx="3">
                  <c:v>2.5539100000000001E-5</c:v>
                </c:pt>
                <c:pt idx="4">
                  <c:v>2.115824E-5</c:v>
                </c:pt>
                <c:pt idx="5">
                  <c:v>1.737647E-5</c:v>
                </c:pt>
                <c:pt idx="6">
                  <c:v>1.9434300000000001E-5</c:v>
                </c:pt>
                <c:pt idx="7">
                  <c:v>1.939495E-5</c:v>
                </c:pt>
                <c:pt idx="8">
                  <c:v>1.8792420000000001E-5</c:v>
                </c:pt>
                <c:pt idx="9">
                  <c:v>1.54056E-5</c:v>
                </c:pt>
                <c:pt idx="10">
                  <c:v>1.378326E-5</c:v>
                </c:pt>
                <c:pt idx="11">
                  <c:v>1.287244E-5</c:v>
                </c:pt>
                <c:pt idx="12">
                  <c:v>1.377629E-5</c:v>
                </c:pt>
                <c:pt idx="13">
                  <c:v>1.106641E-5</c:v>
                </c:pt>
                <c:pt idx="14">
                  <c:v>1.079986E-5</c:v>
                </c:pt>
                <c:pt idx="15">
                  <c:v>1.3002299999999999E-5</c:v>
                </c:pt>
                <c:pt idx="16">
                  <c:v>1.091317E-5</c:v>
                </c:pt>
                <c:pt idx="17">
                  <c:v>9.2428239999999997E-6</c:v>
                </c:pt>
                <c:pt idx="18">
                  <c:v>9.8011729999999997E-6</c:v>
                </c:pt>
                <c:pt idx="19">
                  <c:v>1.0247830000000001E-5</c:v>
                </c:pt>
                <c:pt idx="20">
                  <c:v>1.019195E-5</c:v>
                </c:pt>
                <c:pt idx="21">
                  <c:v>8.6801470000000004E-6</c:v>
                </c:pt>
                <c:pt idx="22">
                  <c:v>1.0116480000000001E-5</c:v>
                </c:pt>
                <c:pt idx="23">
                  <c:v>7.5851069999999996E-6</c:v>
                </c:pt>
                <c:pt idx="24">
                  <c:v>6.9938650000000002E-6</c:v>
                </c:pt>
                <c:pt idx="25">
                  <c:v>7.9732160000000006E-6</c:v>
                </c:pt>
                <c:pt idx="26">
                  <c:v>5.7795910000000001E-6</c:v>
                </c:pt>
                <c:pt idx="27">
                  <c:v>5.5866640000000001E-6</c:v>
                </c:pt>
                <c:pt idx="28">
                  <c:v>6.8186049999999997E-6</c:v>
                </c:pt>
                <c:pt idx="29">
                  <c:v>6.2230880000000003E-6</c:v>
                </c:pt>
                <c:pt idx="30">
                  <c:v>4.9975059999999998E-6</c:v>
                </c:pt>
                <c:pt idx="31">
                  <c:v>4.3597209999999999E-6</c:v>
                </c:pt>
                <c:pt idx="32">
                  <c:v>4.9259149999999999E-6</c:v>
                </c:pt>
                <c:pt idx="33">
                  <c:v>4.1634279999999997E-6</c:v>
                </c:pt>
                <c:pt idx="34">
                  <c:v>5.6509889999999997E-6</c:v>
                </c:pt>
                <c:pt idx="35">
                  <c:v>5.9055929999999999E-6</c:v>
                </c:pt>
                <c:pt idx="36">
                  <c:v>5.8135520000000001E-6</c:v>
                </c:pt>
                <c:pt idx="37">
                  <c:v>4.9448679999999998E-6</c:v>
                </c:pt>
                <c:pt idx="38">
                  <c:v>5.1002190000000002E-6</c:v>
                </c:pt>
                <c:pt idx="39">
                  <c:v>5.1867489999999997E-6</c:v>
                </c:pt>
                <c:pt idx="40">
                  <c:v>6.6524199999999997E-6</c:v>
                </c:pt>
                <c:pt idx="41">
                  <c:v>4.6711269999999997E-6</c:v>
                </c:pt>
                <c:pt idx="42">
                  <c:v>5.3147979999999999E-6</c:v>
                </c:pt>
                <c:pt idx="43">
                  <c:v>5.4267619999999997E-6</c:v>
                </c:pt>
                <c:pt idx="44">
                  <c:v>5.3901840000000001E-6</c:v>
                </c:pt>
                <c:pt idx="45">
                  <c:v>3.0065100000000002E-6</c:v>
                </c:pt>
                <c:pt idx="46">
                  <c:v>5.5588059999999998E-6</c:v>
                </c:pt>
                <c:pt idx="47">
                  <c:v>3.7403960000000001E-6</c:v>
                </c:pt>
                <c:pt idx="48">
                  <c:v>4.3932910000000003E-6</c:v>
                </c:pt>
                <c:pt idx="49">
                  <c:v>5.5954499999999999E-6</c:v>
                </c:pt>
                <c:pt idx="50">
                  <c:v>5.4776160000000003E-6</c:v>
                </c:pt>
                <c:pt idx="51">
                  <c:v>6.4495039999999999E-6</c:v>
                </c:pt>
                <c:pt idx="52">
                  <c:v>5.2393059999999997E-6</c:v>
                </c:pt>
                <c:pt idx="53">
                  <c:v>3.5077880000000002E-6</c:v>
                </c:pt>
                <c:pt idx="54">
                  <c:v>4.7028180000000002E-6</c:v>
                </c:pt>
                <c:pt idx="55">
                  <c:v>5.8205060000000002E-6</c:v>
                </c:pt>
                <c:pt idx="56">
                  <c:v>5.6567189999999999E-6</c:v>
                </c:pt>
                <c:pt idx="57">
                  <c:v>3.951085E-6</c:v>
                </c:pt>
                <c:pt idx="58">
                  <c:v>5.5575669999999997E-6</c:v>
                </c:pt>
                <c:pt idx="59">
                  <c:v>4.6798779999999997E-6</c:v>
                </c:pt>
                <c:pt idx="60">
                  <c:v>4.30301E-6</c:v>
                </c:pt>
                <c:pt idx="61">
                  <c:v>4.3278429999999996E-6</c:v>
                </c:pt>
                <c:pt idx="62">
                  <c:v>5.4077820000000001E-6</c:v>
                </c:pt>
                <c:pt idx="63">
                  <c:v>5.0555680000000003E-6</c:v>
                </c:pt>
                <c:pt idx="64">
                  <c:v>5.8206889999999999E-6</c:v>
                </c:pt>
                <c:pt idx="65">
                  <c:v>5.5548310000000004E-6</c:v>
                </c:pt>
                <c:pt idx="66">
                  <c:v>5.8395679999999999E-6</c:v>
                </c:pt>
                <c:pt idx="67">
                  <c:v>6.0125160000000001E-6</c:v>
                </c:pt>
                <c:pt idx="68">
                  <c:v>5.9135170000000001E-6</c:v>
                </c:pt>
                <c:pt idx="69">
                  <c:v>6.7909329999999999E-6</c:v>
                </c:pt>
                <c:pt idx="70">
                  <c:v>6.1995410000000002E-6</c:v>
                </c:pt>
                <c:pt idx="71">
                  <c:v>5.9074210000000003E-6</c:v>
                </c:pt>
                <c:pt idx="72">
                  <c:v>7.1445909999999997E-6</c:v>
                </c:pt>
                <c:pt idx="73">
                  <c:v>7.2132270000000004E-6</c:v>
                </c:pt>
                <c:pt idx="74">
                  <c:v>7.4556399999999997E-6</c:v>
                </c:pt>
                <c:pt idx="75">
                  <c:v>9.3233689999999997E-6</c:v>
                </c:pt>
                <c:pt idx="76">
                  <c:v>8.9521399999999996E-6</c:v>
                </c:pt>
                <c:pt idx="77">
                  <c:v>8.6708059999999998E-6</c:v>
                </c:pt>
                <c:pt idx="78">
                  <c:v>1.0221310000000001E-5</c:v>
                </c:pt>
                <c:pt idx="79">
                  <c:v>1.07638E-5</c:v>
                </c:pt>
                <c:pt idx="80">
                  <c:v>1.197031E-5</c:v>
                </c:pt>
                <c:pt idx="81">
                  <c:v>1.301626E-5</c:v>
                </c:pt>
                <c:pt idx="82">
                  <c:v>1.3372039999999999E-5</c:v>
                </c:pt>
                <c:pt idx="83">
                  <c:v>1.422938E-5</c:v>
                </c:pt>
                <c:pt idx="84">
                  <c:v>1.6465080000000001E-5</c:v>
                </c:pt>
                <c:pt idx="85">
                  <c:v>1.7049879999999999E-5</c:v>
                </c:pt>
                <c:pt idx="86">
                  <c:v>1.961818E-5</c:v>
                </c:pt>
                <c:pt idx="87">
                  <c:v>2.175896E-5</c:v>
                </c:pt>
                <c:pt idx="88">
                  <c:v>2.4278310000000002E-5</c:v>
                </c:pt>
                <c:pt idx="89">
                  <c:v>2.5734109999999999E-5</c:v>
                </c:pt>
                <c:pt idx="90">
                  <c:v>2.834422E-5</c:v>
                </c:pt>
                <c:pt idx="91">
                  <c:v>3.4184499999999998E-5</c:v>
                </c:pt>
                <c:pt idx="92">
                  <c:v>3.8722790000000001E-5</c:v>
                </c:pt>
                <c:pt idx="93">
                  <c:v>4.2676850000000001E-5</c:v>
                </c:pt>
                <c:pt idx="94">
                  <c:v>4.8153769999999998E-5</c:v>
                </c:pt>
                <c:pt idx="95">
                  <c:v>5.5785580000000002E-5</c:v>
                </c:pt>
                <c:pt idx="96">
                  <c:v>6.2608760000000007E-5</c:v>
                </c:pt>
                <c:pt idx="97">
                  <c:v>6.9419700000000002E-5</c:v>
                </c:pt>
                <c:pt idx="98">
                  <c:v>7.8448259999999996E-5</c:v>
                </c:pt>
                <c:pt idx="99">
                  <c:v>9.1709389999999999E-5</c:v>
                </c:pt>
                <c:pt idx="100">
                  <c:v>1.015109E-4</c:v>
                </c:pt>
                <c:pt idx="101">
                  <c:v>1.153305E-4</c:v>
                </c:pt>
                <c:pt idx="102">
                  <c:v>1.313431E-4</c:v>
                </c:pt>
                <c:pt idx="103">
                  <c:v>1.486379E-4</c:v>
                </c:pt>
                <c:pt idx="104">
                  <c:v>1.6743239999999999E-4</c:v>
                </c:pt>
                <c:pt idx="105">
                  <c:v>1.915668E-4</c:v>
                </c:pt>
                <c:pt idx="106">
                  <c:v>2.1665789999999999E-4</c:v>
                </c:pt>
                <c:pt idx="107">
                  <c:v>2.4532519999999997E-4</c:v>
                </c:pt>
                <c:pt idx="108">
                  <c:v>2.794222E-4</c:v>
                </c:pt>
                <c:pt idx="109">
                  <c:v>3.1794769999999998E-4</c:v>
                </c:pt>
                <c:pt idx="110">
                  <c:v>3.5947909999999999E-4</c:v>
                </c:pt>
                <c:pt idx="111">
                  <c:v>4.0794289999999999E-4</c:v>
                </c:pt>
                <c:pt idx="112">
                  <c:v>4.618278E-4</c:v>
                </c:pt>
                <c:pt idx="113">
                  <c:v>5.250106E-4</c:v>
                </c:pt>
                <c:pt idx="114">
                  <c:v>5.9336410000000001E-4</c:v>
                </c:pt>
                <c:pt idx="115">
                  <c:v>6.6746890000000004E-4</c:v>
                </c:pt>
                <c:pt idx="116">
                  <c:v>7.5038139999999997E-4</c:v>
                </c:pt>
                <c:pt idx="117">
                  <c:v>8.4115359999999996E-4</c:v>
                </c:pt>
                <c:pt idx="118">
                  <c:v>9.4797429999999997E-4</c:v>
                </c:pt>
                <c:pt idx="119">
                  <c:v>1.0603539999999999E-3</c:v>
                </c:pt>
                <c:pt idx="120">
                  <c:v>1.178651E-3</c:v>
                </c:pt>
                <c:pt idx="121">
                  <c:v>1.31076E-3</c:v>
                </c:pt>
                <c:pt idx="122">
                  <c:v>1.450954E-3</c:v>
                </c:pt>
                <c:pt idx="123">
                  <c:v>1.605476E-3</c:v>
                </c:pt>
                <c:pt idx="124">
                  <c:v>1.758112E-3</c:v>
                </c:pt>
                <c:pt idx="125">
                  <c:v>1.9324399999999999E-3</c:v>
                </c:pt>
                <c:pt idx="126">
                  <c:v>2.1174969999999999E-3</c:v>
                </c:pt>
                <c:pt idx="127">
                  <c:v>2.2987810000000002E-3</c:v>
                </c:pt>
                <c:pt idx="128">
                  <c:v>2.4821769999999999E-3</c:v>
                </c:pt>
                <c:pt idx="129">
                  <c:v>2.6721010000000001E-3</c:v>
                </c:pt>
                <c:pt idx="130">
                  <c:v>2.8758630000000002E-3</c:v>
                </c:pt>
                <c:pt idx="131">
                  <c:v>3.0584459999999998E-3</c:v>
                </c:pt>
                <c:pt idx="132">
                  <c:v>3.2440250000000002E-3</c:v>
                </c:pt>
                <c:pt idx="133">
                  <c:v>3.4328649999999998E-3</c:v>
                </c:pt>
                <c:pt idx="134">
                  <c:v>3.6139869999999999E-3</c:v>
                </c:pt>
                <c:pt idx="135">
                  <c:v>3.7938989999999999E-3</c:v>
                </c:pt>
                <c:pt idx="136">
                  <c:v>3.960224E-3</c:v>
                </c:pt>
                <c:pt idx="137">
                  <c:v>4.1049570000000002E-3</c:v>
                </c:pt>
                <c:pt idx="138">
                  <c:v>4.2301630000000003E-3</c:v>
                </c:pt>
                <c:pt idx="139">
                  <c:v>4.3489590000000003E-3</c:v>
                </c:pt>
                <c:pt idx="140">
                  <c:v>4.4143189999999999E-3</c:v>
                </c:pt>
                <c:pt idx="141">
                  <c:v>4.4684770000000002E-3</c:v>
                </c:pt>
                <c:pt idx="142">
                  <c:v>4.5099119999999996E-3</c:v>
                </c:pt>
                <c:pt idx="143">
                  <c:v>4.5163900000000003E-3</c:v>
                </c:pt>
                <c:pt idx="144">
                  <c:v>4.5043899999999996E-3</c:v>
                </c:pt>
                <c:pt idx="145">
                  <c:v>4.4747620000000002E-3</c:v>
                </c:pt>
                <c:pt idx="146">
                  <c:v>4.40677E-3</c:v>
                </c:pt>
                <c:pt idx="147">
                  <c:v>4.3153209999999996E-3</c:v>
                </c:pt>
                <c:pt idx="148">
                  <c:v>4.2114759999999996E-3</c:v>
                </c:pt>
                <c:pt idx="149">
                  <c:v>4.0878700000000004E-3</c:v>
                </c:pt>
                <c:pt idx="150">
                  <c:v>3.9438650000000004E-3</c:v>
                </c:pt>
                <c:pt idx="151">
                  <c:v>3.7835009999999999E-3</c:v>
                </c:pt>
                <c:pt idx="152">
                  <c:v>3.6235759999999999E-3</c:v>
                </c:pt>
                <c:pt idx="153">
                  <c:v>3.4659220000000002E-3</c:v>
                </c:pt>
                <c:pt idx="154">
                  <c:v>3.2961399999999999E-3</c:v>
                </c:pt>
                <c:pt idx="155">
                  <c:v>3.1211400000000001E-3</c:v>
                </c:pt>
                <c:pt idx="156">
                  <c:v>2.9382750000000002E-3</c:v>
                </c:pt>
                <c:pt idx="157">
                  <c:v>2.7780029999999998E-3</c:v>
                </c:pt>
                <c:pt idx="158">
                  <c:v>2.6114409999999999E-3</c:v>
                </c:pt>
                <c:pt idx="159">
                  <c:v>2.456869E-3</c:v>
                </c:pt>
                <c:pt idx="160">
                  <c:v>2.3120279999999998E-3</c:v>
                </c:pt>
                <c:pt idx="161">
                  <c:v>2.1774989999999998E-3</c:v>
                </c:pt>
                <c:pt idx="162">
                  <c:v>2.056141E-3</c:v>
                </c:pt>
                <c:pt idx="163">
                  <c:v>1.934615E-3</c:v>
                </c:pt>
                <c:pt idx="164">
                  <c:v>1.8279150000000001E-3</c:v>
                </c:pt>
                <c:pt idx="165">
                  <c:v>1.7215749999999999E-3</c:v>
                </c:pt>
                <c:pt idx="166">
                  <c:v>1.629566E-3</c:v>
                </c:pt>
                <c:pt idx="167">
                  <c:v>1.535369E-3</c:v>
                </c:pt>
                <c:pt idx="168">
                  <c:v>1.4476199999999999E-3</c:v>
                </c:pt>
                <c:pt idx="169">
                  <c:v>1.362547E-3</c:v>
                </c:pt>
                <c:pt idx="170">
                  <c:v>1.278642E-3</c:v>
                </c:pt>
                <c:pt idx="171">
                  <c:v>1.2027839999999999E-3</c:v>
                </c:pt>
                <c:pt idx="172">
                  <c:v>1.125898E-3</c:v>
                </c:pt>
                <c:pt idx="173">
                  <c:v>1.0561780000000001E-3</c:v>
                </c:pt>
                <c:pt idx="174">
                  <c:v>9.9065520000000008E-4</c:v>
                </c:pt>
                <c:pt idx="175">
                  <c:v>9.2374980000000002E-4</c:v>
                </c:pt>
                <c:pt idx="176">
                  <c:v>8.5892420000000002E-4</c:v>
                </c:pt>
                <c:pt idx="177">
                  <c:v>8.0615769999999997E-4</c:v>
                </c:pt>
                <c:pt idx="178">
                  <c:v>7.5370109999999999E-4</c:v>
                </c:pt>
                <c:pt idx="179">
                  <c:v>7.0382349999999997E-4</c:v>
                </c:pt>
                <c:pt idx="180">
                  <c:v>6.5448009999999996E-4</c:v>
                </c:pt>
                <c:pt idx="181">
                  <c:v>6.0940379999999995E-4</c:v>
                </c:pt>
                <c:pt idx="182">
                  <c:v>5.7718310000000003E-4</c:v>
                </c:pt>
                <c:pt idx="183">
                  <c:v>5.3757060000000001E-4</c:v>
                </c:pt>
                <c:pt idx="184">
                  <c:v>5.0435339999999995E-4</c:v>
                </c:pt>
                <c:pt idx="185">
                  <c:v>4.705779E-4</c:v>
                </c:pt>
                <c:pt idx="186">
                  <c:v>4.4037949999999997E-4</c:v>
                </c:pt>
                <c:pt idx="187">
                  <c:v>4.1261219999999999E-4</c:v>
                </c:pt>
                <c:pt idx="188">
                  <c:v>3.8802379999999998E-4</c:v>
                </c:pt>
                <c:pt idx="189">
                  <c:v>3.6436459999999998E-4</c:v>
                </c:pt>
                <c:pt idx="190">
                  <c:v>3.4230300000000002E-4</c:v>
                </c:pt>
                <c:pt idx="191">
                  <c:v>3.2210529999999999E-4</c:v>
                </c:pt>
                <c:pt idx="192">
                  <c:v>3.0253309999999999E-4</c:v>
                </c:pt>
                <c:pt idx="193">
                  <c:v>2.8270070000000001E-4</c:v>
                </c:pt>
                <c:pt idx="194">
                  <c:v>2.6788220000000001E-4</c:v>
                </c:pt>
                <c:pt idx="195">
                  <c:v>2.4928990000000001E-4</c:v>
                </c:pt>
                <c:pt idx="196">
                  <c:v>2.361544E-4</c:v>
                </c:pt>
                <c:pt idx="197">
                  <c:v>2.186124E-4</c:v>
                </c:pt>
                <c:pt idx="198">
                  <c:v>2.0632429999999999E-4</c:v>
                </c:pt>
                <c:pt idx="199">
                  <c:v>1.9276779999999999E-4</c:v>
                </c:pt>
                <c:pt idx="200">
                  <c:v>1.7999150000000001E-4</c:v>
                </c:pt>
                <c:pt idx="201">
                  <c:v>1.6872790000000001E-4</c:v>
                </c:pt>
                <c:pt idx="202">
                  <c:v>1.573496E-4</c:v>
                </c:pt>
                <c:pt idx="203">
                  <c:v>1.477509E-4</c:v>
                </c:pt>
                <c:pt idx="204">
                  <c:v>1.3855789999999999E-4</c:v>
                </c:pt>
                <c:pt idx="205">
                  <c:v>1.279392E-4</c:v>
                </c:pt>
                <c:pt idx="206">
                  <c:v>1.230631E-4</c:v>
                </c:pt>
                <c:pt idx="207">
                  <c:v>1.154881E-4</c:v>
                </c:pt>
                <c:pt idx="208">
                  <c:v>1.073925E-4</c:v>
                </c:pt>
                <c:pt idx="209">
                  <c:v>1.004471E-4</c:v>
                </c:pt>
                <c:pt idx="210">
                  <c:v>9.6796369999999998E-5</c:v>
                </c:pt>
                <c:pt idx="211">
                  <c:v>8.9711160000000007E-5</c:v>
                </c:pt>
                <c:pt idx="212">
                  <c:v>8.713192E-5</c:v>
                </c:pt>
                <c:pt idx="213">
                  <c:v>8.262245E-5</c:v>
                </c:pt>
                <c:pt idx="214">
                  <c:v>7.8146049999999997E-5</c:v>
                </c:pt>
                <c:pt idx="215">
                  <c:v>7.2918019999999997E-5</c:v>
                </c:pt>
                <c:pt idx="216">
                  <c:v>6.8942819999999995E-5</c:v>
                </c:pt>
                <c:pt idx="217">
                  <c:v>6.5686170000000006E-5</c:v>
                </c:pt>
                <c:pt idx="218">
                  <c:v>6.2310109999999999E-5</c:v>
                </c:pt>
                <c:pt idx="219">
                  <c:v>5.9598870000000001E-5</c:v>
                </c:pt>
                <c:pt idx="220">
                  <c:v>5.6353500000000002E-5</c:v>
                </c:pt>
              </c:numCache>
            </c:numRef>
          </c:val>
          <c:smooth val="0"/>
          <c:extLst>
            <c:ext xmlns:c16="http://schemas.microsoft.com/office/drawing/2014/chart" uri="{C3380CC4-5D6E-409C-BE32-E72D297353CC}">
              <c16:uniqueId val="{00000001-C22B-4D7C-9A40-E08A652200B8}"/>
            </c:ext>
          </c:extLst>
        </c:ser>
        <c:ser>
          <c:idx val="2"/>
          <c:order val="2"/>
          <c:tx>
            <c:strRef>
              <c:f>Sheet1!$O$1</c:f>
              <c:strCache>
                <c:ptCount val="1"/>
                <c:pt idx="0">
                  <c:v>G217.2</c:v>
                </c:pt>
              </c:strCache>
            </c:strRef>
          </c:tx>
          <c:spPr>
            <a:ln w="28575" cap="rnd">
              <a:solidFill>
                <a:schemeClr val="accent6"/>
              </a:solidFill>
              <a:round/>
            </a:ln>
            <a:effectLst/>
          </c:spPr>
          <c:marker>
            <c:symbol val="none"/>
          </c:marker>
          <c:cat>
            <c:numRef>
              <c:f>Sheet1!$L$2:$L$222</c:f>
              <c:numCache>
                <c:formatCode>General</c:formatCode>
                <c:ptCount val="221"/>
                <c:pt idx="0">
                  <c:v>380</c:v>
                </c:pt>
                <c:pt idx="1">
                  <c:v>381</c:v>
                </c:pt>
                <c:pt idx="2">
                  <c:v>382</c:v>
                </c:pt>
                <c:pt idx="3">
                  <c:v>383</c:v>
                </c:pt>
                <c:pt idx="4">
                  <c:v>384</c:v>
                </c:pt>
                <c:pt idx="5">
                  <c:v>385</c:v>
                </c:pt>
                <c:pt idx="6">
                  <c:v>386</c:v>
                </c:pt>
                <c:pt idx="7">
                  <c:v>387</c:v>
                </c:pt>
                <c:pt idx="8">
                  <c:v>388</c:v>
                </c:pt>
                <c:pt idx="9">
                  <c:v>389</c:v>
                </c:pt>
                <c:pt idx="10">
                  <c:v>390</c:v>
                </c:pt>
                <c:pt idx="11">
                  <c:v>391</c:v>
                </c:pt>
                <c:pt idx="12">
                  <c:v>392</c:v>
                </c:pt>
                <c:pt idx="13">
                  <c:v>393</c:v>
                </c:pt>
                <c:pt idx="14">
                  <c:v>394</c:v>
                </c:pt>
                <c:pt idx="15">
                  <c:v>395</c:v>
                </c:pt>
                <c:pt idx="16">
                  <c:v>396</c:v>
                </c:pt>
                <c:pt idx="17">
                  <c:v>397</c:v>
                </c:pt>
                <c:pt idx="18">
                  <c:v>398</c:v>
                </c:pt>
                <c:pt idx="19">
                  <c:v>399</c:v>
                </c:pt>
                <c:pt idx="20">
                  <c:v>400</c:v>
                </c:pt>
                <c:pt idx="21">
                  <c:v>401</c:v>
                </c:pt>
                <c:pt idx="22">
                  <c:v>402</c:v>
                </c:pt>
                <c:pt idx="23">
                  <c:v>403</c:v>
                </c:pt>
                <c:pt idx="24">
                  <c:v>404</c:v>
                </c:pt>
                <c:pt idx="25">
                  <c:v>405</c:v>
                </c:pt>
                <c:pt idx="26">
                  <c:v>406</c:v>
                </c:pt>
                <c:pt idx="27">
                  <c:v>407</c:v>
                </c:pt>
                <c:pt idx="28">
                  <c:v>408</c:v>
                </c:pt>
                <c:pt idx="29">
                  <c:v>409</c:v>
                </c:pt>
                <c:pt idx="30">
                  <c:v>410</c:v>
                </c:pt>
                <c:pt idx="31">
                  <c:v>411</c:v>
                </c:pt>
                <c:pt idx="32">
                  <c:v>412</c:v>
                </c:pt>
                <c:pt idx="33">
                  <c:v>413</c:v>
                </c:pt>
                <c:pt idx="34">
                  <c:v>414</c:v>
                </c:pt>
                <c:pt idx="35">
                  <c:v>415</c:v>
                </c:pt>
                <c:pt idx="36">
                  <c:v>416</c:v>
                </c:pt>
                <c:pt idx="37">
                  <c:v>417</c:v>
                </c:pt>
                <c:pt idx="38">
                  <c:v>418</c:v>
                </c:pt>
                <c:pt idx="39">
                  <c:v>419</c:v>
                </c:pt>
                <c:pt idx="40">
                  <c:v>420</c:v>
                </c:pt>
                <c:pt idx="41">
                  <c:v>421</c:v>
                </c:pt>
                <c:pt idx="42">
                  <c:v>422</c:v>
                </c:pt>
                <c:pt idx="43">
                  <c:v>423</c:v>
                </c:pt>
                <c:pt idx="44">
                  <c:v>424</c:v>
                </c:pt>
                <c:pt idx="45">
                  <c:v>425</c:v>
                </c:pt>
                <c:pt idx="46">
                  <c:v>426</c:v>
                </c:pt>
                <c:pt idx="47">
                  <c:v>427</c:v>
                </c:pt>
                <c:pt idx="48">
                  <c:v>428</c:v>
                </c:pt>
                <c:pt idx="49">
                  <c:v>429</c:v>
                </c:pt>
                <c:pt idx="50">
                  <c:v>430</c:v>
                </c:pt>
                <c:pt idx="51">
                  <c:v>431</c:v>
                </c:pt>
                <c:pt idx="52">
                  <c:v>432</c:v>
                </c:pt>
                <c:pt idx="53">
                  <c:v>433</c:v>
                </c:pt>
                <c:pt idx="54">
                  <c:v>434</c:v>
                </c:pt>
                <c:pt idx="55">
                  <c:v>435</c:v>
                </c:pt>
                <c:pt idx="56">
                  <c:v>436</c:v>
                </c:pt>
                <c:pt idx="57">
                  <c:v>437</c:v>
                </c:pt>
                <c:pt idx="58">
                  <c:v>438</c:v>
                </c:pt>
                <c:pt idx="59">
                  <c:v>439</c:v>
                </c:pt>
                <c:pt idx="60">
                  <c:v>440</c:v>
                </c:pt>
                <c:pt idx="61">
                  <c:v>441</c:v>
                </c:pt>
                <c:pt idx="62">
                  <c:v>442</c:v>
                </c:pt>
                <c:pt idx="63">
                  <c:v>443</c:v>
                </c:pt>
                <c:pt idx="64">
                  <c:v>444</c:v>
                </c:pt>
                <c:pt idx="65">
                  <c:v>445</c:v>
                </c:pt>
                <c:pt idx="66">
                  <c:v>446</c:v>
                </c:pt>
                <c:pt idx="67">
                  <c:v>447</c:v>
                </c:pt>
                <c:pt idx="68">
                  <c:v>448</c:v>
                </c:pt>
                <c:pt idx="69">
                  <c:v>449</c:v>
                </c:pt>
                <c:pt idx="70">
                  <c:v>450</c:v>
                </c:pt>
                <c:pt idx="71">
                  <c:v>451</c:v>
                </c:pt>
                <c:pt idx="72">
                  <c:v>452</c:v>
                </c:pt>
                <c:pt idx="73">
                  <c:v>453</c:v>
                </c:pt>
                <c:pt idx="74">
                  <c:v>454</c:v>
                </c:pt>
                <c:pt idx="75">
                  <c:v>455</c:v>
                </c:pt>
                <c:pt idx="76">
                  <c:v>456</c:v>
                </c:pt>
                <c:pt idx="77">
                  <c:v>457</c:v>
                </c:pt>
                <c:pt idx="78">
                  <c:v>458</c:v>
                </c:pt>
                <c:pt idx="79">
                  <c:v>459</c:v>
                </c:pt>
                <c:pt idx="80">
                  <c:v>460</c:v>
                </c:pt>
                <c:pt idx="81">
                  <c:v>461</c:v>
                </c:pt>
                <c:pt idx="82">
                  <c:v>462</c:v>
                </c:pt>
                <c:pt idx="83">
                  <c:v>463</c:v>
                </c:pt>
                <c:pt idx="84">
                  <c:v>464</c:v>
                </c:pt>
                <c:pt idx="85">
                  <c:v>465</c:v>
                </c:pt>
                <c:pt idx="86">
                  <c:v>466</c:v>
                </c:pt>
                <c:pt idx="87">
                  <c:v>467</c:v>
                </c:pt>
                <c:pt idx="88">
                  <c:v>468</c:v>
                </c:pt>
                <c:pt idx="89">
                  <c:v>469</c:v>
                </c:pt>
                <c:pt idx="90">
                  <c:v>470</c:v>
                </c:pt>
                <c:pt idx="91">
                  <c:v>471</c:v>
                </c:pt>
                <c:pt idx="92">
                  <c:v>472</c:v>
                </c:pt>
                <c:pt idx="93">
                  <c:v>473</c:v>
                </c:pt>
                <c:pt idx="94">
                  <c:v>474</c:v>
                </c:pt>
                <c:pt idx="95">
                  <c:v>475</c:v>
                </c:pt>
                <c:pt idx="96">
                  <c:v>476</c:v>
                </c:pt>
                <c:pt idx="97">
                  <c:v>477</c:v>
                </c:pt>
                <c:pt idx="98">
                  <c:v>478</c:v>
                </c:pt>
                <c:pt idx="99">
                  <c:v>479</c:v>
                </c:pt>
                <c:pt idx="100">
                  <c:v>480</c:v>
                </c:pt>
                <c:pt idx="101">
                  <c:v>481</c:v>
                </c:pt>
                <c:pt idx="102">
                  <c:v>482</c:v>
                </c:pt>
                <c:pt idx="103">
                  <c:v>483</c:v>
                </c:pt>
                <c:pt idx="104">
                  <c:v>484</c:v>
                </c:pt>
                <c:pt idx="105">
                  <c:v>485</c:v>
                </c:pt>
                <c:pt idx="106">
                  <c:v>486</c:v>
                </c:pt>
                <c:pt idx="107">
                  <c:v>487</c:v>
                </c:pt>
                <c:pt idx="108">
                  <c:v>488</c:v>
                </c:pt>
                <c:pt idx="109">
                  <c:v>489</c:v>
                </c:pt>
                <c:pt idx="110">
                  <c:v>490</c:v>
                </c:pt>
                <c:pt idx="111">
                  <c:v>491</c:v>
                </c:pt>
                <c:pt idx="112">
                  <c:v>492</c:v>
                </c:pt>
                <c:pt idx="113">
                  <c:v>493</c:v>
                </c:pt>
                <c:pt idx="114">
                  <c:v>494</c:v>
                </c:pt>
                <c:pt idx="115">
                  <c:v>495</c:v>
                </c:pt>
                <c:pt idx="116">
                  <c:v>496</c:v>
                </c:pt>
                <c:pt idx="117">
                  <c:v>497</c:v>
                </c:pt>
                <c:pt idx="118">
                  <c:v>498</c:v>
                </c:pt>
                <c:pt idx="119">
                  <c:v>499</c:v>
                </c:pt>
                <c:pt idx="120">
                  <c:v>500</c:v>
                </c:pt>
                <c:pt idx="121">
                  <c:v>501</c:v>
                </c:pt>
                <c:pt idx="122">
                  <c:v>502</c:v>
                </c:pt>
                <c:pt idx="123">
                  <c:v>503</c:v>
                </c:pt>
                <c:pt idx="124">
                  <c:v>504</c:v>
                </c:pt>
                <c:pt idx="125">
                  <c:v>505</c:v>
                </c:pt>
                <c:pt idx="126">
                  <c:v>506</c:v>
                </c:pt>
                <c:pt idx="127">
                  <c:v>507</c:v>
                </c:pt>
                <c:pt idx="128">
                  <c:v>508</c:v>
                </c:pt>
                <c:pt idx="129">
                  <c:v>509</c:v>
                </c:pt>
                <c:pt idx="130">
                  <c:v>510</c:v>
                </c:pt>
                <c:pt idx="131">
                  <c:v>511</c:v>
                </c:pt>
                <c:pt idx="132">
                  <c:v>512</c:v>
                </c:pt>
                <c:pt idx="133">
                  <c:v>513</c:v>
                </c:pt>
                <c:pt idx="134">
                  <c:v>514</c:v>
                </c:pt>
                <c:pt idx="135">
                  <c:v>515</c:v>
                </c:pt>
                <c:pt idx="136">
                  <c:v>516</c:v>
                </c:pt>
                <c:pt idx="137">
                  <c:v>517</c:v>
                </c:pt>
                <c:pt idx="138">
                  <c:v>518</c:v>
                </c:pt>
                <c:pt idx="139">
                  <c:v>519</c:v>
                </c:pt>
                <c:pt idx="140">
                  <c:v>520</c:v>
                </c:pt>
                <c:pt idx="141">
                  <c:v>521</c:v>
                </c:pt>
                <c:pt idx="142">
                  <c:v>522</c:v>
                </c:pt>
                <c:pt idx="143">
                  <c:v>523</c:v>
                </c:pt>
                <c:pt idx="144">
                  <c:v>524</c:v>
                </c:pt>
                <c:pt idx="145">
                  <c:v>525</c:v>
                </c:pt>
                <c:pt idx="146">
                  <c:v>526</c:v>
                </c:pt>
                <c:pt idx="147">
                  <c:v>527</c:v>
                </c:pt>
                <c:pt idx="148">
                  <c:v>528</c:v>
                </c:pt>
                <c:pt idx="149">
                  <c:v>529</c:v>
                </c:pt>
                <c:pt idx="150">
                  <c:v>530</c:v>
                </c:pt>
                <c:pt idx="151">
                  <c:v>531</c:v>
                </c:pt>
                <c:pt idx="152">
                  <c:v>532</c:v>
                </c:pt>
                <c:pt idx="153">
                  <c:v>533</c:v>
                </c:pt>
                <c:pt idx="154">
                  <c:v>534</c:v>
                </c:pt>
                <c:pt idx="155">
                  <c:v>535</c:v>
                </c:pt>
                <c:pt idx="156">
                  <c:v>536</c:v>
                </c:pt>
                <c:pt idx="157">
                  <c:v>537</c:v>
                </c:pt>
                <c:pt idx="158">
                  <c:v>538</c:v>
                </c:pt>
                <c:pt idx="159">
                  <c:v>539</c:v>
                </c:pt>
                <c:pt idx="160">
                  <c:v>540</c:v>
                </c:pt>
                <c:pt idx="161">
                  <c:v>541</c:v>
                </c:pt>
                <c:pt idx="162">
                  <c:v>542</c:v>
                </c:pt>
                <c:pt idx="163">
                  <c:v>543</c:v>
                </c:pt>
                <c:pt idx="164">
                  <c:v>544</c:v>
                </c:pt>
                <c:pt idx="165">
                  <c:v>545</c:v>
                </c:pt>
                <c:pt idx="166">
                  <c:v>546</c:v>
                </c:pt>
                <c:pt idx="167">
                  <c:v>547</c:v>
                </c:pt>
                <c:pt idx="168">
                  <c:v>548</c:v>
                </c:pt>
                <c:pt idx="169">
                  <c:v>549</c:v>
                </c:pt>
                <c:pt idx="170">
                  <c:v>550</c:v>
                </c:pt>
                <c:pt idx="171">
                  <c:v>551</c:v>
                </c:pt>
                <c:pt idx="172">
                  <c:v>552</c:v>
                </c:pt>
                <c:pt idx="173">
                  <c:v>553</c:v>
                </c:pt>
                <c:pt idx="174">
                  <c:v>554</c:v>
                </c:pt>
                <c:pt idx="175">
                  <c:v>555</c:v>
                </c:pt>
                <c:pt idx="176">
                  <c:v>556</c:v>
                </c:pt>
                <c:pt idx="177">
                  <c:v>557</c:v>
                </c:pt>
                <c:pt idx="178">
                  <c:v>558</c:v>
                </c:pt>
                <c:pt idx="179">
                  <c:v>559</c:v>
                </c:pt>
                <c:pt idx="180">
                  <c:v>560</c:v>
                </c:pt>
                <c:pt idx="181">
                  <c:v>561</c:v>
                </c:pt>
                <c:pt idx="182">
                  <c:v>562</c:v>
                </c:pt>
                <c:pt idx="183">
                  <c:v>563</c:v>
                </c:pt>
                <c:pt idx="184">
                  <c:v>564</c:v>
                </c:pt>
                <c:pt idx="185">
                  <c:v>565</c:v>
                </c:pt>
                <c:pt idx="186">
                  <c:v>566</c:v>
                </c:pt>
                <c:pt idx="187">
                  <c:v>567</c:v>
                </c:pt>
                <c:pt idx="188">
                  <c:v>568</c:v>
                </c:pt>
                <c:pt idx="189">
                  <c:v>569</c:v>
                </c:pt>
                <c:pt idx="190">
                  <c:v>570</c:v>
                </c:pt>
                <c:pt idx="191">
                  <c:v>571</c:v>
                </c:pt>
                <c:pt idx="192">
                  <c:v>572</c:v>
                </c:pt>
                <c:pt idx="193">
                  <c:v>573</c:v>
                </c:pt>
                <c:pt idx="194">
                  <c:v>574</c:v>
                </c:pt>
                <c:pt idx="195">
                  <c:v>575</c:v>
                </c:pt>
                <c:pt idx="196">
                  <c:v>576</c:v>
                </c:pt>
                <c:pt idx="197">
                  <c:v>577</c:v>
                </c:pt>
                <c:pt idx="198">
                  <c:v>578</c:v>
                </c:pt>
                <c:pt idx="199">
                  <c:v>579</c:v>
                </c:pt>
                <c:pt idx="200">
                  <c:v>580</c:v>
                </c:pt>
                <c:pt idx="201">
                  <c:v>581</c:v>
                </c:pt>
                <c:pt idx="202">
                  <c:v>582</c:v>
                </c:pt>
                <c:pt idx="203">
                  <c:v>583</c:v>
                </c:pt>
                <c:pt idx="204">
                  <c:v>584</c:v>
                </c:pt>
                <c:pt idx="205">
                  <c:v>585</c:v>
                </c:pt>
                <c:pt idx="206">
                  <c:v>586</c:v>
                </c:pt>
                <c:pt idx="207">
                  <c:v>587</c:v>
                </c:pt>
                <c:pt idx="208">
                  <c:v>588</c:v>
                </c:pt>
                <c:pt idx="209">
                  <c:v>589</c:v>
                </c:pt>
                <c:pt idx="210">
                  <c:v>590</c:v>
                </c:pt>
                <c:pt idx="211">
                  <c:v>591</c:v>
                </c:pt>
                <c:pt idx="212">
                  <c:v>592</c:v>
                </c:pt>
                <c:pt idx="213">
                  <c:v>593</c:v>
                </c:pt>
                <c:pt idx="214">
                  <c:v>594</c:v>
                </c:pt>
                <c:pt idx="215">
                  <c:v>595</c:v>
                </c:pt>
                <c:pt idx="216">
                  <c:v>596</c:v>
                </c:pt>
                <c:pt idx="217">
                  <c:v>597</c:v>
                </c:pt>
                <c:pt idx="218">
                  <c:v>598</c:v>
                </c:pt>
                <c:pt idx="219">
                  <c:v>599</c:v>
                </c:pt>
                <c:pt idx="220">
                  <c:v>600</c:v>
                </c:pt>
              </c:numCache>
            </c:numRef>
          </c:cat>
          <c:val>
            <c:numRef>
              <c:f>Sheet1!$O$2:$O$222</c:f>
              <c:numCache>
                <c:formatCode>General</c:formatCode>
                <c:ptCount val="221"/>
                <c:pt idx="0">
                  <c:v>8.6256589999999996E-5</c:v>
                </c:pt>
                <c:pt idx="1">
                  <c:v>8.1044049999999995E-5</c:v>
                </c:pt>
                <c:pt idx="2">
                  <c:v>7.0224110000000005E-5</c:v>
                </c:pt>
                <c:pt idx="3">
                  <c:v>6.6658700000000006E-5</c:v>
                </c:pt>
                <c:pt idx="4">
                  <c:v>5.4095670000000002E-5</c:v>
                </c:pt>
                <c:pt idx="5">
                  <c:v>5.4621730000000001E-5</c:v>
                </c:pt>
                <c:pt idx="6">
                  <c:v>4.8614749999999997E-5</c:v>
                </c:pt>
                <c:pt idx="7">
                  <c:v>4.4542380000000001E-5</c:v>
                </c:pt>
                <c:pt idx="8">
                  <c:v>4.4814010000000002E-5</c:v>
                </c:pt>
                <c:pt idx="9">
                  <c:v>4.3588540000000001E-5</c:v>
                </c:pt>
                <c:pt idx="10">
                  <c:v>4.0715230000000002E-5</c:v>
                </c:pt>
                <c:pt idx="11">
                  <c:v>3.6489319999999998E-5</c:v>
                </c:pt>
                <c:pt idx="12">
                  <c:v>3.4994350000000001E-5</c:v>
                </c:pt>
                <c:pt idx="13">
                  <c:v>3.5320629999999997E-5</c:v>
                </c:pt>
                <c:pt idx="14">
                  <c:v>3.1314160000000003E-5</c:v>
                </c:pt>
                <c:pt idx="15">
                  <c:v>3.1254819999999999E-5</c:v>
                </c:pt>
                <c:pt idx="16">
                  <c:v>2.9549680000000001E-5</c:v>
                </c:pt>
                <c:pt idx="17">
                  <c:v>2.6428520000000001E-5</c:v>
                </c:pt>
                <c:pt idx="18">
                  <c:v>2.8747870000000001E-5</c:v>
                </c:pt>
                <c:pt idx="19">
                  <c:v>2.5386069999999999E-5</c:v>
                </c:pt>
                <c:pt idx="20">
                  <c:v>2.3430549999999999E-5</c:v>
                </c:pt>
                <c:pt idx="21">
                  <c:v>2.2315679999999999E-5</c:v>
                </c:pt>
                <c:pt idx="22">
                  <c:v>2.3809910000000001E-5</c:v>
                </c:pt>
                <c:pt idx="23">
                  <c:v>2.067261E-5</c:v>
                </c:pt>
                <c:pt idx="24">
                  <c:v>1.8888070000000001E-5</c:v>
                </c:pt>
                <c:pt idx="25">
                  <c:v>1.744622E-5</c:v>
                </c:pt>
                <c:pt idx="26">
                  <c:v>1.9745090000000001E-5</c:v>
                </c:pt>
                <c:pt idx="27">
                  <c:v>1.838251E-5</c:v>
                </c:pt>
                <c:pt idx="28">
                  <c:v>1.931635E-5</c:v>
                </c:pt>
                <c:pt idx="29">
                  <c:v>1.6986890000000001E-5</c:v>
                </c:pt>
                <c:pt idx="30">
                  <c:v>1.6757470000000001E-5</c:v>
                </c:pt>
                <c:pt idx="31">
                  <c:v>1.711701E-5</c:v>
                </c:pt>
                <c:pt idx="32">
                  <c:v>1.5848499999999999E-5</c:v>
                </c:pt>
                <c:pt idx="33">
                  <c:v>1.5725869999999999E-5</c:v>
                </c:pt>
                <c:pt idx="34">
                  <c:v>1.567008E-5</c:v>
                </c:pt>
                <c:pt idx="35">
                  <c:v>1.426612E-5</c:v>
                </c:pt>
                <c:pt idx="36">
                  <c:v>1.617078E-5</c:v>
                </c:pt>
                <c:pt idx="37">
                  <c:v>1.434749E-5</c:v>
                </c:pt>
                <c:pt idx="38">
                  <c:v>1.5742030000000001E-5</c:v>
                </c:pt>
                <c:pt idx="39">
                  <c:v>1.4109810000000001E-5</c:v>
                </c:pt>
                <c:pt idx="40">
                  <c:v>1.520285E-5</c:v>
                </c:pt>
                <c:pt idx="41">
                  <c:v>1.564757E-5</c:v>
                </c:pt>
                <c:pt idx="42">
                  <c:v>1.393839E-5</c:v>
                </c:pt>
                <c:pt idx="43">
                  <c:v>1.34062E-5</c:v>
                </c:pt>
                <c:pt idx="44">
                  <c:v>1.462292E-5</c:v>
                </c:pt>
                <c:pt idx="45">
                  <c:v>1.3966209999999999E-5</c:v>
                </c:pt>
                <c:pt idx="46">
                  <c:v>1.2373499999999999E-5</c:v>
                </c:pt>
                <c:pt idx="47">
                  <c:v>1.289753E-5</c:v>
                </c:pt>
                <c:pt idx="48">
                  <c:v>1.42449E-5</c:v>
                </c:pt>
                <c:pt idx="49">
                  <c:v>1.46383E-5</c:v>
                </c:pt>
                <c:pt idx="50">
                  <c:v>1.2233960000000001E-5</c:v>
                </c:pt>
                <c:pt idx="51">
                  <c:v>1.3314619999999999E-5</c:v>
                </c:pt>
                <c:pt idx="52">
                  <c:v>1.500774E-5</c:v>
                </c:pt>
                <c:pt idx="53">
                  <c:v>1.405377E-5</c:v>
                </c:pt>
                <c:pt idx="54">
                  <c:v>1.310991E-5</c:v>
                </c:pt>
                <c:pt idx="55">
                  <c:v>1.284415E-5</c:v>
                </c:pt>
                <c:pt idx="56">
                  <c:v>1.25645E-5</c:v>
                </c:pt>
                <c:pt idx="57">
                  <c:v>1.188148E-5</c:v>
                </c:pt>
                <c:pt idx="58">
                  <c:v>1.152651E-5</c:v>
                </c:pt>
                <c:pt idx="59">
                  <c:v>1.5259680000000001E-5</c:v>
                </c:pt>
                <c:pt idx="60">
                  <c:v>1.284432E-5</c:v>
                </c:pt>
                <c:pt idx="61">
                  <c:v>1.2776600000000001E-5</c:v>
                </c:pt>
                <c:pt idx="62">
                  <c:v>1.346003E-5</c:v>
                </c:pt>
                <c:pt idx="63">
                  <c:v>1.503428E-5</c:v>
                </c:pt>
                <c:pt idx="64">
                  <c:v>1.582759E-5</c:v>
                </c:pt>
                <c:pt idx="65">
                  <c:v>1.5610440000000002E-5</c:v>
                </c:pt>
                <c:pt idx="66">
                  <c:v>1.29734E-5</c:v>
                </c:pt>
                <c:pt idx="67">
                  <c:v>1.520869E-5</c:v>
                </c:pt>
                <c:pt idx="68">
                  <c:v>1.6721539999999998E-5</c:v>
                </c:pt>
                <c:pt idx="69">
                  <c:v>1.6010930000000002E-5</c:v>
                </c:pt>
                <c:pt idx="70">
                  <c:v>1.6471660000000001E-5</c:v>
                </c:pt>
                <c:pt idx="71">
                  <c:v>1.6363339999999999E-5</c:v>
                </c:pt>
                <c:pt idx="72">
                  <c:v>1.771559E-5</c:v>
                </c:pt>
                <c:pt idx="73">
                  <c:v>1.8458140000000001E-5</c:v>
                </c:pt>
                <c:pt idx="74">
                  <c:v>2.0586030000000001E-5</c:v>
                </c:pt>
                <c:pt idx="75">
                  <c:v>2.1683130000000001E-5</c:v>
                </c:pt>
                <c:pt idx="76">
                  <c:v>2.1780389999999998E-5</c:v>
                </c:pt>
                <c:pt idx="77">
                  <c:v>2.199008E-5</c:v>
                </c:pt>
                <c:pt idx="78">
                  <c:v>2.5598910000000001E-5</c:v>
                </c:pt>
                <c:pt idx="79">
                  <c:v>2.998018E-5</c:v>
                </c:pt>
                <c:pt idx="80">
                  <c:v>3.189735E-5</c:v>
                </c:pt>
                <c:pt idx="81">
                  <c:v>3.4807719999999997E-5</c:v>
                </c:pt>
                <c:pt idx="82">
                  <c:v>3.727329E-5</c:v>
                </c:pt>
                <c:pt idx="83">
                  <c:v>4.0793429999999997E-5</c:v>
                </c:pt>
                <c:pt idx="84">
                  <c:v>4.574515E-5</c:v>
                </c:pt>
                <c:pt idx="85">
                  <c:v>4.9890669999999998E-5</c:v>
                </c:pt>
                <c:pt idx="86">
                  <c:v>5.3778669999999999E-5</c:v>
                </c:pt>
                <c:pt idx="87">
                  <c:v>6.2279629999999994E-5</c:v>
                </c:pt>
                <c:pt idx="88">
                  <c:v>6.9090059999999995E-5</c:v>
                </c:pt>
                <c:pt idx="89">
                  <c:v>7.7891879999999997E-5</c:v>
                </c:pt>
                <c:pt idx="90">
                  <c:v>8.9522640000000005E-5</c:v>
                </c:pt>
                <c:pt idx="91">
                  <c:v>9.9299339999999996E-5</c:v>
                </c:pt>
                <c:pt idx="92">
                  <c:v>1.104481E-4</c:v>
                </c:pt>
                <c:pt idx="93">
                  <c:v>1.2648889999999999E-4</c:v>
                </c:pt>
                <c:pt idx="94">
                  <c:v>1.4558139999999999E-4</c:v>
                </c:pt>
                <c:pt idx="95">
                  <c:v>1.6240800000000001E-4</c:v>
                </c:pt>
                <c:pt idx="96">
                  <c:v>1.8536949999999999E-4</c:v>
                </c:pt>
                <c:pt idx="97">
                  <c:v>2.1115770000000001E-4</c:v>
                </c:pt>
                <c:pt idx="98">
                  <c:v>2.407086E-4</c:v>
                </c:pt>
                <c:pt idx="99">
                  <c:v>2.7204980000000001E-4</c:v>
                </c:pt>
                <c:pt idx="100">
                  <c:v>3.0919500000000001E-4</c:v>
                </c:pt>
                <c:pt idx="101">
                  <c:v>3.5701260000000002E-4</c:v>
                </c:pt>
                <c:pt idx="102">
                  <c:v>4.0110200000000002E-4</c:v>
                </c:pt>
                <c:pt idx="103">
                  <c:v>4.5143979999999999E-4</c:v>
                </c:pt>
                <c:pt idx="104">
                  <c:v>5.1077819999999999E-4</c:v>
                </c:pt>
                <c:pt idx="105">
                  <c:v>5.8541159999999997E-4</c:v>
                </c:pt>
                <c:pt idx="106">
                  <c:v>6.6122570000000001E-4</c:v>
                </c:pt>
                <c:pt idx="107">
                  <c:v>7.5313330000000001E-4</c:v>
                </c:pt>
                <c:pt idx="108">
                  <c:v>8.5524389999999998E-4</c:v>
                </c:pt>
                <c:pt idx="109">
                  <c:v>9.6779780000000001E-4</c:v>
                </c:pt>
                <c:pt idx="110">
                  <c:v>1.097762E-3</c:v>
                </c:pt>
                <c:pt idx="111">
                  <c:v>1.2492E-3</c:v>
                </c:pt>
                <c:pt idx="112">
                  <c:v>1.409521E-3</c:v>
                </c:pt>
                <c:pt idx="113">
                  <c:v>1.591879E-3</c:v>
                </c:pt>
                <c:pt idx="114">
                  <c:v>1.8065690000000001E-3</c:v>
                </c:pt>
                <c:pt idx="115">
                  <c:v>2.03017E-3</c:v>
                </c:pt>
                <c:pt idx="116">
                  <c:v>2.2838609999999999E-3</c:v>
                </c:pt>
                <c:pt idx="117">
                  <c:v>2.5578770000000001E-3</c:v>
                </c:pt>
                <c:pt idx="118">
                  <c:v>2.8606220000000002E-3</c:v>
                </c:pt>
                <c:pt idx="119">
                  <c:v>3.1795009999999999E-3</c:v>
                </c:pt>
                <c:pt idx="120">
                  <c:v>3.5207459999999999E-3</c:v>
                </c:pt>
                <c:pt idx="121">
                  <c:v>3.893114E-3</c:v>
                </c:pt>
                <c:pt idx="122">
                  <c:v>4.3000599999999996E-3</c:v>
                </c:pt>
                <c:pt idx="123">
                  <c:v>4.7134630000000002E-3</c:v>
                </c:pt>
                <c:pt idx="124">
                  <c:v>5.1454150000000004E-3</c:v>
                </c:pt>
                <c:pt idx="125">
                  <c:v>5.5933909999999996E-3</c:v>
                </c:pt>
                <c:pt idx="126">
                  <c:v>6.0791320000000001E-3</c:v>
                </c:pt>
                <c:pt idx="127">
                  <c:v>6.5701070000000004E-3</c:v>
                </c:pt>
                <c:pt idx="128">
                  <c:v>7.0382589999999998E-3</c:v>
                </c:pt>
                <c:pt idx="129">
                  <c:v>7.5119389999999996E-3</c:v>
                </c:pt>
                <c:pt idx="130">
                  <c:v>7.9723199999999998E-3</c:v>
                </c:pt>
                <c:pt idx="131">
                  <c:v>8.4138660000000007E-3</c:v>
                </c:pt>
                <c:pt idx="132">
                  <c:v>8.8273320000000002E-3</c:v>
                </c:pt>
                <c:pt idx="133">
                  <c:v>9.2503789999999995E-3</c:v>
                </c:pt>
                <c:pt idx="134">
                  <c:v>9.6263100000000008E-3</c:v>
                </c:pt>
                <c:pt idx="135">
                  <c:v>9.9756099999999993E-3</c:v>
                </c:pt>
                <c:pt idx="136">
                  <c:v>1.030555E-2</c:v>
                </c:pt>
                <c:pt idx="137">
                  <c:v>1.0556609999999999E-2</c:v>
                </c:pt>
                <c:pt idx="138">
                  <c:v>1.074314E-2</c:v>
                </c:pt>
                <c:pt idx="139">
                  <c:v>1.096638E-2</c:v>
                </c:pt>
                <c:pt idx="140">
                  <c:v>1.100632E-2</c:v>
                </c:pt>
                <c:pt idx="141">
                  <c:v>1.103348E-2</c:v>
                </c:pt>
                <c:pt idx="142">
                  <c:v>1.101772E-2</c:v>
                </c:pt>
                <c:pt idx="143">
                  <c:v>1.094064E-2</c:v>
                </c:pt>
                <c:pt idx="144">
                  <c:v>1.0805179999999999E-2</c:v>
                </c:pt>
                <c:pt idx="145">
                  <c:v>1.0637260000000001E-2</c:v>
                </c:pt>
                <c:pt idx="146">
                  <c:v>1.040247E-2</c:v>
                </c:pt>
                <c:pt idx="147">
                  <c:v>1.01347E-2</c:v>
                </c:pt>
                <c:pt idx="148">
                  <c:v>9.8336389999999999E-3</c:v>
                </c:pt>
                <c:pt idx="149">
                  <c:v>9.477638E-3</c:v>
                </c:pt>
                <c:pt idx="150">
                  <c:v>9.0842809999999996E-3</c:v>
                </c:pt>
                <c:pt idx="151">
                  <c:v>8.7400150000000003E-3</c:v>
                </c:pt>
                <c:pt idx="152">
                  <c:v>8.3169769999999997E-3</c:v>
                </c:pt>
                <c:pt idx="153">
                  <c:v>7.9285710000000006E-3</c:v>
                </c:pt>
                <c:pt idx="154">
                  <c:v>7.5063830000000002E-3</c:v>
                </c:pt>
                <c:pt idx="155">
                  <c:v>7.1055149999999997E-3</c:v>
                </c:pt>
                <c:pt idx="156">
                  <c:v>6.6982120000000003E-3</c:v>
                </c:pt>
                <c:pt idx="157">
                  <c:v>6.318883E-3</c:v>
                </c:pt>
                <c:pt idx="158">
                  <c:v>5.9390509999999999E-3</c:v>
                </c:pt>
                <c:pt idx="159">
                  <c:v>5.5782879999999998E-3</c:v>
                </c:pt>
                <c:pt idx="160">
                  <c:v>5.2442360000000002E-3</c:v>
                </c:pt>
                <c:pt idx="161">
                  <c:v>4.9379300000000001E-3</c:v>
                </c:pt>
                <c:pt idx="162">
                  <c:v>4.6560320000000001E-3</c:v>
                </c:pt>
                <c:pt idx="163">
                  <c:v>4.3830759999999996E-3</c:v>
                </c:pt>
                <c:pt idx="164">
                  <c:v>4.1286830000000002E-3</c:v>
                </c:pt>
                <c:pt idx="165">
                  <c:v>3.8986720000000002E-3</c:v>
                </c:pt>
                <c:pt idx="166">
                  <c:v>3.6660709999999999E-3</c:v>
                </c:pt>
                <c:pt idx="167">
                  <c:v>3.4566359999999999E-3</c:v>
                </c:pt>
                <c:pt idx="168">
                  <c:v>3.2517990000000001E-3</c:v>
                </c:pt>
                <c:pt idx="169">
                  <c:v>3.0657620000000001E-3</c:v>
                </c:pt>
                <c:pt idx="170">
                  <c:v>2.8752119999999998E-3</c:v>
                </c:pt>
                <c:pt idx="171">
                  <c:v>2.6769110000000001E-3</c:v>
                </c:pt>
                <c:pt idx="172">
                  <c:v>2.5204609999999999E-3</c:v>
                </c:pt>
                <c:pt idx="173">
                  <c:v>2.3639329999999999E-3</c:v>
                </c:pt>
                <c:pt idx="174">
                  <c:v>2.201719E-3</c:v>
                </c:pt>
                <c:pt idx="175">
                  <c:v>2.0604360000000001E-3</c:v>
                </c:pt>
                <c:pt idx="176">
                  <c:v>1.9133430000000001E-3</c:v>
                </c:pt>
                <c:pt idx="177">
                  <c:v>1.7981939999999999E-3</c:v>
                </c:pt>
                <c:pt idx="178">
                  <c:v>1.681398E-3</c:v>
                </c:pt>
                <c:pt idx="179">
                  <c:v>1.5664260000000001E-3</c:v>
                </c:pt>
                <c:pt idx="180">
                  <c:v>1.464325E-3</c:v>
                </c:pt>
                <c:pt idx="181">
                  <c:v>1.371766E-3</c:v>
                </c:pt>
                <c:pt idx="182">
                  <c:v>1.274308E-3</c:v>
                </c:pt>
                <c:pt idx="183">
                  <c:v>1.207262E-3</c:v>
                </c:pt>
                <c:pt idx="184">
                  <c:v>1.125629E-3</c:v>
                </c:pt>
                <c:pt idx="185">
                  <c:v>1.0525949999999999E-3</c:v>
                </c:pt>
                <c:pt idx="186">
                  <c:v>9.8117689999999993E-4</c:v>
                </c:pt>
                <c:pt idx="187">
                  <c:v>9.2326449999999998E-4</c:v>
                </c:pt>
                <c:pt idx="188">
                  <c:v>8.6567619999999997E-4</c:v>
                </c:pt>
                <c:pt idx="189">
                  <c:v>8.1055809999999999E-4</c:v>
                </c:pt>
                <c:pt idx="190">
                  <c:v>7.5860999999999995E-4</c:v>
                </c:pt>
                <c:pt idx="191">
                  <c:v>7.1524299999999996E-4</c:v>
                </c:pt>
                <c:pt idx="192">
                  <c:v>6.6926349999999997E-4</c:v>
                </c:pt>
                <c:pt idx="193">
                  <c:v>6.2369029999999998E-4</c:v>
                </c:pt>
                <c:pt idx="194">
                  <c:v>5.9012959999999999E-4</c:v>
                </c:pt>
                <c:pt idx="195">
                  <c:v>5.5416959999999996E-4</c:v>
                </c:pt>
                <c:pt idx="196">
                  <c:v>5.1909299999999998E-4</c:v>
                </c:pt>
                <c:pt idx="197">
                  <c:v>4.828899E-4</c:v>
                </c:pt>
                <c:pt idx="198">
                  <c:v>4.4760740000000001E-4</c:v>
                </c:pt>
                <c:pt idx="199">
                  <c:v>4.2220380000000001E-4</c:v>
                </c:pt>
                <c:pt idx="200">
                  <c:v>3.9385139999999999E-4</c:v>
                </c:pt>
                <c:pt idx="201">
                  <c:v>3.6931909999999999E-4</c:v>
                </c:pt>
                <c:pt idx="202">
                  <c:v>3.455636E-4</c:v>
                </c:pt>
                <c:pt idx="203">
                  <c:v>3.2300189999999999E-4</c:v>
                </c:pt>
                <c:pt idx="204">
                  <c:v>3.0488820000000003E-4</c:v>
                </c:pt>
                <c:pt idx="205">
                  <c:v>2.87259E-4</c:v>
                </c:pt>
                <c:pt idx="206">
                  <c:v>2.696916E-4</c:v>
                </c:pt>
                <c:pt idx="207">
                  <c:v>2.5366020000000002E-4</c:v>
                </c:pt>
                <c:pt idx="208">
                  <c:v>2.344453E-4</c:v>
                </c:pt>
                <c:pt idx="209">
                  <c:v>2.2184630000000001E-4</c:v>
                </c:pt>
                <c:pt idx="210">
                  <c:v>2.089375E-4</c:v>
                </c:pt>
                <c:pt idx="211">
                  <c:v>1.9504759999999999E-4</c:v>
                </c:pt>
                <c:pt idx="212">
                  <c:v>1.84181E-4</c:v>
                </c:pt>
                <c:pt idx="213">
                  <c:v>1.75353E-4</c:v>
                </c:pt>
                <c:pt idx="214">
                  <c:v>1.6546709999999999E-4</c:v>
                </c:pt>
                <c:pt idx="215">
                  <c:v>1.565115E-4</c:v>
                </c:pt>
                <c:pt idx="216">
                  <c:v>1.430878E-4</c:v>
                </c:pt>
                <c:pt idx="217">
                  <c:v>1.3823040000000001E-4</c:v>
                </c:pt>
                <c:pt idx="218">
                  <c:v>1.3311179999999999E-4</c:v>
                </c:pt>
                <c:pt idx="219">
                  <c:v>1.259264E-4</c:v>
                </c:pt>
                <c:pt idx="220">
                  <c:v>1.172257E-4</c:v>
                </c:pt>
              </c:numCache>
            </c:numRef>
          </c:val>
          <c:smooth val="0"/>
          <c:extLst>
            <c:ext xmlns:c16="http://schemas.microsoft.com/office/drawing/2014/chart" uri="{C3380CC4-5D6E-409C-BE32-E72D297353CC}">
              <c16:uniqueId val="{00000002-C22B-4D7C-9A40-E08A652200B8}"/>
            </c:ext>
          </c:extLst>
        </c:ser>
        <c:ser>
          <c:idx val="3"/>
          <c:order val="3"/>
          <c:tx>
            <c:strRef>
              <c:f>Sheet1!$P$1</c:f>
              <c:strCache>
                <c:ptCount val="1"/>
                <c:pt idx="0">
                  <c:v>G310.0</c:v>
                </c:pt>
              </c:strCache>
            </c:strRef>
          </c:tx>
          <c:spPr>
            <a:ln w="28575" cap="rnd">
              <a:solidFill>
                <a:schemeClr val="accent6">
                  <a:lumMod val="60000"/>
                  <a:lumOff val="40000"/>
                </a:schemeClr>
              </a:solidFill>
              <a:round/>
            </a:ln>
            <a:effectLst/>
          </c:spPr>
          <c:marker>
            <c:symbol val="none"/>
          </c:marker>
          <c:cat>
            <c:numRef>
              <c:f>Sheet1!$L$2:$L$222</c:f>
              <c:numCache>
                <c:formatCode>General</c:formatCode>
                <c:ptCount val="221"/>
                <c:pt idx="0">
                  <c:v>380</c:v>
                </c:pt>
                <c:pt idx="1">
                  <c:v>381</c:v>
                </c:pt>
                <c:pt idx="2">
                  <c:v>382</c:v>
                </c:pt>
                <c:pt idx="3">
                  <c:v>383</c:v>
                </c:pt>
                <c:pt idx="4">
                  <c:v>384</c:v>
                </c:pt>
                <c:pt idx="5">
                  <c:v>385</c:v>
                </c:pt>
                <c:pt idx="6">
                  <c:v>386</c:v>
                </c:pt>
                <c:pt idx="7">
                  <c:v>387</c:v>
                </c:pt>
                <c:pt idx="8">
                  <c:v>388</c:v>
                </c:pt>
                <c:pt idx="9">
                  <c:v>389</c:v>
                </c:pt>
                <c:pt idx="10">
                  <c:v>390</c:v>
                </c:pt>
                <c:pt idx="11">
                  <c:v>391</c:v>
                </c:pt>
                <c:pt idx="12">
                  <c:v>392</c:v>
                </c:pt>
                <c:pt idx="13">
                  <c:v>393</c:v>
                </c:pt>
                <c:pt idx="14">
                  <c:v>394</c:v>
                </c:pt>
                <c:pt idx="15">
                  <c:v>395</c:v>
                </c:pt>
                <c:pt idx="16">
                  <c:v>396</c:v>
                </c:pt>
                <c:pt idx="17">
                  <c:v>397</c:v>
                </c:pt>
                <c:pt idx="18">
                  <c:v>398</c:v>
                </c:pt>
                <c:pt idx="19">
                  <c:v>399</c:v>
                </c:pt>
                <c:pt idx="20">
                  <c:v>400</c:v>
                </c:pt>
                <c:pt idx="21">
                  <c:v>401</c:v>
                </c:pt>
                <c:pt idx="22">
                  <c:v>402</c:v>
                </c:pt>
                <c:pt idx="23">
                  <c:v>403</c:v>
                </c:pt>
                <c:pt idx="24">
                  <c:v>404</c:v>
                </c:pt>
                <c:pt idx="25">
                  <c:v>405</c:v>
                </c:pt>
                <c:pt idx="26">
                  <c:v>406</c:v>
                </c:pt>
                <c:pt idx="27">
                  <c:v>407</c:v>
                </c:pt>
                <c:pt idx="28">
                  <c:v>408</c:v>
                </c:pt>
                <c:pt idx="29">
                  <c:v>409</c:v>
                </c:pt>
                <c:pt idx="30">
                  <c:v>410</c:v>
                </c:pt>
                <c:pt idx="31">
                  <c:v>411</c:v>
                </c:pt>
                <c:pt idx="32">
                  <c:v>412</c:v>
                </c:pt>
                <c:pt idx="33">
                  <c:v>413</c:v>
                </c:pt>
                <c:pt idx="34">
                  <c:v>414</c:v>
                </c:pt>
                <c:pt idx="35">
                  <c:v>415</c:v>
                </c:pt>
                <c:pt idx="36">
                  <c:v>416</c:v>
                </c:pt>
                <c:pt idx="37">
                  <c:v>417</c:v>
                </c:pt>
                <c:pt idx="38">
                  <c:v>418</c:v>
                </c:pt>
                <c:pt idx="39">
                  <c:v>419</c:v>
                </c:pt>
                <c:pt idx="40">
                  <c:v>420</c:v>
                </c:pt>
                <c:pt idx="41">
                  <c:v>421</c:v>
                </c:pt>
                <c:pt idx="42">
                  <c:v>422</c:v>
                </c:pt>
                <c:pt idx="43">
                  <c:v>423</c:v>
                </c:pt>
                <c:pt idx="44">
                  <c:v>424</c:v>
                </c:pt>
                <c:pt idx="45">
                  <c:v>425</c:v>
                </c:pt>
                <c:pt idx="46">
                  <c:v>426</c:v>
                </c:pt>
                <c:pt idx="47">
                  <c:v>427</c:v>
                </c:pt>
                <c:pt idx="48">
                  <c:v>428</c:v>
                </c:pt>
                <c:pt idx="49">
                  <c:v>429</c:v>
                </c:pt>
                <c:pt idx="50">
                  <c:v>430</c:v>
                </c:pt>
                <c:pt idx="51">
                  <c:v>431</c:v>
                </c:pt>
                <c:pt idx="52">
                  <c:v>432</c:v>
                </c:pt>
                <c:pt idx="53">
                  <c:v>433</c:v>
                </c:pt>
                <c:pt idx="54">
                  <c:v>434</c:v>
                </c:pt>
                <c:pt idx="55">
                  <c:v>435</c:v>
                </c:pt>
                <c:pt idx="56">
                  <c:v>436</c:v>
                </c:pt>
                <c:pt idx="57">
                  <c:v>437</c:v>
                </c:pt>
                <c:pt idx="58">
                  <c:v>438</c:v>
                </c:pt>
                <c:pt idx="59">
                  <c:v>439</c:v>
                </c:pt>
                <c:pt idx="60">
                  <c:v>440</c:v>
                </c:pt>
                <c:pt idx="61">
                  <c:v>441</c:v>
                </c:pt>
                <c:pt idx="62">
                  <c:v>442</c:v>
                </c:pt>
                <c:pt idx="63">
                  <c:v>443</c:v>
                </c:pt>
                <c:pt idx="64">
                  <c:v>444</c:v>
                </c:pt>
                <c:pt idx="65">
                  <c:v>445</c:v>
                </c:pt>
                <c:pt idx="66">
                  <c:v>446</c:v>
                </c:pt>
                <c:pt idx="67">
                  <c:v>447</c:v>
                </c:pt>
                <c:pt idx="68">
                  <c:v>448</c:v>
                </c:pt>
                <c:pt idx="69">
                  <c:v>449</c:v>
                </c:pt>
                <c:pt idx="70">
                  <c:v>450</c:v>
                </c:pt>
                <c:pt idx="71">
                  <c:v>451</c:v>
                </c:pt>
                <c:pt idx="72">
                  <c:v>452</c:v>
                </c:pt>
                <c:pt idx="73">
                  <c:v>453</c:v>
                </c:pt>
                <c:pt idx="74">
                  <c:v>454</c:v>
                </c:pt>
                <c:pt idx="75">
                  <c:v>455</c:v>
                </c:pt>
                <c:pt idx="76">
                  <c:v>456</c:v>
                </c:pt>
                <c:pt idx="77">
                  <c:v>457</c:v>
                </c:pt>
                <c:pt idx="78">
                  <c:v>458</c:v>
                </c:pt>
                <c:pt idx="79">
                  <c:v>459</c:v>
                </c:pt>
                <c:pt idx="80">
                  <c:v>460</c:v>
                </c:pt>
                <c:pt idx="81">
                  <c:v>461</c:v>
                </c:pt>
                <c:pt idx="82">
                  <c:v>462</c:v>
                </c:pt>
                <c:pt idx="83">
                  <c:v>463</c:v>
                </c:pt>
                <c:pt idx="84">
                  <c:v>464</c:v>
                </c:pt>
                <c:pt idx="85">
                  <c:v>465</c:v>
                </c:pt>
                <c:pt idx="86">
                  <c:v>466</c:v>
                </c:pt>
                <c:pt idx="87">
                  <c:v>467</c:v>
                </c:pt>
                <c:pt idx="88">
                  <c:v>468</c:v>
                </c:pt>
                <c:pt idx="89">
                  <c:v>469</c:v>
                </c:pt>
                <c:pt idx="90">
                  <c:v>470</c:v>
                </c:pt>
                <c:pt idx="91">
                  <c:v>471</c:v>
                </c:pt>
                <c:pt idx="92">
                  <c:v>472</c:v>
                </c:pt>
                <c:pt idx="93">
                  <c:v>473</c:v>
                </c:pt>
                <c:pt idx="94">
                  <c:v>474</c:v>
                </c:pt>
                <c:pt idx="95">
                  <c:v>475</c:v>
                </c:pt>
                <c:pt idx="96">
                  <c:v>476</c:v>
                </c:pt>
                <c:pt idx="97">
                  <c:v>477</c:v>
                </c:pt>
                <c:pt idx="98">
                  <c:v>478</c:v>
                </c:pt>
                <c:pt idx="99">
                  <c:v>479</c:v>
                </c:pt>
                <c:pt idx="100">
                  <c:v>480</c:v>
                </c:pt>
                <c:pt idx="101">
                  <c:v>481</c:v>
                </c:pt>
                <c:pt idx="102">
                  <c:v>482</c:v>
                </c:pt>
                <c:pt idx="103">
                  <c:v>483</c:v>
                </c:pt>
                <c:pt idx="104">
                  <c:v>484</c:v>
                </c:pt>
                <c:pt idx="105">
                  <c:v>485</c:v>
                </c:pt>
                <c:pt idx="106">
                  <c:v>486</c:v>
                </c:pt>
                <c:pt idx="107">
                  <c:v>487</c:v>
                </c:pt>
                <c:pt idx="108">
                  <c:v>488</c:v>
                </c:pt>
                <c:pt idx="109">
                  <c:v>489</c:v>
                </c:pt>
                <c:pt idx="110">
                  <c:v>490</c:v>
                </c:pt>
                <c:pt idx="111">
                  <c:v>491</c:v>
                </c:pt>
                <c:pt idx="112">
                  <c:v>492</c:v>
                </c:pt>
                <c:pt idx="113">
                  <c:v>493</c:v>
                </c:pt>
                <c:pt idx="114">
                  <c:v>494</c:v>
                </c:pt>
                <c:pt idx="115">
                  <c:v>495</c:v>
                </c:pt>
                <c:pt idx="116">
                  <c:v>496</c:v>
                </c:pt>
                <c:pt idx="117">
                  <c:v>497</c:v>
                </c:pt>
                <c:pt idx="118">
                  <c:v>498</c:v>
                </c:pt>
                <c:pt idx="119">
                  <c:v>499</c:v>
                </c:pt>
                <c:pt idx="120">
                  <c:v>500</c:v>
                </c:pt>
                <c:pt idx="121">
                  <c:v>501</c:v>
                </c:pt>
                <c:pt idx="122">
                  <c:v>502</c:v>
                </c:pt>
                <c:pt idx="123">
                  <c:v>503</c:v>
                </c:pt>
                <c:pt idx="124">
                  <c:v>504</c:v>
                </c:pt>
                <c:pt idx="125">
                  <c:v>505</c:v>
                </c:pt>
                <c:pt idx="126">
                  <c:v>506</c:v>
                </c:pt>
                <c:pt idx="127">
                  <c:v>507</c:v>
                </c:pt>
                <c:pt idx="128">
                  <c:v>508</c:v>
                </c:pt>
                <c:pt idx="129">
                  <c:v>509</c:v>
                </c:pt>
                <c:pt idx="130">
                  <c:v>510</c:v>
                </c:pt>
                <c:pt idx="131">
                  <c:v>511</c:v>
                </c:pt>
                <c:pt idx="132">
                  <c:v>512</c:v>
                </c:pt>
                <c:pt idx="133">
                  <c:v>513</c:v>
                </c:pt>
                <c:pt idx="134">
                  <c:v>514</c:v>
                </c:pt>
                <c:pt idx="135">
                  <c:v>515</c:v>
                </c:pt>
                <c:pt idx="136">
                  <c:v>516</c:v>
                </c:pt>
                <c:pt idx="137">
                  <c:v>517</c:v>
                </c:pt>
                <c:pt idx="138">
                  <c:v>518</c:v>
                </c:pt>
                <c:pt idx="139">
                  <c:v>519</c:v>
                </c:pt>
                <c:pt idx="140">
                  <c:v>520</c:v>
                </c:pt>
                <c:pt idx="141">
                  <c:v>521</c:v>
                </c:pt>
                <c:pt idx="142">
                  <c:v>522</c:v>
                </c:pt>
                <c:pt idx="143">
                  <c:v>523</c:v>
                </c:pt>
                <c:pt idx="144">
                  <c:v>524</c:v>
                </c:pt>
                <c:pt idx="145">
                  <c:v>525</c:v>
                </c:pt>
                <c:pt idx="146">
                  <c:v>526</c:v>
                </c:pt>
                <c:pt idx="147">
                  <c:v>527</c:v>
                </c:pt>
                <c:pt idx="148">
                  <c:v>528</c:v>
                </c:pt>
                <c:pt idx="149">
                  <c:v>529</c:v>
                </c:pt>
                <c:pt idx="150">
                  <c:v>530</c:v>
                </c:pt>
                <c:pt idx="151">
                  <c:v>531</c:v>
                </c:pt>
                <c:pt idx="152">
                  <c:v>532</c:v>
                </c:pt>
                <c:pt idx="153">
                  <c:v>533</c:v>
                </c:pt>
                <c:pt idx="154">
                  <c:v>534</c:v>
                </c:pt>
                <c:pt idx="155">
                  <c:v>535</c:v>
                </c:pt>
                <c:pt idx="156">
                  <c:v>536</c:v>
                </c:pt>
                <c:pt idx="157">
                  <c:v>537</c:v>
                </c:pt>
                <c:pt idx="158">
                  <c:v>538</c:v>
                </c:pt>
                <c:pt idx="159">
                  <c:v>539</c:v>
                </c:pt>
                <c:pt idx="160">
                  <c:v>540</c:v>
                </c:pt>
                <c:pt idx="161">
                  <c:v>541</c:v>
                </c:pt>
                <c:pt idx="162">
                  <c:v>542</c:v>
                </c:pt>
                <c:pt idx="163">
                  <c:v>543</c:v>
                </c:pt>
                <c:pt idx="164">
                  <c:v>544</c:v>
                </c:pt>
                <c:pt idx="165">
                  <c:v>545</c:v>
                </c:pt>
                <c:pt idx="166">
                  <c:v>546</c:v>
                </c:pt>
                <c:pt idx="167">
                  <c:v>547</c:v>
                </c:pt>
                <c:pt idx="168">
                  <c:v>548</c:v>
                </c:pt>
                <c:pt idx="169">
                  <c:v>549</c:v>
                </c:pt>
                <c:pt idx="170">
                  <c:v>550</c:v>
                </c:pt>
                <c:pt idx="171">
                  <c:v>551</c:v>
                </c:pt>
                <c:pt idx="172">
                  <c:v>552</c:v>
                </c:pt>
                <c:pt idx="173">
                  <c:v>553</c:v>
                </c:pt>
                <c:pt idx="174">
                  <c:v>554</c:v>
                </c:pt>
                <c:pt idx="175">
                  <c:v>555</c:v>
                </c:pt>
                <c:pt idx="176">
                  <c:v>556</c:v>
                </c:pt>
                <c:pt idx="177">
                  <c:v>557</c:v>
                </c:pt>
                <c:pt idx="178">
                  <c:v>558</c:v>
                </c:pt>
                <c:pt idx="179">
                  <c:v>559</c:v>
                </c:pt>
                <c:pt idx="180">
                  <c:v>560</c:v>
                </c:pt>
                <c:pt idx="181">
                  <c:v>561</c:v>
                </c:pt>
                <c:pt idx="182">
                  <c:v>562</c:v>
                </c:pt>
                <c:pt idx="183">
                  <c:v>563</c:v>
                </c:pt>
                <c:pt idx="184">
                  <c:v>564</c:v>
                </c:pt>
                <c:pt idx="185">
                  <c:v>565</c:v>
                </c:pt>
                <c:pt idx="186">
                  <c:v>566</c:v>
                </c:pt>
                <c:pt idx="187">
                  <c:v>567</c:v>
                </c:pt>
                <c:pt idx="188">
                  <c:v>568</c:v>
                </c:pt>
                <c:pt idx="189">
                  <c:v>569</c:v>
                </c:pt>
                <c:pt idx="190">
                  <c:v>570</c:v>
                </c:pt>
                <c:pt idx="191">
                  <c:v>571</c:v>
                </c:pt>
                <c:pt idx="192">
                  <c:v>572</c:v>
                </c:pt>
                <c:pt idx="193">
                  <c:v>573</c:v>
                </c:pt>
                <c:pt idx="194">
                  <c:v>574</c:v>
                </c:pt>
                <c:pt idx="195">
                  <c:v>575</c:v>
                </c:pt>
                <c:pt idx="196">
                  <c:v>576</c:v>
                </c:pt>
                <c:pt idx="197">
                  <c:v>577</c:v>
                </c:pt>
                <c:pt idx="198">
                  <c:v>578</c:v>
                </c:pt>
                <c:pt idx="199">
                  <c:v>579</c:v>
                </c:pt>
                <c:pt idx="200">
                  <c:v>580</c:v>
                </c:pt>
                <c:pt idx="201">
                  <c:v>581</c:v>
                </c:pt>
                <c:pt idx="202">
                  <c:v>582</c:v>
                </c:pt>
                <c:pt idx="203">
                  <c:v>583</c:v>
                </c:pt>
                <c:pt idx="204">
                  <c:v>584</c:v>
                </c:pt>
                <c:pt idx="205">
                  <c:v>585</c:v>
                </c:pt>
                <c:pt idx="206">
                  <c:v>586</c:v>
                </c:pt>
                <c:pt idx="207">
                  <c:v>587</c:v>
                </c:pt>
                <c:pt idx="208">
                  <c:v>588</c:v>
                </c:pt>
                <c:pt idx="209">
                  <c:v>589</c:v>
                </c:pt>
                <c:pt idx="210">
                  <c:v>590</c:v>
                </c:pt>
                <c:pt idx="211">
                  <c:v>591</c:v>
                </c:pt>
                <c:pt idx="212">
                  <c:v>592</c:v>
                </c:pt>
                <c:pt idx="213">
                  <c:v>593</c:v>
                </c:pt>
                <c:pt idx="214">
                  <c:v>594</c:v>
                </c:pt>
                <c:pt idx="215">
                  <c:v>595</c:v>
                </c:pt>
                <c:pt idx="216">
                  <c:v>596</c:v>
                </c:pt>
                <c:pt idx="217">
                  <c:v>597</c:v>
                </c:pt>
                <c:pt idx="218">
                  <c:v>598</c:v>
                </c:pt>
                <c:pt idx="219">
                  <c:v>599</c:v>
                </c:pt>
                <c:pt idx="220">
                  <c:v>600</c:v>
                </c:pt>
              </c:numCache>
            </c:numRef>
          </c:cat>
          <c:val>
            <c:numRef>
              <c:f>Sheet1!$P$2:$P$222</c:f>
              <c:numCache>
                <c:formatCode>General</c:formatCode>
                <c:ptCount val="221"/>
                <c:pt idx="0">
                  <c:v>1.085139E-4</c:v>
                </c:pt>
                <c:pt idx="1">
                  <c:v>1.026264E-4</c:v>
                </c:pt>
                <c:pt idx="2">
                  <c:v>9.7281789999999993E-5</c:v>
                </c:pt>
                <c:pt idx="3">
                  <c:v>8.5133060000000004E-5</c:v>
                </c:pt>
                <c:pt idx="4">
                  <c:v>8.4745839999999994E-5</c:v>
                </c:pt>
                <c:pt idx="5">
                  <c:v>6.874587E-5</c:v>
                </c:pt>
                <c:pt idx="6">
                  <c:v>6.9284629999999999E-5</c:v>
                </c:pt>
                <c:pt idx="7">
                  <c:v>6.652765E-5</c:v>
                </c:pt>
                <c:pt idx="8">
                  <c:v>6.6093370000000004E-5</c:v>
                </c:pt>
                <c:pt idx="9">
                  <c:v>5.931117E-5</c:v>
                </c:pt>
                <c:pt idx="10">
                  <c:v>5.7816940000000001E-5</c:v>
                </c:pt>
                <c:pt idx="11">
                  <c:v>5.2348900000000003E-5</c:v>
                </c:pt>
                <c:pt idx="12">
                  <c:v>5.1824389999999997E-5</c:v>
                </c:pt>
                <c:pt idx="13">
                  <c:v>4.86422E-5</c:v>
                </c:pt>
                <c:pt idx="14">
                  <c:v>4.4657860000000002E-5</c:v>
                </c:pt>
                <c:pt idx="15">
                  <c:v>4.4159980000000003E-5</c:v>
                </c:pt>
                <c:pt idx="16">
                  <c:v>4.1521389999999998E-5</c:v>
                </c:pt>
                <c:pt idx="17">
                  <c:v>3.7064909999999999E-5</c:v>
                </c:pt>
                <c:pt idx="18">
                  <c:v>3.6907440000000001E-5</c:v>
                </c:pt>
                <c:pt idx="19">
                  <c:v>3.6383629999999997E-5</c:v>
                </c:pt>
                <c:pt idx="20">
                  <c:v>3.6758270000000001E-5</c:v>
                </c:pt>
                <c:pt idx="21">
                  <c:v>3.5207540000000001E-5</c:v>
                </c:pt>
                <c:pt idx="22">
                  <c:v>3.6457749999999998E-5</c:v>
                </c:pt>
                <c:pt idx="23">
                  <c:v>2.9808840000000001E-5</c:v>
                </c:pt>
                <c:pt idx="24">
                  <c:v>2.8395919999999998E-5</c:v>
                </c:pt>
                <c:pt idx="25">
                  <c:v>2.9452480000000002E-5</c:v>
                </c:pt>
                <c:pt idx="26">
                  <c:v>2.5740730000000001E-5</c:v>
                </c:pt>
                <c:pt idx="27">
                  <c:v>2.5447589999999999E-5</c:v>
                </c:pt>
                <c:pt idx="28">
                  <c:v>2.8095480000000001E-5</c:v>
                </c:pt>
                <c:pt idx="29">
                  <c:v>2.6490420000000001E-5</c:v>
                </c:pt>
                <c:pt idx="30">
                  <c:v>2.3724950000000001E-5</c:v>
                </c:pt>
                <c:pt idx="31">
                  <c:v>2.1513769999999998E-5</c:v>
                </c:pt>
                <c:pt idx="32">
                  <c:v>2.5507249999999999E-5</c:v>
                </c:pt>
                <c:pt idx="33">
                  <c:v>2.5295749999999999E-5</c:v>
                </c:pt>
                <c:pt idx="34">
                  <c:v>2.3830999999999999E-5</c:v>
                </c:pt>
                <c:pt idx="35">
                  <c:v>2.217936E-5</c:v>
                </c:pt>
                <c:pt idx="36">
                  <c:v>2.3639589999999999E-5</c:v>
                </c:pt>
                <c:pt idx="37">
                  <c:v>2.432289E-5</c:v>
                </c:pt>
                <c:pt idx="38">
                  <c:v>2.3000369999999999E-5</c:v>
                </c:pt>
                <c:pt idx="39">
                  <c:v>2.0820160000000002E-5</c:v>
                </c:pt>
                <c:pt idx="40">
                  <c:v>1.9996709999999998E-5</c:v>
                </c:pt>
                <c:pt idx="41">
                  <c:v>2.1881809999999998E-5</c:v>
                </c:pt>
                <c:pt idx="42">
                  <c:v>1.9350719999999999E-5</c:v>
                </c:pt>
                <c:pt idx="43">
                  <c:v>2.0859570000000001E-5</c:v>
                </c:pt>
                <c:pt idx="44">
                  <c:v>2.1537309999999999E-5</c:v>
                </c:pt>
                <c:pt idx="45">
                  <c:v>1.982392E-5</c:v>
                </c:pt>
                <c:pt idx="46">
                  <c:v>2.1535909999999999E-5</c:v>
                </c:pt>
                <c:pt idx="47">
                  <c:v>2.0043490000000001E-5</c:v>
                </c:pt>
                <c:pt idx="48">
                  <c:v>2.069111E-5</c:v>
                </c:pt>
                <c:pt idx="49">
                  <c:v>1.8824970000000001E-5</c:v>
                </c:pt>
                <c:pt idx="50">
                  <c:v>2.0621599999999999E-5</c:v>
                </c:pt>
                <c:pt idx="51">
                  <c:v>2.066264E-5</c:v>
                </c:pt>
                <c:pt idx="52">
                  <c:v>2.092441E-5</c:v>
                </c:pt>
                <c:pt idx="53">
                  <c:v>1.839113E-5</c:v>
                </c:pt>
                <c:pt idx="54">
                  <c:v>1.9614489999999999E-5</c:v>
                </c:pt>
                <c:pt idx="55">
                  <c:v>1.9053280000000001E-5</c:v>
                </c:pt>
                <c:pt idx="56">
                  <c:v>2.1639409999999999E-5</c:v>
                </c:pt>
                <c:pt idx="57">
                  <c:v>1.908218E-5</c:v>
                </c:pt>
                <c:pt idx="58">
                  <c:v>1.6546490000000001E-5</c:v>
                </c:pt>
                <c:pt idx="59">
                  <c:v>2.1264130000000001E-5</c:v>
                </c:pt>
                <c:pt idx="60">
                  <c:v>1.745246E-5</c:v>
                </c:pt>
                <c:pt idx="61">
                  <c:v>1.9504870000000002E-5</c:v>
                </c:pt>
                <c:pt idx="62">
                  <c:v>2.0630949999999999E-5</c:v>
                </c:pt>
                <c:pt idx="63">
                  <c:v>1.9504810000000001E-5</c:v>
                </c:pt>
                <c:pt idx="64">
                  <c:v>2.079083E-5</c:v>
                </c:pt>
                <c:pt idx="65">
                  <c:v>2.1680679999999999E-5</c:v>
                </c:pt>
                <c:pt idx="66">
                  <c:v>2.0555810000000001E-5</c:v>
                </c:pt>
                <c:pt idx="67">
                  <c:v>2.1592099999999999E-5</c:v>
                </c:pt>
                <c:pt idx="68">
                  <c:v>2.363272E-5</c:v>
                </c:pt>
                <c:pt idx="69">
                  <c:v>2.3717060000000001E-5</c:v>
                </c:pt>
                <c:pt idx="70">
                  <c:v>2.2737909999999999E-5</c:v>
                </c:pt>
                <c:pt idx="71">
                  <c:v>2.682648E-5</c:v>
                </c:pt>
                <c:pt idx="72">
                  <c:v>2.7840050000000001E-5</c:v>
                </c:pt>
                <c:pt idx="73">
                  <c:v>2.74808E-5</c:v>
                </c:pt>
                <c:pt idx="74">
                  <c:v>2.9331399999999998E-5</c:v>
                </c:pt>
                <c:pt idx="75">
                  <c:v>3.2485209999999999E-5</c:v>
                </c:pt>
                <c:pt idx="76">
                  <c:v>3.3321839999999999E-5</c:v>
                </c:pt>
                <c:pt idx="77">
                  <c:v>3.5707019999999997E-5</c:v>
                </c:pt>
                <c:pt idx="78">
                  <c:v>3.9282130000000003E-5</c:v>
                </c:pt>
                <c:pt idx="79">
                  <c:v>4.2674820000000001E-5</c:v>
                </c:pt>
                <c:pt idx="80">
                  <c:v>4.389666E-5</c:v>
                </c:pt>
                <c:pt idx="81">
                  <c:v>4.7622669999999999E-5</c:v>
                </c:pt>
                <c:pt idx="82">
                  <c:v>5.4445170000000003E-5</c:v>
                </c:pt>
                <c:pt idx="83">
                  <c:v>6.3853210000000001E-5</c:v>
                </c:pt>
                <c:pt idx="84">
                  <c:v>6.7714579999999996E-5</c:v>
                </c:pt>
                <c:pt idx="85">
                  <c:v>7.4119020000000001E-5</c:v>
                </c:pt>
                <c:pt idx="86">
                  <c:v>8.0919640000000006E-5</c:v>
                </c:pt>
                <c:pt idx="87">
                  <c:v>9.4086989999999995E-5</c:v>
                </c:pt>
                <c:pt idx="88">
                  <c:v>1.043511E-4</c:v>
                </c:pt>
                <c:pt idx="89">
                  <c:v>1.183658E-4</c:v>
                </c:pt>
                <c:pt idx="90">
                  <c:v>1.3764349999999999E-4</c:v>
                </c:pt>
                <c:pt idx="91">
                  <c:v>1.522715E-4</c:v>
                </c:pt>
                <c:pt idx="92">
                  <c:v>1.729879E-4</c:v>
                </c:pt>
                <c:pt idx="93">
                  <c:v>1.9444070000000001E-4</c:v>
                </c:pt>
                <c:pt idx="94">
                  <c:v>2.162927E-4</c:v>
                </c:pt>
                <c:pt idx="95">
                  <c:v>2.5103769999999998E-4</c:v>
                </c:pt>
                <c:pt idx="96">
                  <c:v>2.8833089999999998E-4</c:v>
                </c:pt>
                <c:pt idx="97">
                  <c:v>3.2564909999999999E-4</c:v>
                </c:pt>
                <c:pt idx="98">
                  <c:v>3.7118120000000001E-4</c:v>
                </c:pt>
                <c:pt idx="99">
                  <c:v>4.2230050000000003E-4</c:v>
                </c:pt>
                <c:pt idx="100">
                  <c:v>4.7085269999999998E-4</c:v>
                </c:pt>
                <c:pt idx="101">
                  <c:v>5.3472920000000002E-4</c:v>
                </c:pt>
                <c:pt idx="102">
                  <c:v>6.1265549999999999E-4</c:v>
                </c:pt>
                <c:pt idx="103">
                  <c:v>6.9127480000000002E-4</c:v>
                </c:pt>
                <c:pt idx="104">
                  <c:v>7.897329E-4</c:v>
                </c:pt>
                <c:pt idx="105">
                  <c:v>8.9441529999999996E-4</c:v>
                </c:pt>
                <c:pt idx="106">
                  <c:v>1.0308299999999999E-3</c:v>
                </c:pt>
                <c:pt idx="107">
                  <c:v>1.164149E-3</c:v>
                </c:pt>
                <c:pt idx="108">
                  <c:v>1.3063549999999999E-3</c:v>
                </c:pt>
                <c:pt idx="109">
                  <c:v>1.493725E-3</c:v>
                </c:pt>
                <c:pt idx="110">
                  <c:v>1.6929569999999999E-3</c:v>
                </c:pt>
                <c:pt idx="111">
                  <c:v>1.9260740000000001E-3</c:v>
                </c:pt>
                <c:pt idx="112">
                  <c:v>2.1745739999999999E-3</c:v>
                </c:pt>
                <c:pt idx="113">
                  <c:v>2.445848E-3</c:v>
                </c:pt>
                <c:pt idx="114">
                  <c:v>2.7694880000000001E-3</c:v>
                </c:pt>
                <c:pt idx="115">
                  <c:v>3.102231E-3</c:v>
                </c:pt>
                <c:pt idx="116">
                  <c:v>3.492214E-3</c:v>
                </c:pt>
                <c:pt idx="117">
                  <c:v>3.9043120000000001E-3</c:v>
                </c:pt>
                <c:pt idx="118">
                  <c:v>4.3793779999999997E-3</c:v>
                </c:pt>
                <c:pt idx="119">
                  <c:v>4.858355E-3</c:v>
                </c:pt>
                <c:pt idx="120">
                  <c:v>5.3697049999999998E-3</c:v>
                </c:pt>
                <c:pt idx="121">
                  <c:v>5.9426289999999996E-3</c:v>
                </c:pt>
                <c:pt idx="122">
                  <c:v>6.5385549999999997E-3</c:v>
                </c:pt>
                <c:pt idx="123">
                  <c:v>7.1717070000000003E-3</c:v>
                </c:pt>
                <c:pt idx="124">
                  <c:v>7.8328059999999994E-3</c:v>
                </c:pt>
                <c:pt idx="125">
                  <c:v>8.4796690000000004E-3</c:v>
                </c:pt>
                <c:pt idx="126">
                  <c:v>9.1588499999999996E-3</c:v>
                </c:pt>
                <c:pt idx="127">
                  <c:v>9.8523350000000003E-3</c:v>
                </c:pt>
                <c:pt idx="128">
                  <c:v>1.054108E-2</c:v>
                </c:pt>
                <c:pt idx="129">
                  <c:v>1.1205039999999999E-2</c:v>
                </c:pt>
                <c:pt idx="130">
                  <c:v>1.1855340000000001E-2</c:v>
                </c:pt>
                <c:pt idx="131">
                  <c:v>1.245893E-2</c:v>
                </c:pt>
                <c:pt idx="132">
                  <c:v>1.305748E-2</c:v>
                </c:pt>
                <c:pt idx="133">
                  <c:v>1.3625099999999999E-2</c:v>
                </c:pt>
                <c:pt idx="134">
                  <c:v>1.416384E-2</c:v>
                </c:pt>
                <c:pt idx="135">
                  <c:v>1.460534E-2</c:v>
                </c:pt>
                <c:pt idx="136">
                  <c:v>1.5044699999999999E-2</c:v>
                </c:pt>
                <c:pt idx="137">
                  <c:v>1.5385370000000001E-2</c:v>
                </c:pt>
                <c:pt idx="138">
                  <c:v>1.5608240000000001E-2</c:v>
                </c:pt>
                <c:pt idx="139">
                  <c:v>1.5860240000000001E-2</c:v>
                </c:pt>
                <c:pt idx="140">
                  <c:v>1.5853229999999999E-2</c:v>
                </c:pt>
                <c:pt idx="141">
                  <c:v>1.5862109999999999E-2</c:v>
                </c:pt>
                <c:pt idx="142">
                  <c:v>1.5797450000000001E-2</c:v>
                </c:pt>
                <c:pt idx="143">
                  <c:v>1.561044E-2</c:v>
                </c:pt>
                <c:pt idx="144">
                  <c:v>1.5400519999999999E-2</c:v>
                </c:pt>
                <c:pt idx="145">
                  <c:v>1.51033E-2</c:v>
                </c:pt>
                <c:pt idx="146">
                  <c:v>1.473315E-2</c:v>
                </c:pt>
                <c:pt idx="147">
                  <c:v>1.4321270000000001E-2</c:v>
                </c:pt>
                <c:pt idx="148">
                  <c:v>1.383321E-2</c:v>
                </c:pt>
                <c:pt idx="149">
                  <c:v>1.331864E-2</c:v>
                </c:pt>
                <c:pt idx="150">
                  <c:v>1.2773619999999999E-2</c:v>
                </c:pt>
                <c:pt idx="151">
                  <c:v>1.21972E-2</c:v>
                </c:pt>
                <c:pt idx="152">
                  <c:v>1.1640569999999999E-2</c:v>
                </c:pt>
                <c:pt idx="153">
                  <c:v>1.114529E-2</c:v>
                </c:pt>
                <c:pt idx="154">
                  <c:v>1.057399E-2</c:v>
                </c:pt>
                <c:pt idx="155">
                  <c:v>9.9643270000000003E-3</c:v>
                </c:pt>
                <c:pt idx="156">
                  <c:v>9.4305759999999995E-3</c:v>
                </c:pt>
                <c:pt idx="157">
                  <c:v>8.8837459999999997E-3</c:v>
                </c:pt>
                <c:pt idx="158">
                  <c:v>8.3387329999999992E-3</c:v>
                </c:pt>
                <c:pt idx="159">
                  <c:v>7.8186369999999998E-3</c:v>
                </c:pt>
                <c:pt idx="160">
                  <c:v>7.3687450000000003E-3</c:v>
                </c:pt>
                <c:pt idx="161">
                  <c:v>6.9561199999999997E-3</c:v>
                </c:pt>
                <c:pt idx="162">
                  <c:v>6.5245040000000004E-3</c:v>
                </c:pt>
                <c:pt idx="163">
                  <c:v>6.1408799999999996E-3</c:v>
                </c:pt>
                <c:pt idx="164">
                  <c:v>5.7753099999999996E-3</c:v>
                </c:pt>
                <c:pt idx="165">
                  <c:v>5.462242E-3</c:v>
                </c:pt>
                <c:pt idx="166">
                  <c:v>5.1307790000000002E-3</c:v>
                </c:pt>
                <c:pt idx="167">
                  <c:v>4.846459E-3</c:v>
                </c:pt>
                <c:pt idx="168">
                  <c:v>4.5530579999999996E-3</c:v>
                </c:pt>
                <c:pt idx="169">
                  <c:v>4.2826169999999998E-3</c:v>
                </c:pt>
                <c:pt idx="170">
                  <c:v>4.0060670000000003E-3</c:v>
                </c:pt>
                <c:pt idx="171">
                  <c:v>3.7539169999999998E-3</c:v>
                </c:pt>
                <c:pt idx="172">
                  <c:v>3.5216790000000002E-3</c:v>
                </c:pt>
                <c:pt idx="173">
                  <c:v>3.2959040000000001E-3</c:v>
                </c:pt>
                <c:pt idx="174">
                  <c:v>3.0782119999999999E-3</c:v>
                </c:pt>
                <c:pt idx="175">
                  <c:v>2.8615049999999999E-3</c:v>
                </c:pt>
                <c:pt idx="176">
                  <c:v>2.684484E-3</c:v>
                </c:pt>
                <c:pt idx="177">
                  <c:v>2.5088409999999999E-3</c:v>
                </c:pt>
                <c:pt idx="178">
                  <c:v>2.3344189999999999E-3</c:v>
                </c:pt>
                <c:pt idx="179">
                  <c:v>2.1779949999999998E-3</c:v>
                </c:pt>
                <c:pt idx="180">
                  <c:v>2.0436410000000001E-3</c:v>
                </c:pt>
                <c:pt idx="181">
                  <c:v>1.9088810000000001E-3</c:v>
                </c:pt>
                <c:pt idx="182">
                  <c:v>1.7739629999999999E-3</c:v>
                </c:pt>
                <c:pt idx="183">
                  <c:v>1.6774139999999999E-3</c:v>
                </c:pt>
                <c:pt idx="184">
                  <c:v>1.570573E-3</c:v>
                </c:pt>
                <c:pt idx="185">
                  <c:v>1.466544E-3</c:v>
                </c:pt>
                <c:pt idx="186">
                  <c:v>1.369075E-3</c:v>
                </c:pt>
                <c:pt idx="187">
                  <c:v>1.2784999999999999E-3</c:v>
                </c:pt>
                <c:pt idx="188">
                  <c:v>1.2081590000000001E-3</c:v>
                </c:pt>
                <c:pt idx="189">
                  <c:v>1.126686E-3</c:v>
                </c:pt>
                <c:pt idx="190">
                  <c:v>1.0516290000000001E-3</c:v>
                </c:pt>
                <c:pt idx="191">
                  <c:v>9.8972019999999999E-4</c:v>
                </c:pt>
                <c:pt idx="192">
                  <c:v>9.2879870000000002E-4</c:v>
                </c:pt>
                <c:pt idx="193">
                  <c:v>8.7594180000000004E-4</c:v>
                </c:pt>
                <c:pt idx="194">
                  <c:v>8.2202809999999996E-4</c:v>
                </c:pt>
                <c:pt idx="195">
                  <c:v>7.7063879999999998E-4</c:v>
                </c:pt>
                <c:pt idx="196">
                  <c:v>7.2426520000000005E-4</c:v>
                </c:pt>
                <c:pt idx="197">
                  <c:v>6.7587560000000003E-4</c:v>
                </c:pt>
                <c:pt idx="198">
                  <c:v>6.2762590000000002E-4</c:v>
                </c:pt>
                <c:pt idx="199">
                  <c:v>5.7626430000000005E-4</c:v>
                </c:pt>
                <c:pt idx="200">
                  <c:v>5.4269720000000004E-4</c:v>
                </c:pt>
                <c:pt idx="201">
                  <c:v>5.0817060000000005E-4</c:v>
                </c:pt>
                <c:pt idx="202">
                  <c:v>4.7450520000000003E-4</c:v>
                </c:pt>
                <c:pt idx="203">
                  <c:v>4.4924240000000001E-4</c:v>
                </c:pt>
                <c:pt idx="204">
                  <c:v>4.260709E-4</c:v>
                </c:pt>
                <c:pt idx="205">
                  <c:v>3.9537799999999999E-4</c:v>
                </c:pt>
                <c:pt idx="206">
                  <c:v>3.6855589999999999E-4</c:v>
                </c:pt>
                <c:pt idx="207">
                  <c:v>3.5071339999999998E-4</c:v>
                </c:pt>
                <c:pt idx="208">
                  <c:v>3.2613839999999999E-4</c:v>
                </c:pt>
                <c:pt idx="209">
                  <c:v>2.9847560000000002E-4</c:v>
                </c:pt>
                <c:pt idx="210">
                  <c:v>2.8429380000000003E-4</c:v>
                </c:pt>
                <c:pt idx="211">
                  <c:v>2.6767909999999998E-4</c:v>
                </c:pt>
                <c:pt idx="212">
                  <c:v>2.4895709999999999E-4</c:v>
                </c:pt>
                <c:pt idx="213">
                  <c:v>2.367801E-4</c:v>
                </c:pt>
                <c:pt idx="214">
                  <c:v>2.2844909999999999E-4</c:v>
                </c:pt>
                <c:pt idx="215">
                  <c:v>2.1695349999999999E-4</c:v>
                </c:pt>
                <c:pt idx="216">
                  <c:v>2.0357550000000001E-4</c:v>
                </c:pt>
                <c:pt idx="217">
                  <c:v>1.9191809999999999E-4</c:v>
                </c:pt>
                <c:pt idx="218">
                  <c:v>1.713501E-4</c:v>
                </c:pt>
                <c:pt idx="219">
                  <c:v>1.6900619999999999E-4</c:v>
                </c:pt>
                <c:pt idx="220">
                  <c:v>1.5974340000000001E-4</c:v>
                </c:pt>
              </c:numCache>
            </c:numRef>
          </c:val>
          <c:smooth val="0"/>
          <c:extLst>
            <c:ext xmlns:c16="http://schemas.microsoft.com/office/drawing/2014/chart" uri="{C3380CC4-5D6E-409C-BE32-E72D297353CC}">
              <c16:uniqueId val="{00000003-C22B-4D7C-9A40-E08A652200B8}"/>
            </c:ext>
          </c:extLst>
        </c:ser>
        <c:dLbls>
          <c:showLegendKey val="0"/>
          <c:showVal val="0"/>
          <c:showCatName val="0"/>
          <c:showSerName val="0"/>
          <c:showPercent val="0"/>
          <c:showBubbleSize val="0"/>
        </c:dLbls>
        <c:smooth val="0"/>
        <c:axId val="631413151"/>
        <c:axId val="631416031"/>
      </c:lineChart>
      <c:catAx>
        <c:axId val="631413151"/>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ltLang="ja-JP" sz="800" b="0" i="0" u="none" strike="noStrike" kern="1200" baseline="0">
                    <a:solidFill>
                      <a:sysClr val="windowText" lastClr="000000">
                        <a:lumMod val="65000"/>
                        <a:lumOff val="35000"/>
                      </a:sysClr>
                    </a:solidFill>
                  </a:rPr>
                  <a:t>Wave length(nm)</a:t>
                </a:r>
                <a:endParaRPr lang="ja-JP" altLang="en-US"/>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ja-JP" alt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631416031"/>
        <c:crosses val="autoZero"/>
        <c:auto val="1"/>
        <c:lblAlgn val="ctr"/>
        <c:lblOffset val="100"/>
        <c:noMultiLvlLbl val="0"/>
      </c:catAx>
      <c:valAx>
        <c:axId val="631416031"/>
        <c:scaling>
          <c:orientation val="minMax"/>
        </c:scaling>
        <c:delete val="0"/>
        <c:axPos val="l"/>
        <c:title>
          <c:tx>
            <c:rich>
              <a:bodyPr rot="-540000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ysClr val="windowText" lastClr="000000">
                        <a:lumMod val="65000"/>
                        <a:lumOff val="35000"/>
                      </a:sysClr>
                    </a:solidFill>
                    <a:latin typeface="+mn-lt"/>
                    <a:ea typeface="+mn-ea"/>
                    <a:cs typeface="+mn-cs"/>
                  </a:defRPr>
                </a:pPr>
                <a:r>
                  <a:rPr kumimoji="1" lang="ja-JP" altLang="en-US" sz="900" dirty="0"/>
                  <a:t>分光放射輝度</a:t>
                </a:r>
                <a:endParaRPr kumimoji="1" lang="en-US" altLang="ja-JP" sz="900" dirty="0"/>
              </a:p>
              <a:p>
                <a:pPr marL="0" marR="0" lvl="0" indent="0" algn="ctr" defTabSz="914400" rtl="0" eaLnBrk="1" fontAlgn="auto" latinLnBrk="0" hangingPunct="1">
                  <a:lnSpc>
                    <a:spcPct val="100000"/>
                  </a:lnSpc>
                  <a:spcBef>
                    <a:spcPts val="0"/>
                  </a:spcBef>
                  <a:spcAft>
                    <a:spcPts val="0"/>
                  </a:spcAft>
                  <a:buClrTx/>
                  <a:buSzTx/>
                  <a:buFontTx/>
                  <a:buNone/>
                  <a:tabLst/>
                  <a:defRPr>
                    <a:solidFill>
                      <a:sysClr val="windowText" lastClr="000000">
                        <a:lumMod val="65000"/>
                        <a:lumOff val="35000"/>
                      </a:sysClr>
                    </a:solidFill>
                  </a:defRPr>
                </a:pPr>
                <a:r>
                  <a:rPr kumimoji="1" lang="ja-JP" altLang="en" sz="900" dirty="0"/>
                  <a:t>（</a:t>
                </a:r>
                <a:r>
                  <a:rPr kumimoji="1" lang="en" altLang="ja-JP" sz="900" dirty="0"/>
                  <a:t>W</a:t>
                </a:r>
                <a:r>
                  <a:rPr kumimoji="1" lang="ja-JP" altLang="en" sz="900" dirty="0"/>
                  <a:t>・</a:t>
                </a:r>
                <a:r>
                  <a:rPr kumimoji="1" lang="en" altLang="ja-JP" sz="900" dirty="0"/>
                  <a:t>sr⁻¹</a:t>
                </a:r>
                <a:r>
                  <a:rPr kumimoji="1" lang="ja-JP" altLang="en" sz="900" dirty="0"/>
                  <a:t>・ｍ⁻</a:t>
                </a:r>
                <a:r>
                  <a:rPr kumimoji="1" lang="en" altLang="ja-JP" sz="900" dirty="0"/>
                  <a:t>²</a:t>
                </a:r>
                <a:r>
                  <a:rPr kumimoji="1" lang="ja-JP" altLang="en" sz="900" dirty="0"/>
                  <a:t>・</a:t>
                </a:r>
                <a:r>
                  <a:rPr kumimoji="1" lang="en" altLang="ja-JP" sz="900" dirty="0"/>
                  <a:t>nm⁻¹</a:t>
                </a:r>
                <a:r>
                  <a:rPr kumimoji="1" lang="ja-JP" altLang="en" sz="900" dirty="0"/>
                  <a:t>）</a:t>
                </a:r>
              </a:p>
            </c:rich>
          </c:tx>
          <c:overlay val="0"/>
          <c:spPr>
            <a:noFill/>
            <a:ln>
              <a:noFill/>
            </a:ln>
            <a:effectLst/>
          </c:spPr>
          <c:txPr>
            <a:bodyPr rot="-540000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ysClr val="windowText" lastClr="000000">
                      <a:lumMod val="65000"/>
                      <a:lumOff val="35000"/>
                    </a:sysClr>
                  </a:solidFill>
                  <a:latin typeface="+mn-lt"/>
                  <a:ea typeface="+mn-ea"/>
                  <a:cs typeface="+mn-cs"/>
                </a:defRPr>
              </a:pPr>
              <a:endParaRPr lang="en-US" altLang="ja-JP"/>
            </a:p>
          </c:txPr>
        </c:title>
        <c:numFmt formatCode="#,##0.000_);[Red]\(#,##0.0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631413151"/>
        <c:crosses val="autoZero"/>
        <c:crossBetween val="between"/>
        <c:majorUnit val="2.0000000000000004E-2"/>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ja-JP" altLang="en-US" dirty="0"/>
              <a:t>分光波長　中波長光拡大図</a:t>
            </a:r>
          </a:p>
        </c:rich>
      </c:tx>
      <c:layout>
        <c:manualLayout>
          <c:xMode val="edge"/>
          <c:yMode val="edge"/>
          <c:x val="0.30360577552509022"/>
          <c:y val="6.0185292359271544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ja-JP"/>
        </a:p>
      </c:txPr>
    </c:title>
    <c:autoTitleDeleted val="0"/>
    <c:plotArea>
      <c:layout/>
      <c:lineChart>
        <c:grouping val="standard"/>
        <c:varyColors val="0"/>
        <c:ser>
          <c:idx val="0"/>
          <c:order val="0"/>
          <c:tx>
            <c:strRef>
              <c:f>Sheet1!$G$2</c:f>
              <c:strCache>
                <c:ptCount val="1"/>
                <c:pt idx="0">
                  <c:v>G90.29</c:v>
                </c:pt>
              </c:strCache>
            </c:strRef>
          </c:tx>
          <c:spPr>
            <a:ln w="28575" cap="rnd">
              <a:solidFill>
                <a:schemeClr val="accent3"/>
              </a:solidFill>
              <a:round/>
            </a:ln>
            <a:effectLst/>
          </c:spPr>
          <c:marker>
            <c:symbol val="none"/>
          </c:marker>
          <c:val>
            <c:numRef>
              <c:f>Sheet1!$G$3:$G$403</c:f>
              <c:numCache>
                <c:formatCode>General</c:formatCode>
                <c:ptCount val="401"/>
                <c:pt idx="0">
                  <c:v>2.7985259999999998E-5</c:v>
                </c:pt>
                <c:pt idx="1">
                  <c:v>3.044571E-5</c:v>
                </c:pt>
                <c:pt idx="2">
                  <c:v>2.7676110000000002E-5</c:v>
                </c:pt>
                <c:pt idx="3">
                  <c:v>2.5539100000000001E-5</c:v>
                </c:pt>
                <c:pt idx="4">
                  <c:v>2.115824E-5</c:v>
                </c:pt>
                <c:pt idx="5">
                  <c:v>1.737647E-5</c:v>
                </c:pt>
                <c:pt idx="6">
                  <c:v>1.9434300000000001E-5</c:v>
                </c:pt>
                <c:pt idx="7">
                  <c:v>1.939495E-5</c:v>
                </c:pt>
                <c:pt idx="8">
                  <c:v>1.8792420000000001E-5</c:v>
                </c:pt>
                <c:pt idx="9">
                  <c:v>1.54056E-5</c:v>
                </c:pt>
                <c:pt idx="10">
                  <c:v>1.378326E-5</c:v>
                </c:pt>
                <c:pt idx="11">
                  <c:v>1.287244E-5</c:v>
                </c:pt>
                <c:pt idx="12">
                  <c:v>1.377629E-5</c:v>
                </c:pt>
                <c:pt idx="13">
                  <c:v>1.106641E-5</c:v>
                </c:pt>
                <c:pt idx="14">
                  <c:v>1.079986E-5</c:v>
                </c:pt>
                <c:pt idx="15">
                  <c:v>1.3002299999999999E-5</c:v>
                </c:pt>
                <c:pt idx="16">
                  <c:v>1.091317E-5</c:v>
                </c:pt>
                <c:pt idx="17">
                  <c:v>9.2428239999999997E-6</c:v>
                </c:pt>
                <c:pt idx="18">
                  <c:v>9.8011729999999997E-6</c:v>
                </c:pt>
                <c:pt idx="19">
                  <c:v>1.0247830000000001E-5</c:v>
                </c:pt>
                <c:pt idx="20">
                  <c:v>1.019195E-5</c:v>
                </c:pt>
                <c:pt idx="21">
                  <c:v>8.6801470000000004E-6</c:v>
                </c:pt>
                <c:pt idx="22">
                  <c:v>1.0116480000000001E-5</c:v>
                </c:pt>
                <c:pt idx="23">
                  <c:v>7.5851069999999996E-6</c:v>
                </c:pt>
                <c:pt idx="24">
                  <c:v>6.9938650000000002E-6</c:v>
                </c:pt>
                <c:pt idx="25">
                  <c:v>7.9732160000000006E-6</c:v>
                </c:pt>
                <c:pt idx="26">
                  <c:v>5.7795910000000001E-6</c:v>
                </c:pt>
                <c:pt idx="27">
                  <c:v>5.5866640000000001E-6</c:v>
                </c:pt>
                <c:pt idx="28">
                  <c:v>6.8186049999999997E-6</c:v>
                </c:pt>
                <c:pt idx="29">
                  <c:v>6.2230880000000003E-6</c:v>
                </c:pt>
                <c:pt idx="30">
                  <c:v>4.9975059999999998E-6</c:v>
                </c:pt>
                <c:pt idx="31">
                  <c:v>4.3597209999999999E-6</c:v>
                </c:pt>
                <c:pt idx="32">
                  <c:v>4.9259149999999999E-6</c:v>
                </c:pt>
                <c:pt idx="33">
                  <c:v>4.1634279999999997E-6</c:v>
                </c:pt>
                <c:pt idx="34">
                  <c:v>5.6509889999999997E-6</c:v>
                </c:pt>
                <c:pt idx="35">
                  <c:v>5.9055929999999999E-6</c:v>
                </c:pt>
                <c:pt idx="36">
                  <c:v>5.8135520000000001E-6</c:v>
                </c:pt>
                <c:pt idx="37">
                  <c:v>4.9448679999999998E-6</c:v>
                </c:pt>
                <c:pt idx="38">
                  <c:v>5.1002190000000002E-6</c:v>
                </c:pt>
                <c:pt idx="39">
                  <c:v>5.1867489999999997E-6</c:v>
                </c:pt>
                <c:pt idx="40">
                  <c:v>6.6524199999999997E-6</c:v>
                </c:pt>
                <c:pt idx="41">
                  <c:v>4.6711269999999997E-6</c:v>
                </c:pt>
                <c:pt idx="42">
                  <c:v>5.3147979999999999E-6</c:v>
                </c:pt>
                <c:pt idx="43">
                  <c:v>5.4267619999999997E-6</c:v>
                </c:pt>
                <c:pt idx="44">
                  <c:v>5.3901840000000001E-6</c:v>
                </c:pt>
                <c:pt idx="45">
                  <c:v>3.0065100000000002E-6</c:v>
                </c:pt>
                <c:pt idx="46">
                  <c:v>5.5588059999999998E-6</c:v>
                </c:pt>
                <c:pt idx="47">
                  <c:v>3.7403960000000001E-6</c:v>
                </c:pt>
                <c:pt idx="48">
                  <c:v>4.3932910000000003E-6</c:v>
                </c:pt>
                <c:pt idx="49">
                  <c:v>5.5954499999999999E-6</c:v>
                </c:pt>
                <c:pt idx="50">
                  <c:v>5.4776160000000003E-6</c:v>
                </c:pt>
                <c:pt idx="51">
                  <c:v>6.4495039999999999E-6</c:v>
                </c:pt>
                <c:pt idx="52">
                  <c:v>5.2393059999999997E-6</c:v>
                </c:pt>
                <c:pt idx="53">
                  <c:v>3.5077880000000002E-6</c:v>
                </c:pt>
                <c:pt idx="54">
                  <c:v>4.7028180000000002E-6</c:v>
                </c:pt>
                <c:pt idx="55">
                  <c:v>5.8205060000000002E-6</c:v>
                </c:pt>
                <c:pt idx="56">
                  <c:v>5.6567189999999999E-6</c:v>
                </c:pt>
                <c:pt idx="57">
                  <c:v>3.951085E-6</c:v>
                </c:pt>
                <c:pt idx="58">
                  <c:v>5.5575669999999997E-6</c:v>
                </c:pt>
                <c:pt idx="59">
                  <c:v>4.6798779999999997E-6</c:v>
                </c:pt>
                <c:pt idx="60">
                  <c:v>4.30301E-6</c:v>
                </c:pt>
                <c:pt idx="61">
                  <c:v>4.3278429999999996E-6</c:v>
                </c:pt>
                <c:pt idx="62">
                  <c:v>5.4077820000000001E-6</c:v>
                </c:pt>
                <c:pt idx="63">
                  <c:v>5.0555680000000003E-6</c:v>
                </c:pt>
                <c:pt idx="64">
                  <c:v>5.8206889999999999E-6</c:v>
                </c:pt>
                <c:pt idx="65">
                  <c:v>5.5548310000000004E-6</c:v>
                </c:pt>
                <c:pt idx="66">
                  <c:v>5.8395679999999999E-6</c:v>
                </c:pt>
                <c:pt idx="67">
                  <c:v>6.0125160000000001E-6</c:v>
                </c:pt>
                <c:pt idx="68">
                  <c:v>5.9135170000000001E-6</c:v>
                </c:pt>
                <c:pt idx="69">
                  <c:v>6.7909329999999999E-6</c:v>
                </c:pt>
                <c:pt idx="70">
                  <c:v>6.1995410000000002E-6</c:v>
                </c:pt>
                <c:pt idx="71">
                  <c:v>5.9074210000000003E-6</c:v>
                </c:pt>
                <c:pt idx="72">
                  <c:v>7.1445909999999997E-6</c:v>
                </c:pt>
                <c:pt idx="73">
                  <c:v>7.2132270000000004E-6</c:v>
                </c:pt>
                <c:pt idx="74">
                  <c:v>7.4556399999999997E-6</c:v>
                </c:pt>
                <c:pt idx="75">
                  <c:v>9.3233689999999997E-6</c:v>
                </c:pt>
                <c:pt idx="76">
                  <c:v>8.9521399999999996E-6</c:v>
                </c:pt>
                <c:pt idx="77">
                  <c:v>8.6708059999999998E-6</c:v>
                </c:pt>
                <c:pt idx="78">
                  <c:v>1.0221310000000001E-5</c:v>
                </c:pt>
                <c:pt idx="79">
                  <c:v>1.07638E-5</c:v>
                </c:pt>
                <c:pt idx="80">
                  <c:v>1.197031E-5</c:v>
                </c:pt>
                <c:pt idx="81">
                  <c:v>1.301626E-5</c:v>
                </c:pt>
                <c:pt idx="82">
                  <c:v>1.3372039999999999E-5</c:v>
                </c:pt>
                <c:pt idx="83">
                  <c:v>1.422938E-5</c:v>
                </c:pt>
                <c:pt idx="84">
                  <c:v>1.6465080000000001E-5</c:v>
                </c:pt>
                <c:pt idx="85">
                  <c:v>1.7049879999999999E-5</c:v>
                </c:pt>
                <c:pt idx="86">
                  <c:v>1.961818E-5</c:v>
                </c:pt>
                <c:pt idx="87">
                  <c:v>2.175896E-5</c:v>
                </c:pt>
                <c:pt idx="88">
                  <c:v>2.4278310000000002E-5</c:v>
                </c:pt>
                <c:pt idx="89">
                  <c:v>2.5734109999999999E-5</c:v>
                </c:pt>
                <c:pt idx="90">
                  <c:v>2.834422E-5</c:v>
                </c:pt>
                <c:pt idx="91">
                  <c:v>3.4184499999999998E-5</c:v>
                </c:pt>
                <c:pt idx="92">
                  <c:v>3.8722790000000001E-5</c:v>
                </c:pt>
                <c:pt idx="93">
                  <c:v>4.2676850000000001E-5</c:v>
                </c:pt>
                <c:pt idx="94">
                  <c:v>4.8153769999999998E-5</c:v>
                </c:pt>
                <c:pt idx="95">
                  <c:v>5.5785580000000002E-5</c:v>
                </c:pt>
                <c:pt idx="96">
                  <c:v>6.2608760000000007E-5</c:v>
                </c:pt>
                <c:pt idx="97">
                  <c:v>6.9419700000000002E-5</c:v>
                </c:pt>
                <c:pt idx="98">
                  <c:v>7.8448259999999996E-5</c:v>
                </c:pt>
                <c:pt idx="99">
                  <c:v>9.1709389999999999E-5</c:v>
                </c:pt>
                <c:pt idx="100">
                  <c:v>1.015109E-4</c:v>
                </c:pt>
                <c:pt idx="101">
                  <c:v>1.153305E-4</c:v>
                </c:pt>
                <c:pt idx="102">
                  <c:v>1.313431E-4</c:v>
                </c:pt>
                <c:pt idx="103">
                  <c:v>1.486379E-4</c:v>
                </c:pt>
                <c:pt idx="104">
                  <c:v>1.6743239999999999E-4</c:v>
                </c:pt>
                <c:pt idx="105">
                  <c:v>1.915668E-4</c:v>
                </c:pt>
                <c:pt idx="106">
                  <c:v>2.1665789999999999E-4</c:v>
                </c:pt>
                <c:pt idx="107">
                  <c:v>2.4532519999999997E-4</c:v>
                </c:pt>
                <c:pt idx="108">
                  <c:v>2.794222E-4</c:v>
                </c:pt>
                <c:pt idx="109">
                  <c:v>3.1794769999999998E-4</c:v>
                </c:pt>
                <c:pt idx="110">
                  <c:v>3.5947909999999999E-4</c:v>
                </c:pt>
                <c:pt idx="111">
                  <c:v>4.0794289999999999E-4</c:v>
                </c:pt>
                <c:pt idx="112">
                  <c:v>4.618278E-4</c:v>
                </c:pt>
                <c:pt idx="113">
                  <c:v>5.250106E-4</c:v>
                </c:pt>
                <c:pt idx="114">
                  <c:v>5.9336410000000001E-4</c:v>
                </c:pt>
                <c:pt idx="115">
                  <c:v>6.6746890000000004E-4</c:v>
                </c:pt>
                <c:pt idx="116">
                  <c:v>7.5038139999999997E-4</c:v>
                </c:pt>
                <c:pt idx="117">
                  <c:v>8.4115359999999996E-4</c:v>
                </c:pt>
                <c:pt idx="118">
                  <c:v>9.4797429999999997E-4</c:v>
                </c:pt>
                <c:pt idx="119">
                  <c:v>1.0603539999999999E-3</c:v>
                </c:pt>
                <c:pt idx="120">
                  <c:v>1.178651E-3</c:v>
                </c:pt>
                <c:pt idx="121">
                  <c:v>1.31076E-3</c:v>
                </c:pt>
                <c:pt idx="122">
                  <c:v>1.450954E-3</c:v>
                </c:pt>
                <c:pt idx="123">
                  <c:v>1.605476E-3</c:v>
                </c:pt>
                <c:pt idx="124">
                  <c:v>1.758112E-3</c:v>
                </c:pt>
                <c:pt idx="125">
                  <c:v>1.9324399999999999E-3</c:v>
                </c:pt>
                <c:pt idx="126">
                  <c:v>2.1174969999999999E-3</c:v>
                </c:pt>
                <c:pt idx="127">
                  <c:v>2.2987810000000002E-3</c:v>
                </c:pt>
                <c:pt idx="128">
                  <c:v>2.4821769999999999E-3</c:v>
                </c:pt>
                <c:pt idx="129">
                  <c:v>2.6721010000000001E-3</c:v>
                </c:pt>
                <c:pt idx="130">
                  <c:v>2.8758630000000002E-3</c:v>
                </c:pt>
                <c:pt idx="131">
                  <c:v>3.0584459999999998E-3</c:v>
                </c:pt>
                <c:pt idx="132">
                  <c:v>3.2440250000000002E-3</c:v>
                </c:pt>
                <c:pt idx="133">
                  <c:v>3.4328649999999998E-3</c:v>
                </c:pt>
                <c:pt idx="134">
                  <c:v>3.6139869999999999E-3</c:v>
                </c:pt>
                <c:pt idx="135">
                  <c:v>3.7938989999999999E-3</c:v>
                </c:pt>
                <c:pt idx="136">
                  <c:v>3.960224E-3</c:v>
                </c:pt>
                <c:pt idx="137">
                  <c:v>4.1049570000000002E-3</c:v>
                </c:pt>
                <c:pt idx="138">
                  <c:v>4.2301630000000003E-3</c:v>
                </c:pt>
                <c:pt idx="139">
                  <c:v>4.3489590000000003E-3</c:v>
                </c:pt>
                <c:pt idx="140">
                  <c:v>4.4143189999999999E-3</c:v>
                </c:pt>
                <c:pt idx="141">
                  <c:v>4.4684770000000002E-3</c:v>
                </c:pt>
                <c:pt idx="142">
                  <c:v>4.5099119999999996E-3</c:v>
                </c:pt>
                <c:pt idx="143">
                  <c:v>4.5163900000000003E-3</c:v>
                </c:pt>
                <c:pt idx="144">
                  <c:v>4.5043899999999996E-3</c:v>
                </c:pt>
                <c:pt idx="145">
                  <c:v>4.4747620000000002E-3</c:v>
                </c:pt>
                <c:pt idx="146">
                  <c:v>4.40677E-3</c:v>
                </c:pt>
                <c:pt idx="147">
                  <c:v>4.3153209999999996E-3</c:v>
                </c:pt>
                <c:pt idx="148">
                  <c:v>4.2114759999999996E-3</c:v>
                </c:pt>
                <c:pt idx="149">
                  <c:v>4.0878700000000004E-3</c:v>
                </c:pt>
                <c:pt idx="150">
                  <c:v>3.9438650000000004E-3</c:v>
                </c:pt>
                <c:pt idx="151">
                  <c:v>3.7835009999999999E-3</c:v>
                </c:pt>
                <c:pt idx="152">
                  <c:v>3.6235759999999999E-3</c:v>
                </c:pt>
                <c:pt idx="153">
                  <c:v>3.4659220000000002E-3</c:v>
                </c:pt>
                <c:pt idx="154">
                  <c:v>3.2961399999999999E-3</c:v>
                </c:pt>
                <c:pt idx="155">
                  <c:v>3.1211400000000001E-3</c:v>
                </c:pt>
                <c:pt idx="156">
                  <c:v>2.9382750000000002E-3</c:v>
                </c:pt>
                <c:pt idx="157">
                  <c:v>2.7780029999999998E-3</c:v>
                </c:pt>
                <c:pt idx="158">
                  <c:v>2.6114409999999999E-3</c:v>
                </c:pt>
                <c:pt idx="159">
                  <c:v>2.456869E-3</c:v>
                </c:pt>
                <c:pt idx="160">
                  <c:v>2.3120279999999998E-3</c:v>
                </c:pt>
                <c:pt idx="161">
                  <c:v>2.1774989999999998E-3</c:v>
                </c:pt>
                <c:pt idx="162">
                  <c:v>2.056141E-3</c:v>
                </c:pt>
                <c:pt idx="163">
                  <c:v>1.934615E-3</c:v>
                </c:pt>
                <c:pt idx="164">
                  <c:v>1.8279150000000001E-3</c:v>
                </c:pt>
                <c:pt idx="165">
                  <c:v>1.7215749999999999E-3</c:v>
                </c:pt>
                <c:pt idx="166">
                  <c:v>1.629566E-3</c:v>
                </c:pt>
                <c:pt idx="167">
                  <c:v>1.535369E-3</c:v>
                </c:pt>
                <c:pt idx="168">
                  <c:v>1.4476199999999999E-3</c:v>
                </c:pt>
                <c:pt idx="169">
                  <c:v>1.362547E-3</c:v>
                </c:pt>
                <c:pt idx="170">
                  <c:v>1.278642E-3</c:v>
                </c:pt>
                <c:pt idx="171">
                  <c:v>1.2027839999999999E-3</c:v>
                </c:pt>
                <c:pt idx="172">
                  <c:v>1.125898E-3</c:v>
                </c:pt>
                <c:pt idx="173">
                  <c:v>1.0561780000000001E-3</c:v>
                </c:pt>
                <c:pt idx="174">
                  <c:v>9.9065520000000008E-4</c:v>
                </c:pt>
                <c:pt idx="175">
                  <c:v>9.2374980000000002E-4</c:v>
                </c:pt>
                <c:pt idx="176">
                  <c:v>8.5892420000000002E-4</c:v>
                </c:pt>
                <c:pt idx="177">
                  <c:v>8.0615769999999997E-4</c:v>
                </c:pt>
                <c:pt idx="178">
                  <c:v>7.5370109999999999E-4</c:v>
                </c:pt>
                <c:pt idx="179">
                  <c:v>7.0382349999999997E-4</c:v>
                </c:pt>
                <c:pt idx="180">
                  <c:v>6.5448009999999996E-4</c:v>
                </c:pt>
                <c:pt idx="181">
                  <c:v>6.0940379999999995E-4</c:v>
                </c:pt>
                <c:pt idx="182">
                  <c:v>5.7718310000000003E-4</c:v>
                </c:pt>
                <c:pt idx="183">
                  <c:v>5.3757060000000001E-4</c:v>
                </c:pt>
                <c:pt idx="184">
                  <c:v>5.0435339999999995E-4</c:v>
                </c:pt>
                <c:pt idx="185">
                  <c:v>4.705779E-4</c:v>
                </c:pt>
                <c:pt idx="186">
                  <c:v>4.4037949999999997E-4</c:v>
                </c:pt>
                <c:pt idx="187">
                  <c:v>4.1261219999999999E-4</c:v>
                </c:pt>
                <c:pt idx="188">
                  <c:v>3.8802379999999998E-4</c:v>
                </c:pt>
                <c:pt idx="189">
                  <c:v>3.6436459999999998E-4</c:v>
                </c:pt>
                <c:pt idx="190">
                  <c:v>3.4230300000000002E-4</c:v>
                </c:pt>
                <c:pt idx="191">
                  <c:v>3.2210529999999999E-4</c:v>
                </c:pt>
                <c:pt idx="192">
                  <c:v>3.0253309999999999E-4</c:v>
                </c:pt>
                <c:pt idx="193">
                  <c:v>2.8270070000000001E-4</c:v>
                </c:pt>
                <c:pt idx="194">
                  <c:v>2.6788220000000001E-4</c:v>
                </c:pt>
                <c:pt idx="195">
                  <c:v>2.4928990000000001E-4</c:v>
                </c:pt>
                <c:pt idx="196">
                  <c:v>2.361544E-4</c:v>
                </c:pt>
                <c:pt idx="197">
                  <c:v>2.186124E-4</c:v>
                </c:pt>
                <c:pt idx="198">
                  <c:v>2.0632429999999999E-4</c:v>
                </c:pt>
                <c:pt idx="199">
                  <c:v>1.9276779999999999E-4</c:v>
                </c:pt>
                <c:pt idx="200">
                  <c:v>1.7999150000000001E-4</c:v>
                </c:pt>
                <c:pt idx="201">
                  <c:v>1.6872790000000001E-4</c:v>
                </c:pt>
                <c:pt idx="202">
                  <c:v>1.573496E-4</c:v>
                </c:pt>
                <c:pt idx="203">
                  <c:v>1.477509E-4</c:v>
                </c:pt>
                <c:pt idx="204">
                  <c:v>1.3855789999999999E-4</c:v>
                </c:pt>
                <c:pt idx="205">
                  <c:v>1.279392E-4</c:v>
                </c:pt>
                <c:pt idx="206">
                  <c:v>1.230631E-4</c:v>
                </c:pt>
                <c:pt idx="207">
                  <c:v>1.154881E-4</c:v>
                </c:pt>
                <c:pt idx="208">
                  <c:v>1.073925E-4</c:v>
                </c:pt>
                <c:pt idx="209">
                  <c:v>1.004471E-4</c:v>
                </c:pt>
                <c:pt idx="210">
                  <c:v>9.6796369999999998E-5</c:v>
                </c:pt>
                <c:pt idx="211">
                  <c:v>8.9711160000000007E-5</c:v>
                </c:pt>
                <c:pt idx="212">
                  <c:v>8.713192E-5</c:v>
                </c:pt>
                <c:pt idx="213">
                  <c:v>8.262245E-5</c:v>
                </c:pt>
                <c:pt idx="214">
                  <c:v>7.8146049999999997E-5</c:v>
                </c:pt>
                <c:pt idx="215">
                  <c:v>7.2918019999999997E-5</c:v>
                </c:pt>
                <c:pt idx="216">
                  <c:v>6.8942819999999995E-5</c:v>
                </c:pt>
                <c:pt idx="217">
                  <c:v>6.5686170000000006E-5</c:v>
                </c:pt>
                <c:pt idx="218">
                  <c:v>6.2310109999999999E-5</c:v>
                </c:pt>
                <c:pt idx="219">
                  <c:v>5.9598870000000001E-5</c:v>
                </c:pt>
                <c:pt idx="220">
                  <c:v>5.6353500000000002E-5</c:v>
                </c:pt>
                <c:pt idx="221">
                  <c:v>5.4426989999999998E-5</c:v>
                </c:pt>
                <c:pt idx="222">
                  <c:v>5.1048650000000001E-5</c:v>
                </c:pt>
                <c:pt idx="223">
                  <c:v>4.843104E-5</c:v>
                </c:pt>
                <c:pt idx="224">
                  <c:v>4.5908899999999997E-5</c:v>
                </c:pt>
                <c:pt idx="225">
                  <c:v>4.5240949999999999E-5</c:v>
                </c:pt>
                <c:pt idx="226">
                  <c:v>4.2677930000000002E-5</c:v>
                </c:pt>
                <c:pt idx="227">
                  <c:v>4.1388379999999997E-5</c:v>
                </c:pt>
                <c:pt idx="228">
                  <c:v>3.8634009999999997E-5</c:v>
                </c:pt>
                <c:pt idx="229">
                  <c:v>3.6654040000000001E-5</c:v>
                </c:pt>
                <c:pt idx="230">
                  <c:v>3.5494290000000003E-5</c:v>
                </c:pt>
                <c:pt idx="231">
                  <c:v>3.2994780000000003E-5</c:v>
                </c:pt>
                <c:pt idx="232">
                  <c:v>3.4777380000000002E-5</c:v>
                </c:pt>
                <c:pt idx="233">
                  <c:v>3.373605E-5</c:v>
                </c:pt>
                <c:pt idx="234">
                  <c:v>3.225517E-5</c:v>
                </c:pt>
                <c:pt idx="235">
                  <c:v>3.1598050000000001E-5</c:v>
                </c:pt>
                <c:pt idx="236">
                  <c:v>2.8972360000000001E-5</c:v>
                </c:pt>
                <c:pt idx="237">
                  <c:v>2.9929590000000002E-5</c:v>
                </c:pt>
                <c:pt idx="238">
                  <c:v>2.7747939999999998E-5</c:v>
                </c:pt>
                <c:pt idx="239">
                  <c:v>2.6673550000000001E-5</c:v>
                </c:pt>
                <c:pt idx="240">
                  <c:v>2.5632549999999999E-5</c:v>
                </c:pt>
                <c:pt idx="241">
                  <c:v>2.513221E-5</c:v>
                </c:pt>
                <c:pt idx="242">
                  <c:v>2.3827980000000002E-5</c:v>
                </c:pt>
                <c:pt idx="243">
                  <c:v>2.2207370000000001E-5</c:v>
                </c:pt>
                <c:pt idx="244">
                  <c:v>2.4406769999999999E-5</c:v>
                </c:pt>
                <c:pt idx="245">
                  <c:v>2.336237E-5</c:v>
                </c:pt>
                <c:pt idx="246">
                  <c:v>2.3510409999999998E-5</c:v>
                </c:pt>
                <c:pt idx="247">
                  <c:v>2.382849E-5</c:v>
                </c:pt>
                <c:pt idx="248">
                  <c:v>2.3085509999999998E-5</c:v>
                </c:pt>
                <c:pt idx="249">
                  <c:v>2.4208310000000001E-5</c:v>
                </c:pt>
                <c:pt idx="250">
                  <c:v>2.1855010000000001E-5</c:v>
                </c:pt>
                <c:pt idx="251">
                  <c:v>2.201619E-5</c:v>
                </c:pt>
                <c:pt idx="252">
                  <c:v>2.212656E-5</c:v>
                </c:pt>
                <c:pt idx="253">
                  <c:v>1.9801120000000001E-5</c:v>
                </c:pt>
                <c:pt idx="254">
                  <c:v>2.0924810000000001E-5</c:v>
                </c:pt>
                <c:pt idx="255">
                  <c:v>2.0643420000000001E-5</c:v>
                </c:pt>
                <c:pt idx="256">
                  <c:v>1.9724020000000001E-5</c:v>
                </c:pt>
                <c:pt idx="257">
                  <c:v>2.0786269999999999E-5</c:v>
                </c:pt>
                <c:pt idx="258">
                  <c:v>1.9178929999999999E-5</c:v>
                </c:pt>
                <c:pt idx="259">
                  <c:v>1.9483990000000001E-5</c:v>
                </c:pt>
                <c:pt idx="260">
                  <c:v>2.0763449999999999E-5</c:v>
                </c:pt>
                <c:pt idx="261">
                  <c:v>2.0153230000000001E-5</c:v>
                </c:pt>
                <c:pt idx="262">
                  <c:v>1.9633609999999999E-5</c:v>
                </c:pt>
                <c:pt idx="263">
                  <c:v>1.8689160000000001E-5</c:v>
                </c:pt>
                <c:pt idx="264">
                  <c:v>1.840905E-5</c:v>
                </c:pt>
                <c:pt idx="265">
                  <c:v>1.7599080000000001E-5</c:v>
                </c:pt>
                <c:pt idx="266">
                  <c:v>2.077199E-5</c:v>
                </c:pt>
                <c:pt idx="267">
                  <c:v>1.8205429999999999E-5</c:v>
                </c:pt>
                <c:pt idx="268">
                  <c:v>1.9766759999999999E-5</c:v>
                </c:pt>
                <c:pt idx="269">
                  <c:v>1.850582E-5</c:v>
                </c:pt>
                <c:pt idx="270">
                  <c:v>1.860874E-5</c:v>
                </c:pt>
                <c:pt idx="271">
                  <c:v>1.7355779999999999E-5</c:v>
                </c:pt>
                <c:pt idx="272">
                  <c:v>1.7776899999999999E-5</c:v>
                </c:pt>
                <c:pt idx="273">
                  <c:v>2.0273050000000001E-5</c:v>
                </c:pt>
                <c:pt idx="274">
                  <c:v>2.020708E-5</c:v>
                </c:pt>
                <c:pt idx="275">
                  <c:v>1.8873200000000001E-5</c:v>
                </c:pt>
                <c:pt idx="276">
                  <c:v>1.8880199999999999E-5</c:v>
                </c:pt>
                <c:pt idx="277">
                  <c:v>1.7111289999999999E-5</c:v>
                </c:pt>
                <c:pt idx="278">
                  <c:v>1.994985E-5</c:v>
                </c:pt>
                <c:pt idx="279">
                  <c:v>1.9228129999999998E-5</c:v>
                </c:pt>
                <c:pt idx="280">
                  <c:v>1.8774279999999999E-5</c:v>
                </c:pt>
                <c:pt idx="281">
                  <c:v>1.87076E-5</c:v>
                </c:pt>
                <c:pt idx="282">
                  <c:v>1.5981520000000001E-5</c:v>
                </c:pt>
                <c:pt idx="283">
                  <c:v>1.7964179999999998E-5</c:v>
                </c:pt>
                <c:pt idx="284">
                  <c:v>1.793732E-5</c:v>
                </c:pt>
                <c:pt idx="285">
                  <c:v>1.978542E-5</c:v>
                </c:pt>
                <c:pt idx="286">
                  <c:v>1.9357540000000002E-5</c:v>
                </c:pt>
                <c:pt idx="287">
                  <c:v>1.825504E-5</c:v>
                </c:pt>
                <c:pt idx="288">
                  <c:v>1.7101150000000001E-5</c:v>
                </c:pt>
                <c:pt idx="289">
                  <c:v>1.7634190000000001E-5</c:v>
                </c:pt>
                <c:pt idx="290">
                  <c:v>1.7502229999999999E-5</c:v>
                </c:pt>
                <c:pt idx="291">
                  <c:v>1.9179169999999999E-5</c:v>
                </c:pt>
                <c:pt idx="292">
                  <c:v>1.9220320000000001E-5</c:v>
                </c:pt>
                <c:pt idx="293">
                  <c:v>1.8530419999999999E-5</c:v>
                </c:pt>
                <c:pt idx="294">
                  <c:v>1.8674989999999999E-5</c:v>
                </c:pt>
                <c:pt idx="295">
                  <c:v>1.730929E-5</c:v>
                </c:pt>
                <c:pt idx="296">
                  <c:v>1.7068400000000001E-5</c:v>
                </c:pt>
                <c:pt idx="297">
                  <c:v>1.789838E-5</c:v>
                </c:pt>
                <c:pt idx="298">
                  <c:v>1.952882E-5</c:v>
                </c:pt>
                <c:pt idx="299">
                  <c:v>1.998274E-5</c:v>
                </c:pt>
                <c:pt idx="300">
                  <c:v>1.8946889999999999E-5</c:v>
                </c:pt>
                <c:pt idx="301">
                  <c:v>2.142216E-5</c:v>
                </c:pt>
                <c:pt idx="302">
                  <c:v>1.545843E-5</c:v>
                </c:pt>
                <c:pt idx="303">
                  <c:v>1.849261E-5</c:v>
                </c:pt>
                <c:pt idx="304">
                  <c:v>1.9023169999999999E-5</c:v>
                </c:pt>
                <c:pt idx="305">
                  <c:v>1.9143E-5</c:v>
                </c:pt>
                <c:pt idx="306">
                  <c:v>1.709048E-5</c:v>
                </c:pt>
                <c:pt idx="307">
                  <c:v>1.684206E-5</c:v>
                </c:pt>
                <c:pt idx="308">
                  <c:v>1.743178E-5</c:v>
                </c:pt>
                <c:pt idx="309">
                  <c:v>1.9070960000000001E-5</c:v>
                </c:pt>
                <c:pt idx="310">
                  <c:v>1.9274470000000001E-5</c:v>
                </c:pt>
                <c:pt idx="311">
                  <c:v>2.0906869999999999E-5</c:v>
                </c:pt>
                <c:pt idx="312">
                  <c:v>1.7404879999999999E-5</c:v>
                </c:pt>
                <c:pt idx="313">
                  <c:v>1.931063E-5</c:v>
                </c:pt>
                <c:pt idx="314">
                  <c:v>1.96871E-5</c:v>
                </c:pt>
                <c:pt idx="315">
                  <c:v>1.8376580000000002E-5</c:v>
                </c:pt>
                <c:pt idx="316">
                  <c:v>1.7610279999999998E-5</c:v>
                </c:pt>
                <c:pt idx="317">
                  <c:v>1.804029E-5</c:v>
                </c:pt>
                <c:pt idx="318">
                  <c:v>1.9513430000000001E-5</c:v>
                </c:pt>
                <c:pt idx="319">
                  <c:v>2.0103699999999999E-5</c:v>
                </c:pt>
                <c:pt idx="320">
                  <c:v>1.8068759999999999E-5</c:v>
                </c:pt>
                <c:pt idx="321">
                  <c:v>1.795578E-5</c:v>
                </c:pt>
                <c:pt idx="322">
                  <c:v>1.9624730000000001E-5</c:v>
                </c:pt>
                <c:pt idx="323">
                  <c:v>1.9281509999999999E-5</c:v>
                </c:pt>
                <c:pt idx="324">
                  <c:v>1.6766689999999999E-5</c:v>
                </c:pt>
                <c:pt idx="325">
                  <c:v>1.842814E-5</c:v>
                </c:pt>
                <c:pt idx="326">
                  <c:v>2.094408E-5</c:v>
                </c:pt>
                <c:pt idx="327">
                  <c:v>1.8922900000000001E-5</c:v>
                </c:pt>
                <c:pt idx="328">
                  <c:v>1.7406919999999999E-5</c:v>
                </c:pt>
                <c:pt idx="329">
                  <c:v>1.8875499999999999E-5</c:v>
                </c:pt>
                <c:pt idx="330">
                  <c:v>1.976028E-5</c:v>
                </c:pt>
                <c:pt idx="331">
                  <c:v>1.8494220000000001E-5</c:v>
                </c:pt>
                <c:pt idx="332">
                  <c:v>2.011776E-5</c:v>
                </c:pt>
                <c:pt idx="333">
                  <c:v>1.9178870000000002E-5</c:v>
                </c:pt>
                <c:pt idx="334">
                  <c:v>1.9643970000000002E-5</c:v>
                </c:pt>
                <c:pt idx="335">
                  <c:v>2.14009E-5</c:v>
                </c:pt>
                <c:pt idx="336">
                  <c:v>1.9268410000000001E-5</c:v>
                </c:pt>
                <c:pt idx="337">
                  <c:v>2.0563310000000001E-5</c:v>
                </c:pt>
                <c:pt idx="338">
                  <c:v>2.137106E-5</c:v>
                </c:pt>
                <c:pt idx="339">
                  <c:v>2.071984E-5</c:v>
                </c:pt>
                <c:pt idx="340">
                  <c:v>1.983918E-5</c:v>
                </c:pt>
                <c:pt idx="341">
                  <c:v>1.831147E-5</c:v>
                </c:pt>
                <c:pt idx="342">
                  <c:v>2.0512170000000001E-5</c:v>
                </c:pt>
                <c:pt idx="343">
                  <c:v>1.769869E-5</c:v>
                </c:pt>
                <c:pt idx="344">
                  <c:v>2.006536E-5</c:v>
                </c:pt>
                <c:pt idx="345">
                  <c:v>2.117277E-5</c:v>
                </c:pt>
                <c:pt idx="346">
                  <c:v>1.943723E-5</c:v>
                </c:pt>
                <c:pt idx="347">
                  <c:v>1.7176560000000001E-5</c:v>
                </c:pt>
                <c:pt idx="348">
                  <c:v>1.415671E-5</c:v>
                </c:pt>
                <c:pt idx="349">
                  <c:v>1.6851670000000001E-5</c:v>
                </c:pt>
                <c:pt idx="350">
                  <c:v>1.7984950000000001E-5</c:v>
                </c:pt>
                <c:pt idx="351">
                  <c:v>1.5566139999999999E-5</c:v>
                </c:pt>
                <c:pt idx="352">
                  <c:v>1.6765379999999999E-5</c:v>
                </c:pt>
                <c:pt idx="353">
                  <c:v>1.9871300000000001E-5</c:v>
                </c:pt>
                <c:pt idx="354">
                  <c:v>1.916786E-5</c:v>
                </c:pt>
                <c:pt idx="355">
                  <c:v>2.0413990000000001E-5</c:v>
                </c:pt>
                <c:pt idx="356">
                  <c:v>1.6138649999999998E-5</c:v>
                </c:pt>
                <c:pt idx="357">
                  <c:v>2.2530220000000001E-5</c:v>
                </c:pt>
                <c:pt idx="358">
                  <c:v>2.3686930000000001E-5</c:v>
                </c:pt>
                <c:pt idx="359">
                  <c:v>1.763278E-5</c:v>
                </c:pt>
                <c:pt idx="360">
                  <c:v>1.8649050000000001E-5</c:v>
                </c:pt>
                <c:pt idx="361">
                  <c:v>1.865132E-5</c:v>
                </c:pt>
                <c:pt idx="362">
                  <c:v>2.2998520000000002E-5</c:v>
                </c:pt>
                <c:pt idx="363">
                  <c:v>2.2554649999999999E-5</c:v>
                </c:pt>
                <c:pt idx="364">
                  <c:v>2.0903809999999999E-5</c:v>
                </c:pt>
                <c:pt idx="365">
                  <c:v>2.085177E-5</c:v>
                </c:pt>
                <c:pt idx="366">
                  <c:v>2.3371659999999999E-5</c:v>
                </c:pt>
                <c:pt idx="367">
                  <c:v>2.2566930000000001E-5</c:v>
                </c:pt>
                <c:pt idx="368">
                  <c:v>1.7855490000000001E-5</c:v>
                </c:pt>
                <c:pt idx="369">
                  <c:v>2.190319E-5</c:v>
                </c:pt>
                <c:pt idx="370">
                  <c:v>2.1174530000000001E-5</c:v>
                </c:pt>
                <c:pt idx="371">
                  <c:v>2.0413099999999999E-5</c:v>
                </c:pt>
                <c:pt idx="372">
                  <c:v>1.5309879999999999E-5</c:v>
                </c:pt>
                <c:pt idx="373">
                  <c:v>1.9814899999999999E-5</c:v>
                </c:pt>
                <c:pt idx="374">
                  <c:v>2.1252800000000001E-5</c:v>
                </c:pt>
                <c:pt idx="375">
                  <c:v>1.943273E-5</c:v>
                </c:pt>
                <c:pt idx="376">
                  <c:v>2.0812790000000001E-5</c:v>
                </c:pt>
                <c:pt idx="377">
                  <c:v>2.0589389999999999E-5</c:v>
                </c:pt>
                <c:pt idx="378">
                  <c:v>2.1561719999999999E-5</c:v>
                </c:pt>
                <c:pt idx="379">
                  <c:v>2.170239E-5</c:v>
                </c:pt>
                <c:pt idx="380">
                  <c:v>1.7963630000000001E-5</c:v>
                </c:pt>
                <c:pt idx="381">
                  <c:v>1.950679E-5</c:v>
                </c:pt>
                <c:pt idx="382">
                  <c:v>2.0505839999999999E-5</c:v>
                </c:pt>
                <c:pt idx="383">
                  <c:v>2.3346510000000002E-5</c:v>
                </c:pt>
                <c:pt idx="384">
                  <c:v>1.9385789999999999E-5</c:v>
                </c:pt>
                <c:pt idx="385">
                  <c:v>1.632872E-5</c:v>
                </c:pt>
                <c:pt idx="386">
                  <c:v>2.3609200000000001E-5</c:v>
                </c:pt>
                <c:pt idx="387">
                  <c:v>1.5686190000000002E-5</c:v>
                </c:pt>
                <c:pt idx="388">
                  <c:v>2.6551999999999999E-5</c:v>
                </c:pt>
                <c:pt idx="389">
                  <c:v>1.472969E-5</c:v>
                </c:pt>
                <c:pt idx="390">
                  <c:v>1.8929009999999999E-5</c:v>
                </c:pt>
                <c:pt idx="391">
                  <c:v>1.8705140000000001E-5</c:v>
                </c:pt>
                <c:pt idx="392">
                  <c:v>2.0389630000000001E-5</c:v>
                </c:pt>
                <c:pt idx="393">
                  <c:v>2.399156E-5</c:v>
                </c:pt>
                <c:pt idx="394">
                  <c:v>2.4265120000000001E-5</c:v>
                </c:pt>
                <c:pt idx="395">
                  <c:v>2.1142180000000001E-5</c:v>
                </c:pt>
                <c:pt idx="396">
                  <c:v>2.392977E-5</c:v>
                </c:pt>
                <c:pt idx="397">
                  <c:v>2.2264330000000002E-5</c:v>
                </c:pt>
                <c:pt idx="398">
                  <c:v>2.0403599999999999E-5</c:v>
                </c:pt>
                <c:pt idx="399">
                  <c:v>3.353428E-5</c:v>
                </c:pt>
                <c:pt idx="400">
                  <c:v>1.8411200000000001E-5</c:v>
                </c:pt>
              </c:numCache>
            </c:numRef>
          </c:val>
          <c:smooth val="0"/>
          <c:extLst>
            <c:ext xmlns:c16="http://schemas.microsoft.com/office/drawing/2014/chart" uri="{C3380CC4-5D6E-409C-BE32-E72D297353CC}">
              <c16:uniqueId val="{00000000-A38B-4E70-8EBB-83C7A5C202D7}"/>
            </c:ext>
          </c:extLst>
        </c:ser>
        <c:ser>
          <c:idx val="1"/>
          <c:order val="1"/>
          <c:tx>
            <c:strRef>
              <c:f>Sheet1!$H$2</c:f>
              <c:strCache>
                <c:ptCount val="1"/>
                <c:pt idx="0">
                  <c:v>G217.2</c:v>
                </c:pt>
              </c:strCache>
            </c:strRef>
          </c:tx>
          <c:spPr>
            <a:ln w="28575" cap="rnd">
              <a:solidFill>
                <a:schemeClr val="accent6"/>
              </a:solidFill>
              <a:round/>
            </a:ln>
            <a:effectLst/>
          </c:spPr>
          <c:marker>
            <c:symbol val="none"/>
          </c:marker>
          <c:val>
            <c:numRef>
              <c:f>Sheet1!$H$3:$H$403</c:f>
              <c:numCache>
                <c:formatCode>General</c:formatCode>
                <c:ptCount val="401"/>
                <c:pt idx="0">
                  <c:v>8.6256589999999996E-5</c:v>
                </c:pt>
                <c:pt idx="1">
                  <c:v>8.1044049999999995E-5</c:v>
                </c:pt>
                <c:pt idx="2">
                  <c:v>7.0224110000000005E-5</c:v>
                </c:pt>
                <c:pt idx="3">
                  <c:v>6.6658700000000006E-5</c:v>
                </c:pt>
                <c:pt idx="4">
                  <c:v>5.4095670000000002E-5</c:v>
                </c:pt>
                <c:pt idx="5">
                  <c:v>5.4621730000000001E-5</c:v>
                </c:pt>
                <c:pt idx="6">
                  <c:v>4.8614749999999997E-5</c:v>
                </c:pt>
                <c:pt idx="7">
                  <c:v>4.4542380000000001E-5</c:v>
                </c:pt>
                <c:pt idx="8">
                  <c:v>4.4814010000000002E-5</c:v>
                </c:pt>
                <c:pt idx="9">
                  <c:v>4.3588540000000001E-5</c:v>
                </c:pt>
                <c:pt idx="10">
                  <c:v>4.0715230000000002E-5</c:v>
                </c:pt>
                <c:pt idx="11">
                  <c:v>3.6489319999999998E-5</c:v>
                </c:pt>
                <c:pt idx="12">
                  <c:v>3.4994350000000001E-5</c:v>
                </c:pt>
                <c:pt idx="13">
                  <c:v>3.5320629999999997E-5</c:v>
                </c:pt>
                <c:pt idx="14">
                  <c:v>3.1314160000000003E-5</c:v>
                </c:pt>
                <c:pt idx="15">
                  <c:v>3.1254819999999999E-5</c:v>
                </c:pt>
                <c:pt idx="16">
                  <c:v>2.9549680000000001E-5</c:v>
                </c:pt>
                <c:pt idx="17">
                  <c:v>2.6428520000000001E-5</c:v>
                </c:pt>
                <c:pt idx="18">
                  <c:v>2.8747870000000001E-5</c:v>
                </c:pt>
                <c:pt idx="19">
                  <c:v>2.5386069999999999E-5</c:v>
                </c:pt>
                <c:pt idx="20">
                  <c:v>2.3430549999999999E-5</c:v>
                </c:pt>
                <c:pt idx="21">
                  <c:v>2.2315679999999999E-5</c:v>
                </c:pt>
                <c:pt idx="22">
                  <c:v>2.3809910000000001E-5</c:v>
                </c:pt>
                <c:pt idx="23">
                  <c:v>2.067261E-5</c:v>
                </c:pt>
                <c:pt idx="24">
                  <c:v>1.8888070000000001E-5</c:v>
                </c:pt>
                <c:pt idx="25">
                  <c:v>1.744622E-5</c:v>
                </c:pt>
                <c:pt idx="26">
                  <c:v>1.9745090000000001E-5</c:v>
                </c:pt>
                <c:pt idx="27">
                  <c:v>1.838251E-5</c:v>
                </c:pt>
                <c:pt idx="28">
                  <c:v>1.931635E-5</c:v>
                </c:pt>
                <c:pt idx="29">
                  <c:v>1.6986890000000001E-5</c:v>
                </c:pt>
                <c:pt idx="30">
                  <c:v>1.6757470000000001E-5</c:v>
                </c:pt>
                <c:pt idx="31">
                  <c:v>1.711701E-5</c:v>
                </c:pt>
                <c:pt idx="32">
                  <c:v>1.5848499999999999E-5</c:v>
                </c:pt>
                <c:pt idx="33">
                  <c:v>1.5725869999999999E-5</c:v>
                </c:pt>
                <c:pt idx="34">
                  <c:v>1.567008E-5</c:v>
                </c:pt>
                <c:pt idx="35">
                  <c:v>1.426612E-5</c:v>
                </c:pt>
                <c:pt idx="36">
                  <c:v>1.617078E-5</c:v>
                </c:pt>
                <c:pt idx="37">
                  <c:v>1.434749E-5</c:v>
                </c:pt>
                <c:pt idx="38">
                  <c:v>1.5742030000000001E-5</c:v>
                </c:pt>
                <c:pt idx="39">
                  <c:v>1.4109810000000001E-5</c:v>
                </c:pt>
                <c:pt idx="40">
                  <c:v>1.520285E-5</c:v>
                </c:pt>
                <c:pt idx="41">
                  <c:v>1.564757E-5</c:v>
                </c:pt>
                <c:pt idx="42">
                  <c:v>1.393839E-5</c:v>
                </c:pt>
                <c:pt idx="43">
                  <c:v>1.34062E-5</c:v>
                </c:pt>
                <c:pt idx="44">
                  <c:v>1.462292E-5</c:v>
                </c:pt>
                <c:pt idx="45">
                  <c:v>1.3966209999999999E-5</c:v>
                </c:pt>
                <c:pt idx="46">
                  <c:v>1.2373499999999999E-5</c:v>
                </c:pt>
                <c:pt idx="47">
                  <c:v>1.289753E-5</c:v>
                </c:pt>
                <c:pt idx="48">
                  <c:v>1.42449E-5</c:v>
                </c:pt>
                <c:pt idx="49">
                  <c:v>1.46383E-5</c:v>
                </c:pt>
                <c:pt idx="50">
                  <c:v>1.2233960000000001E-5</c:v>
                </c:pt>
                <c:pt idx="51">
                  <c:v>1.3314619999999999E-5</c:v>
                </c:pt>
                <c:pt idx="52">
                  <c:v>1.500774E-5</c:v>
                </c:pt>
                <c:pt idx="53">
                  <c:v>1.405377E-5</c:v>
                </c:pt>
                <c:pt idx="54">
                  <c:v>1.310991E-5</c:v>
                </c:pt>
                <c:pt idx="55">
                  <c:v>1.284415E-5</c:v>
                </c:pt>
                <c:pt idx="56">
                  <c:v>1.25645E-5</c:v>
                </c:pt>
                <c:pt idx="57">
                  <c:v>1.188148E-5</c:v>
                </c:pt>
                <c:pt idx="58">
                  <c:v>1.152651E-5</c:v>
                </c:pt>
                <c:pt idx="59">
                  <c:v>1.5259680000000001E-5</c:v>
                </c:pt>
                <c:pt idx="60">
                  <c:v>1.284432E-5</c:v>
                </c:pt>
                <c:pt idx="61">
                  <c:v>1.2776600000000001E-5</c:v>
                </c:pt>
                <c:pt idx="62">
                  <c:v>1.346003E-5</c:v>
                </c:pt>
                <c:pt idx="63">
                  <c:v>1.503428E-5</c:v>
                </c:pt>
                <c:pt idx="64">
                  <c:v>1.582759E-5</c:v>
                </c:pt>
                <c:pt idx="65">
                  <c:v>1.5610440000000002E-5</c:v>
                </c:pt>
                <c:pt idx="66">
                  <c:v>1.29734E-5</c:v>
                </c:pt>
                <c:pt idx="67">
                  <c:v>1.520869E-5</c:v>
                </c:pt>
                <c:pt idx="68">
                  <c:v>1.6721539999999998E-5</c:v>
                </c:pt>
                <c:pt idx="69">
                  <c:v>1.6010930000000002E-5</c:v>
                </c:pt>
                <c:pt idx="70">
                  <c:v>1.6471660000000001E-5</c:v>
                </c:pt>
                <c:pt idx="71">
                  <c:v>1.6363339999999999E-5</c:v>
                </c:pt>
                <c:pt idx="72">
                  <c:v>1.771559E-5</c:v>
                </c:pt>
                <c:pt idx="73">
                  <c:v>1.8458140000000001E-5</c:v>
                </c:pt>
                <c:pt idx="74">
                  <c:v>2.0586030000000001E-5</c:v>
                </c:pt>
                <c:pt idx="75">
                  <c:v>2.1683130000000001E-5</c:v>
                </c:pt>
                <c:pt idx="76">
                  <c:v>2.1780389999999998E-5</c:v>
                </c:pt>
                <c:pt idx="77">
                  <c:v>2.199008E-5</c:v>
                </c:pt>
                <c:pt idx="78">
                  <c:v>2.5598910000000001E-5</c:v>
                </c:pt>
                <c:pt idx="79">
                  <c:v>2.998018E-5</c:v>
                </c:pt>
                <c:pt idx="80">
                  <c:v>3.189735E-5</c:v>
                </c:pt>
                <c:pt idx="81">
                  <c:v>3.4807719999999997E-5</c:v>
                </c:pt>
                <c:pt idx="82">
                  <c:v>3.727329E-5</c:v>
                </c:pt>
                <c:pt idx="83">
                  <c:v>4.0793429999999997E-5</c:v>
                </c:pt>
                <c:pt idx="84">
                  <c:v>4.574515E-5</c:v>
                </c:pt>
                <c:pt idx="85">
                  <c:v>4.9890669999999998E-5</c:v>
                </c:pt>
                <c:pt idx="86">
                  <c:v>5.3778669999999999E-5</c:v>
                </c:pt>
                <c:pt idx="87">
                  <c:v>6.2279629999999994E-5</c:v>
                </c:pt>
                <c:pt idx="88">
                  <c:v>6.9090059999999995E-5</c:v>
                </c:pt>
                <c:pt idx="89">
                  <c:v>7.7891879999999997E-5</c:v>
                </c:pt>
                <c:pt idx="90">
                  <c:v>8.9522640000000005E-5</c:v>
                </c:pt>
                <c:pt idx="91">
                  <c:v>9.9299339999999996E-5</c:v>
                </c:pt>
                <c:pt idx="92">
                  <c:v>1.104481E-4</c:v>
                </c:pt>
                <c:pt idx="93">
                  <c:v>1.2648889999999999E-4</c:v>
                </c:pt>
                <c:pt idx="94">
                  <c:v>1.4558139999999999E-4</c:v>
                </c:pt>
                <c:pt idx="95">
                  <c:v>1.6240800000000001E-4</c:v>
                </c:pt>
                <c:pt idx="96">
                  <c:v>1.8536949999999999E-4</c:v>
                </c:pt>
                <c:pt idx="97">
                  <c:v>2.1115770000000001E-4</c:v>
                </c:pt>
                <c:pt idx="98">
                  <c:v>2.407086E-4</c:v>
                </c:pt>
                <c:pt idx="99">
                  <c:v>2.7204980000000001E-4</c:v>
                </c:pt>
                <c:pt idx="100">
                  <c:v>3.0919500000000001E-4</c:v>
                </c:pt>
                <c:pt idx="101">
                  <c:v>3.5701260000000002E-4</c:v>
                </c:pt>
                <c:pt idx="102">
                  <c:v>4.0110200000000002E-4</c:v>
                </c:pt>
                <c:pt idx="103">
                  <c:v>4.5143979999999999E-4</c:v>
                </c:pt>
                <c:pt idx="104">
                  <c:v>5.1077819999999999E-4</c:v>
                </c:pt>
                <c:pt idx="105">
                  <c:v>5.8541159999999997E-4</c:v>
                </c:pt>
                <c:pt idx="106">
                  <c:v>6.6122570000000001E-4</c:v>
                </c:pt>
                <c:pt idx="107">
                  <c:v>7.5313330000000001E-4</c:v>
                </c:pt>
                <c:pt idx="108">
                  <c:v>8.5524389999999998E-4</c:v>
                </c:pt>
                <c:pt idx="109">
                  <c:v>9.6779780000000001E-4</c:v>
                </c:pt>
                <c:pt idx="110">
                  <c:v>1.097762E-3</c:v>
                </c:pt>
                <c:pt idx="111">
                  <c:v>1.2492E-3</c:v>
                </c:pt>
                <c:pt idx="112">
                  <c:v>1.409521E-3</c:v>
                </c:pt>
                <c:pt idx="113">
                  <c:v>1.591879E-3</c:v>
                </c:pt>
                <c:pt idx="114">
                  <c:v>1.8065690000000001E-3</c:v>
                </c:pt>
                <c:pt idx="115">
                  <c:v>2.03017E-3</c:v>
                </c:pt>
                <c:pt idx="116">
                  <c:v>2.2838609999999999E-3</c:v>
                </c:pt>
                <c:pt idx="117">
                  <c:v>2.5578770000000001E-3</c:v>
                </c:pt>
                <c:pt idx="118">
                  <c:v>2.8606220000000002E-3</c:v>
                </c:pt>
                <c:pt idx="119">
                  <c:v>3.1795009999999999E-3</c:v>
                </c:pt>
                <c:pt idx="120">
                  <c:v>3.5207459999999999E-3</c:v>
                </c:pt>
                <c:pt idx="121">
                  <c:v>3.893114E-3</c:v>
                </c:pt>
                <c:pt idx="122">
                  <c:v>4.3000599999999996E-3</c:v>
                </c:pt>
                <c:pt idx="123">
                  <c:v>4.7134630000000002E-3</c:v>
                </c:pt>
                <c:pt idx="124">
                  <c:v>5.1454150000000004E-3</c:v>
                </c:pt>
                <c:pt idx="125">
                  <c:v>5.5933909999999996E-3</c:v>
                </c:pt>
                <c:pt idx="126">
                  <c:v>6.0791320000000001E-3</c:v>
                </c:pt>
                <c:pt idx="127">
                  <c:v>6.5701070000000004E-3</c:v>
                </c:pt>
                <c:pt idx="128">
                  <c:v>7.0382589999999998E-3</c:v>
                </c:pt>
                <c:pt idx="129">
                  <c:v>7.5119389999999996E-3</c:v>
                </c:pt>
                <c:pt idx="130">
                  <c:v>7.9723199999999998E-3</c:v>
                </c:pt>
                <c:pt idx="131">
                  <c:v>8.4138660000000007E-3</c:v>
                </c:pt>
                <c:pt idx="132">
                  <c:v>8.8273320000000002E-3</c:v>
                </c:pt>
                <c:pt idx="133">
                  <c:v>9.2503789999999995E-3</c:v>
                </c:pt>
                <c:pt idx="134">
                  <c:v>9.6263100000000008E-3</c:v>
                </c:pt>
                <c:pt idx="135">
                  <c:v>9.9756099999999993E-3</c:v>
                </c:pt>
                <c:pt idx="136">
                  <c:v>1.030555E-2</c:v>
                </c:pt>
                <c:pt idx="137">
                  <c:v>1.0556609999999999E-2</c:v>
                </c:pt>
                <c:pt idx="138">
                  <c:v>1.074314E-2</c:v>
                </c:pt>
                <c:pt idx="139">
                  <c:v>1.096638E-2</c:v>
                </c:pt>
                <c:pt idx="140">
                  <c:v>1.100632E-2</c:v>
                </c:pt>
                <c:pt idx="141">
                  <c:v>1.103348E-2</c:v>
                </c:pt>
                <c:pt idx="142">
                  <c:v>1.101772E-2</c:v>
                </c:pt>
                <c:pt idx="143">
                  <c:v>1.094064E-2</c:v>
                </c:pt>
                <c:pt idx="144">
                  <c:v>1.0805179999999999E-2</c:v>
                </c:pt>
                <c:pt idx="145">
                  <c:v>1.0637260000000001E-2</c:v>
                </c:pt>
                <c:pt idx="146">
                  <c:v>1.040247E-2</c:v>
                </c:pt>
                <c:pt idx="147">
                  <c:v>1.01347E-2</c:v>
                </c:pt>
                <c:pt idx="148">
                  <c:v>9.8336389999999999E-3</c:v>
                </c:pt>
                <c:pt idx="149">
                  <c:v>9.477638E-3</c:v>
                </c:pt>
                <c:pt idx="150">
                  <c:v>9.0842809999999996E-3</c:v>
                </c:pt>
                <c:pt idx="151">
                  <c:v>8.7400150000000003E-3</c:v>
                </c:pt>
                <c:pt idx="152">
                  <c:v>8.3169769999999997E-3</c:v>
                </c:pt>
                <c:pt idx="153">
                  <c:v>7.9285710000000006E-3</c:v>
                </c:pt>
                <c:pt idx="154">
                  <c:v>7.5063830000000002E-3</c:v>
                </c:pt>
                <c:pt idx="155">
                  <c:v>7.1055149999999997E-3</c:v>
                </c:pt>
                <c:pt idx="156">
                  <c:v>6.6982120000000003E-3</c:v>
                </c:pt>
                <c:pt idx="157">
                  <c:v>6.318883E-3</c:v>
                </c:pt>
                <c:pt idx="158">
                  <c:v>5.9390509999999999E-3</c:v>
                </c:pt>
                <c:pt idx="159">
                  <c:v>5.5782879999999998E-3</c:v>
                </c:pt>
                <c:pt idx="160">
                  <c:v>5.2442360000000002E-3</c:v>
                </c:pt>
                <c:pt idx="161">
                  <c:v>4.9379300000000001E-3</c:v>
                </c:pt>
                <c:pt idx="162">
                  <c:v>4.6560320000000001E-3</c:v>
                </c:pt>
                <c:pt idx="163">
                  <c:v>4.3830759999999996E-3</c:v>
                </c:pt>
                <c:pt idx="164">
                  <c:v>4.1286830000000002E-3</c:v>
                </c:pt>
                <c:pt idx="165">
                  <c:v>3.8986720000000002E-3</c:v>
                </c:pt>
                <c:pt idx="166">
                  <c:v>3.6660709999999999E-3</c:v>
                </c:pt>
                <c:pt idx="167">
                  <c:v>3.4566359999999999E-3</c:v>
                </c:pt>
                <c:pt idx="168">
                  <c:v>3.2517990000000001E-3</c:v>
                </c:pt>
                <c:pt idx="169">
                  <c:v>3.0657620000000001E-3</c:v>
                </c:pt>
                <c:pt idx="170">
                  <c:v>2.8752119999999998E-3</c:v>
                </c:pt>
                <c:pt idx="171">
                  <c:v>2.6769110000000001E-3</c:v>
                </c:pt>
                <c:pt idx="172">
                  <c:v>2.5204609999999999E-3</c:v>
                </c:pt>
                <c:pt idx="173">
                  <c:v>2.3639329999999999E-3</c:v>
                </c:pt>
                <c:pt idx="174">
                  <c:v>2.201719E-3</c:v>
                </c:pt>
                <c:pt idx="175">
                  <c:v>2.0604360000000001E-3</c:v>
                </c:pt>
                <c:pt idx="176">
                  <c:v>1.9133430000000001E-3</c:v>
                </c:pt>
                <c:pt idx="177">
                  <c:v>1.7981939999999999E-3</c:v>
                </c:pt>
                <c:pt idx="178">
                  <c:v>1.681398E-3</c:v>
                </c:pt>
                <c:pt idx="179">
                  <c:v>1.5664260000000001E-3</c:v>
                </c:pt>
                <c:pt idx="180">
                  <c:v>1.464325E-3</c:v>
                </c:pt>
                <c:pt idx="181">
                  <c:v>1.371766E-3</c:v>
                </c:pt>
                <c:pt idx="182">
                  <c:v>1.274308E-3</c:v>
                </c:pt>
                <c:pt idx="183">
                  <c:v>1.207262E-3</c:v>
                </c:pt>
                <c:pt idx="184">
                  <c:v>1.125629E-3</c:v>
                </c:pt>
                <c:pt idx="185">
                  <c:v>1.0525949999999999E-3</c:v>
                </c:pt>
                <c:pt idx="186">
                  <c:v>9.8117689999999993E-4</c:v>
                </c:pt>
                <c:pt idx="187">
                  <c:v>9.2326449999999998E-4</c:v>
                </c:pt>
                <c:pt idx="188">
                  <c:v>8.6567619999999997E-4</c:v>
                </c:pt>
                <c:pt idx="189">
                  <c:v>8.1055809999999999E-4</c:v>
                </c:pt>
                <c:pt idx="190">
                  <c:v>7.5860999999999995E-4</c:v>
                </c:pt>
                <c:pt idx="191">
                  <c:v>7.1524299999999996E-4</c:v>
                </c:pt>
                <c:pt idx="192">
                  <c:v>6.6926349999999997E-4</c:v>
                </c:pt>
                <c:pt idx="193">
                  <c:v>6.2369029999999998E-4</c:v>
                </c:pt>
                <c:pt idx="194">
                  <c:v>5.9012959999999999E-4</c:v>
                </c:pt>
                <c:pt idx="195">
                  <c:v>5.5416959999999996E-4</c:v>
                </c:pt>
                <c:pt idx="196">
                  <c:v>5.1909299999999998E-4</c:v>
                </c:pt>
                <c:pt idx="197">
                  <c:v>4.828899E-4</c:v>
                </c:pt>
                <c:pt idx="198">
                  <c:v>4.4760740000000001E-4</c:v>
                </c:pt>
                <c:pt idx="199">
                  <c:v>4.2220380000000001E-4</c:v>
                </c:pt>
                <c:pt idx="200">
                  <c:v>3.9385139999999999E-4</c:v>
                </c:pt>
                <c:pt idx="201">
                  <c:v>3.6931909999999999E-4</c:v>
                </c:pt>
                <c:pt idx="202">
                  <c:v>3.455636E-4</c:v>
                </c:pt>
                <c:pt idx="203">
                  <c:v>3.2300189999999999E-4</c:v>
                </c:pt>
                <c:pt idx="204">
                  <c:v>3.0488820000000003E-4</c:v>
                </c:pt>
                <c:pt idx="205">
                  <c:v>2.87259E-4</c:v>
                </c:pt>
                <c:pt idx="206">
                  <c:v>2.696916E-4</c:v>
                </c:pt>
                <c:pt idx="207">
                  <c:v>2.5366020000000002E-4</c:v>
                </c:pt>
                <c:pt idx="208">
                  <c:v>2.344453E-4</c:v>
                </c:pt>
                <c:pt idx="209">
                  <c:v>2.2184630000000001E-4</c:v>
                </c:pt>
                <c:pt idx="210">
                  <c:v>2.089375E-4</c:v>
                </c:pt>
                <c:pt idx="211">
                  <c:v>1.9504759999999999E-4</c:v>
                </c:pt>
                <c:pt idx="212">
                  <c:v>1.84181E-4</c:v>
                </c:pt>
                <c:pt idx="213">
                  <c:v>1.75353E-4</c:v>
                </c:pt>
                <c:pt idx="214">
                  <c:v>1.6546709999999999E-4</c:v>
                </c:pt>
                <c:pt idx="215">
                  <c:v>1.565115E-4</c:v>
                </c:pt>
                <c:pt idx="216">
                  <c:v>1.430878E-4</c:v>
                </c:pt>
                <c:pt idx="217">
                  <c:v>1.3823040000000001E-4</c:v>
                </c:pt>
                <c:pt idx="218">
                  <c:v>1.3311179999999999E-4</c:v>
                </c:pt>
                <c:pt idx="219">
                  <c:v>1.259264E-4</c:v>
                </c:pt>
                <c:pt idx="220">
                  <c:v>1.172257E-4</c:v>
                </c:pt>
                <c:pt idx="221">
                  <c:v>1.105122E-4</c:v>
                </c:pt>
                <c:pt idx="222">
                  <c:v>1.039216E-4</c:v>
                </c:pt>
                <c:pt idx="223">
                  <c:v>1.007452E-4</c:v>
                </c:pt>
                <c:pt idx="224">
                  <c:v>9.5691109999999997E-5</c:v>
                </c:pt>
                <c:pt idx="225">
                  <c:v>8.8360499999999995E-5</c:v>
                </c:pt>
                <c:pt idx="226">
                  <c:v>8.5300549999999998E-5</c:v>
                </c:pt>
                <c:pt idx="227">
                  <c:v>8.0634070000000006E-5</c:v>
                </c:pt>
                <c:pt idx="228">
                  <c:v>7.6922380000000006E-5</c:v>
                </c:pt>
                <c:pt idx="229">
                  <c:v>7.4155680000000004E-5</c:v>
                </c:pt>
                <c:pt idx="230">
                  <c:v>7.0053990000000003E-5</c:v>
                </c:pt>
                <c:pt idx="231">
                  <c:v>6.9998519999999999E-5</c:v>
                </c:pt>
                <c:pt idx="232">
                  <c:v>6.4123999999999998E-5</c:v>
                </c:pt>
                <c:pt idx="233">
                  <c:v>6.3112440000000005E-5</c:v>
                </c:pt>
                <c:pt idx="234">
                  <c:v>6.0463859999999999E-5</c:v>
                </c:pt>
                <c:pt idx="235">
                  <c:v>5.7940499999999999E-5</c:v>
                </c:pt>
                <c:pt idx="236">
                  <c:v>5.7883239999999998E-5</c:v>
                </c:pt>
                <c:pt idx="237">
                  <c:v>5.3251010000000003E-5</c:v>
                </c:pt>
                <c:pt idx="238">
                  <c:v>5.1181060000000001E-5</c:v>
                </c:pt>
                <c:pt idx="239">
                  <c:v>4.6672509999999998E-5</c:v>
                </c:pt>
                <c:pt idx="240">
                  <c:v>4.5487900000000002E-5</c:v>
                </c:pt>
                <c:pt idx="241">
                  <c:v>4.5152489999999998E-5</c:v>
                </c:pt>
                <c:pt idx="242">
                  <c:v>4.4939309999999999E-5</c:v>
                </c:pt>
                <c:pt idx="243">
                  <c:v>4.2398380000000002E-5</c:v>
                </c:pt>
                <c:pt idx="244">
                  <c:v>4.0050479999999997E-5</c:v>
                </c:pt>
                <c:pt idx="245">
                  <c:v>3.8935820000000002E-5</c:v>
                </c:pt>
                <c:pt idx="246">
                  <c:v>4.0594620000000001E-5</c:v>
                </c:pt>
                <c:pt idx="247">
                  <c:v>3.8356170000000002E-5</c:v>
                </c:pt>
                <c:pt idx="248">
                  <c:v>3.7074550000000002E-5</c:v>
                </c:pt>
                <c:pt idx="249">
                  <c:v>3.461142E-5</c:v>
                </c:pt>
                <c:pt idx="250">
                  <c:v>3.5801440000000002E-5</c:v>
                </c:pt>
                <c:pt idx="251">
                  <c:v>3.8197330000000003E-5</c:v>
                </c:pt>
                <c:pt idx="252">
                  <c:v>3.1692700000000002E-5</c:v>
                </c:pt>
                <c:pt idx="253">
                  <c:v>3.4913860000000002E-5</c:v>
                </c:pt>
                <c:pt idx="254">
                  <c:v>3.4631600000000002E-5</c:v>
                </c:pt>
                <c:pt idx="255">
                  <c:v>3.2017639999999999E-5</c:v>
                </c:pt>
                <c:pt idx="256">
                  <c:v>3.311185E-5</c:v>
                </c:pt>
                <c:pt idx="257">
                  <c:v>3.4079460000000002E-5</c:v>
                </c:pt>
                <c:pt idx="258">
                  <c:v>3.1823650000000002E-5</c:v>
                </c:pt>
                <c:pt idx="259">
                  <c:v>3.027301E-5</c:v>
                </c:pt>
                <c:pt idx="260">
                  <c:v>3.3968070000000002E-5</c:v>
                </c:pt>
                <c:pt idx="261">
                  <c:v>3.1160500000000001E-5</c:v>
                </c:pt>
                <c:pt idx="262">
                  <c:v>2.9924319999999999E-5</c:v>
                </c:pt>
                <c:pt idx="263">
                  <c:v>2.8165719999999998E-5</c:v>
                </c:pt>
                <c:pt idx="264">
                  <c:v>2.5318880000000001E-5</c:v>
                </c:pt>
                <c:pt idx="265">
                  <c:v>2.9526789999999999E-5</c:v>
                </c:pt>
                <c:pt idx="266">
                  <c:v>3.0309169999999999E-5</c:v>
                </c:pt>
                <c:pt idx="267">
                  <c:v>2.7393980000000001E-5</c:v>
                </c:pt>
                <c:pt idx="268">
                  <c:v>2.8985109999999999E-5</c:v>
                </c:pt>
                <c:pt idx="269">
                  <c:v>2.9946549999999999E-5</c:v>
                </c:pt>
                <c:pt idx="270">
                  <c:v>2.6798709999999999E-5</c:v>
                </c:pt>
                <c:pt idx="271">
                  <c:v>2.8110519999999999E-5</c:v>
                </c:pt>
                <c:pt idx="272">
                  <c:v>2.9067989999999999E-5</c:v>
                </c:pt>
                <c:pt idx="273">
                  <c:v>3.0637849999999997E-5</c:v>
                </c:pt>
                <c:pt idx="274">
                  <c:v>2.7155039999999999E-5</c:v>
                </c:pt>
                <c:pt idx="275">
                  <c:v>2.3352660000000001E-5</c:v>
                </c:pt>
                <c:pt idx="276">
                  <c:v>2.6814499999999999E-5</c:v>
                </c:pt>
                <c:pt idx="277">
                  <c:v>2.4328910000000001E-5</c:v>
                </c:pt>
                <c:pt idx="278">
                  <c:v>2.2813070000000001E-5</c:v>
                </c:pt>
                <c:pt idx="279">
                  <c:v>2.360405E-5</c:v>
                </c:pt>
                <c:pt idx="280">
                  <c:v>2.3726850000000001E-5</c:v>
                </c:pt>
                <c:pt idx="281">
                  <c:v>2.273318E-5</c:v>
                </c:pt>
                <c:pt idx="282">
                  <c:v>2.7102329999999998E-5</c:v>
                </c:pt>
                <c:pt idx="283">
                  <c:v>2.666893E-5</c:v>
                </c:pt>
                <c:pt idx="284">
                  <c:v>2.4756059999999999E-5</c:v>
                </c:pt>
                <c:pt idx="285">
                  <c:v>2.5186220000000001E-5</c:v>
                </c:pt>
                <c:pt idx="286">
                  <c:v>2.88918E-5</c:v>
                </c:pt>
                <c:pt idx="287">
                  <c:v>2.7006779999999999E-5</c:v>
                </c:pt>
                <c:pt idx="288">
                  <c:v>2.6367830000000001E-5</c:v>
                </c:pt>
                <c:pt idx="289">
                  <c:v>2.898997E-5</c:v>
                </c:pt>
                <c:pt idx="290">
                  <c:v>2.3957209999999999E-5</c:v>
                </c:pt>
                <c:pt idx="291">
                  <c:v>2.6066749999999999E-5</c:v>
                </c:pt>
                <c:pt idx="292">
                  <c:v>2.710259E-5</c:v>
                </c:pt>
                <c:pt idx="293">
                  <c:v>2.707179E-5</c:v>
                </c:pt>
                <c:pt idx="294">
                  <c:v>2.7216249999999999E-5</c:v>
                </c:pt>
                <c:pt idx="295">
                  <c:v>2.5957089999999999E-5</c:v>
                </c:pt>
                <c:pt idx="296">
                  <c:v>2.6087329999999999E-5</c:v>
                </c:pt>
                <c:pt idx="297">
                  <c:v>2.3182950000000001E-5</c:v>
                </c:pt>
                <c:pt idx="298">
                  <c:v>2.1781400000000001E-5</c:v>
                </c:pt>
                <c:pt idx="299">
                  <c:v>2.502434E-5</c:v>
                </c:pt>
                <c:pt idx="300">
                  <c:v>2.552306E-5</c:v>
                </c:pt>
                <c:pt idx="301">
                  <c:v>2.364348E-5</c:v>
                </c:pt>
                <c:pt idx="302">
                  <c:v>1.8446189999999999E-5</c:v>
                </c:pt>
                <c:pt idx="303">
                  <c:v>2.296528E-5</c:v>
                </c:pt>
                <c:pt idx="304">
                  <c:v>2.627319E-5</c:v>
                </c:pt>
                <c:pt idx="305">
                  <c:v>2.5530539999999998E-5</c:v>
                </c:pt>
                <c:pt idx="306">
                  <c:v>2.416205E-5</c:v>
                </c:pt>
                <c:pt idx="307">
                  <c:v>2.285746E-5</c:v>
                </c:pt>
                <c:pt idx="308">
                  <c:v>2.6164860000000001E-5</c:v>
                </c:pt>
                <c:pt idx="309">
                  <c:v>2.490167E-5</c:v>
                </c:pt>
                <c:pt idx="310">
                  <c:v>2.713005E-5</c:v>
                </c:pt>
                <c:pt idx="311">
                  <c:v>2.6092459999999999E-5</c:v>
                </c:pt>
                <c:pt idx="312">
                  <c:v>2.8089290000000002E-5</c:v>
                </c:pt>
                <c:pt idx="313">
                  <c:v>2.6086920000000001E-5</c:v>
                </c:pt>
                <c:pt idx="314">
                  <c:v>2.7321860000000001E-5</c:v>
                </c:pt>
                <c:pt idx="315">
                  <c:v>2.8497530000000002E-5</c:v>
                </c:pt>
                <c:pt idx="316">
                  <c:v>2.5494459999999998E-5</c:v>
                </c:pt>
                <c:pt idx="317">
                  <c:v>2.5158969999999999E-5</c:v>
                </c:pt>
                <c:pt idx="318">
                  <c:v>2.6373079999999999E-5</c:v>
                </c:pt>
                <c:pt idx="319">
                  <c:v>2.8287189999999998E-5</c:v>
                </c:pt>
                <c:pt idx="320">
                  <c:v>2.5529850000000001E-5</c:v>
                </c:pt>
                <c:pt idx="321">
                  <c:v>2.7626189999999999E-5</c:v>
                </c:pt>
                <c:pt idx="322">
                  <c:v>2.3720509999999998E-5</c:v>
                </c:pt>
                <c:pt idx="323">
                  <c:v>2.4713420000000001E-5</c:v>
                </c:pt>
                <c:pt idx="324">
                  <c:v>2.2587700000000001E-5</c:v>
                </c:pt>
                <c:pt idx="325">
                  <c:v>3.0214819999999999E-5</c:v>
                </c:pt>
                <c:pt idx="326">
                  <c:v>2.8239349999999999E-5</c:v>
                </c:pt>
                <c:pt idx="327">
                  <c:v>2.6214949999999999E-5</c:v>
                </c:pt>
                <c:pt idx="328">
                  <c:v>2.470357E-5</c:v>
                </c:pt>
                <c:pt idx="329">
                  <c:v>2.9559619999999999E-5</c:v>
                </c:pt>
                <c:pt idx="330">
                  <c:v>2.260397E-5</c:v>
                </c:pt>
                <c:pt idx="331">
                  <c:v>2.6118020000000001E-5</c:v>
                </c:pt>
                <c:pt idx="332">
                  <c:v>2.7006589999999999E-5</c:v>
                </c:pt>
                <c:pt idx="333">
                  <c:v>2.5475229999999998E-5</c:v>
                </c:pt>
                <c:pt idx="334">
                  <c:v>2.3367860000000001E-5</c:v>
                </c:pt>
                <c:pt idx="335">
                  <c:v>2.105416E-5</c:v>
                </c:pt>
                <c:pt idx="336">
                  <c:v>2.558868E-5</c:v>
                </c:pt>
                <c:pt idx="337">
                  <c:v>2.6461800000000001E-5</c:v>
                </c:pt>
                <c:pt idx="338">
                  <c:v>2.495911E-5</c:v>
                </c:pt>
                <c:pt idx="339">
                  <c:v>2.728427E-5</c:v>
                </c:pt>
                <c:pt idx="340">
                  <c:v>2.3739010000000002E-5</c:v>
                </c:pt>
                <c:pt idx="341">
                  <c:v>2.268921E-5</c:v>
                </c:pt>
                <c:pt idx="342">
                  <c:v>2.6820069999999999E-5</c:v>
                </c:pt>
                <c:pt idx="343">
                  <c:v>2.5384419999999998E-5</c:v>
                </c:pt>
                <c:pt idx="344">
                  <c:v>2.7881E-5</c:v>
                </c:pt>
                <c:pt idx="345">
                  <c:v>2.262338E-5</c:v>
                </c:pt>
                <c:pt idx="346">
                  <c:v>2.843386E-5</c:v>
                </c:pt>
                <c:pt idx="347">
                  <c:v>1.8972749999999999E-5</c:v>
                </c:pt>
                <c:pt idx="348">
                  <c:v>1.6528399999999999E-5</c:v>
                </c:pt>
                <c:pt idx="349">
                  <c:v>2.0720530000000001E-5</c:v>
                </c:pt>
                <c:pt idx="350">
                  <c:v>1.9090610000000001E-5</c:v>
                </c:pt>
                <c:pt idx="351">
                  <c:v>1.9106369999999998E-5</c:v>
                </c:pt>
                <c:pt idx="352">
                  <c:v>2.292435E-5</c:v>
                </c:pt>
                <c:pt idx="353">
                  <c:v>2.680265E-5</c:v>
                </c:pt>
                <c:pt idx="354">
                  <c:v>2.263961E-5</c:v>
                </c:pt>
                <c:pt idx="355">
                  <c:v>2.175097E-5</c:v>
                </c:pt>
                <c:pt idx="356">
                  <c:v>2.069315E-5</c:v>
                </c:pt>
                <c:pt idx="357">
                  <c:v>2.6506790000000001E-5</c:v>
                </c:pt>
                <c:pt idx="358">
                  <c:v>2.1759079999999998E-5</c:v>
                </c:pt>
                <c:pt idx="359">
                  <c:v>2.6826319999999999E-5</c:v>
                </c:pt>
                <c:pt idx="360">
                  <c:v>1.9336679999999999E-5</c:v>
                </c:pt>
                <c:pt idx="361">
                  <c:v>2.5531229999999999E-5</c:v>
                </c:pt>
                <c:pt idx="362">
                  <c:v>2.1915129999999998E-5</c:v>
                </c:pt>
                <c:pt idx="363">
                  <c:v>2.3717600000000001E-5</c:v>
                </c:pt>
                <c:pt idx="364">
                  <c:v>2.701905E-5</c:v>
                </c:pt>
                <c:pt idx="365">
                  <c:v>2.6163469999999999E-5</c:v>
                </c:pt>
                <c:pt idx="366">
                  <c:v>2.6622890000000002E-5</c:v>
                </c:pt>
                <c:pt idx="367">
                  <c:v>2.1975130000000001E-5</c:v>
                </c:pt>
                <c:pt idx="368">
                  <c:v>2.43644E-5</c:v>
                </c:pt>
                <c:pt idx="369">
                  <c:v>2.3555880000000001E-5</c:v>
                </c:pt>
                <c:pt idx="370">
                  <c:v>2.409695E-5</c:v>
                </c:pt>
                <c:pt idx="371">
                  <c:v>3.3951929999999998E-5</c:v>
                </c:pt>
                <c:pt idx="372">
                  <c:v>2.7142670000000001E-5</c:v>
                </c:pt>
                <c:pt idx="373">
                  <c:v>2.8031909999999999E-5</c:v>
                </c:pt>
                <c:pt idx="374">
                  <c:v>2.561474E-5</c:v>
                </c:pt>
                <c:pt idx="375">
                  <c:v>3.119604E-5</c:v>
                </c:pt>
                <c:pt idx="376">
                  <c:v>3.3423860000000001E-5</c:v>
                </c:pt>
                <c:pt idx="377">
                  <c:v>3.6387370000000001E-5</c:v>
                </c:pt>
                <c:pt idx="378">
                  <c:v>2.989997E-5</c:v>
                </c:pt>
                <c:pt idx="379">
                  <c:v>2.875522E-5</c:v>
                </c:pt>
                <c:pt idx="380">
                  <c:v>3.3920759999999999E-5</c:v>
                </c:pt>
                <c:pt idx="381">
                  <c:v>1.9613039999999999E-5</c:v>
                </c:pt>
                <c:pt idx="382">
                  <c:v>2.4038479999999999E-5</c:v>
                </c:pt>
                <c:pt idx="383">
                  <c:v>3.188737E-5</c:v>
                </c:pt>
                <c:pt idx="384">
                  <c:v>2.9102749999999998E-5</c:v>
                </c:pt>
                <c:pt idx="385">
                  <c:v>3.197202E-5</c:v>
                </c:pt>
                <c:pt idx="386">
                  <c:v>3.1748839999999999E-5</c:v>
                </c:pt>
                <c:pt idx="387">
                  <c:v>2.2840929999999999E-5</c:v>
                </c:pt>
                <c:pt idx="388">
                  <c:v>2.4004600000000001E-5</c:v>
                </c:pt>
                <c:pt idx="389">
                  <c:v>1.4353330000000001E-5</c:v>
                </c:pt>
                <c:pt idx="390">
                  <c:v>3.1747340000000003E-5</c:v>
                </c:pt>
                <c:pt idx="391">
                  <c:v>3.2487300000000003E-5</c:v>
                </c:pt>
                <c:pt idx="392">
                  <c:v>3.7739220000000001E-5</c:v>
                </c:pt>
                <c:pt idx="393">
                  <c:v>2.4792170000000001E-5</c:v>
                </c:pt>
                <c:pt idx="394">
                  <c:v>2.1775219999999999E-5</c:v>
                </c:pt>
                <c:pt idx="395">
                  <c:v>3.4450650000000002E-5</c:v>
                </c:pt>
                <c:pt idx="396">
                  <c:v>4.048361E-5</c:v>
                </c:pt>
                <c:pt idx="397">
                  <c:v>3.9440010000000003E-5</c:v>
                </c:pt>
                <c:pt idx="398">
                  <c:v>2.493745E-5</c:v>
                </c:pt>
                <c:pt idx="399">
                  <c:v>4.658701E-5</c:v>
                </c:pt>
                <c:pt idx="400">
                  <c:v>3.4075280000000001E-5</c:v>
                </c:pt>
              </c:numCache>
            </c:numRef>
          </c:val>
          <c:smooth val="0"/>
          <c:extLst>
            <c:ext xmlns:c16="http://schemas.microsoft.com/office/drawing/2014/chart" uri="{C3380CC4-5D6E-409C-BE32-E72D297353CC}">
              <c16:uniqueId val="{00000001-A38B-4E70-8EBB-83C7A5C202D7}"/>
            </c:ext>
          </c:extLst>
        </c:ser>
        <c:ser>
          <c:idx val="2"/>
          <c:order val="2"/>
          <c:tx>
            <c:strRef>
              <c:f>Sheet1!$I$2</c:f>
              <c:strCache>
                <c:ptCount val="1"/>
                <c:pt idx="0">
                  <c:v>G310.0</c:v>
                </c:pt>
              </c:strCache>
            </c:strRef>
          </c:tx>
          <c:spPr>
            <a:ln w="28575" cap="rnd">
              <a:solidFill>
                <a:schemeClr val="accent6">
                  <a:lumMod val="60000"/>
                  <a:lumOff val="40000"/>
                </a:schemeClr>
              </a:solidFill>
              <a:round/>
            </a:ln>
            <a:effectLst/>
          </c:spPr>
          <c:marker>
            <c:symbol val="none"/>
          </c:marker>
          <c:val>
            <c:numRef>
              <c:f>Sheet1!$I$3:$I$403</c:f>
              <c:numCache>
                <c:formatCode>General</c:formatCode>
                <c:ptCount val="401"/>
                <c:pt idx="0">
                  <c:v>1.085139E-4</c:v>
                </c:pt>
                <c:pt idx="1">
                  <c:v>1.026264E-4</c:v>
                </c:pt>
                <c:pt idx="2">
                  <c:v>9.7281789999999993E-5</c:v>
                </c:pt>
                <c:pt idx="3">
                  <c:v>8.5133060000000004E-5</c:v>
                </c:pt>
                <c:pt idx="4">
                  <c:v>8.4745839999999994E-5</c:v>
                </c:pt>
                <c:pt idx="5">
                  <c:v>6.874587E-5</c:v>
                </c:pt>
                <c:pt idx="6">
                  <c:v>6.9284629999999999E-5</c:v>
                </c:pt>
                <c:pt idx="7">
                  <c:v>6.652765E-5</c:v>
                </c:pt>
                <c:pt idx="8">
                  <c:v>6.6093370000000004E-5</c:v>
                </c:pt>
                <c:pt idx="9">
                  <c:v>5.931117E-5</c:v>
                </c:pt>
                <c:pt idx="10">
                  <c:v>5.7816940000000001E-5</c:v>
                </c:pt>
                <c:pt idx="11">
                  <c:v>5.2348900000000003E-5</c:v>
                </c:pt>
                <c:pt idx="12">
                  <c:v>5.1824389999999997E-5</c:v>
                </c:pt>
                <c:pt idx="13">
                  <c:v>4.86422E-5</c:v>
                </c:pt>
                <c:pt idx="14">
                  <c:v>4.4657860000000002E-5</c:v>
                </c:pt>
                <c:pt idx="15">
                  <c:v>4.4159980000000003E-5</c:v>
                </c:pt>
                <c:pt idx="16">
                  <c:v>4.1521389999999998E-5</c:v>
                </c:pt>
                <c:pt idx="17">
                  <c:v>3.7064909999999999E-5</c:v>
                </c:pt>
                <c:pt idx="18">
                  <c:v>3.6907440000000001E-5</c:v>
                </c:pt>
                <c:pt idx="19">
                  <c:v>3.6383629999999997E-5</c:v>
                </c:pt>
                <c:pt idx="20">
                  <c:v>3.6758270000000001E-5</c:v>
                </c:pt>
                <c:pt idx="21">
                  <c:v>3.5207540000000001E-5</c:v>
                </c:pt>
                <c:pt idx="22">
                  <c:v>3.6457749999999998E-5</c:v>
                </c:pt>
                <c:pt idx="23">
                  <c:v>2.9808840000000001E-5</c:v>
                </c:pt>
                <c:pt idx="24">
                  <c:v>2.8395919999999998E-5</c:v>
                </c:pt>
                <c:pt idx="25">
                  <c:v>2.9452480000000002E-5</c:v>
                </c:pt>
                <c:pt idx="26">
                  <c:v>2.5740730000000001E-5</c:v>
                </c:pt>
                <c:pt idx="27">
                  <c:v>2.5447589999999999E-5</c:v>
                </c:pt>
                <c:pt idx="28">
                  <c:v>2.8095480000000001E-5</c:v>
                </c:pt>
                <c:pt idx="29">
                  <c:v>2.6490420000000001E-5</c:v>
                </c:pt>
                <c:pt idx="30">
                  <c:v>2.3724950000000001E-5</c:v>
                </c:pt>
                <c:pt idx="31">
                  <c:v>2.1513769999999998E-5</c:v>
                </c:pt>
                <c:pt idx="32">
                  <c:v>2.5507249999999999E-5</c:v>
                </c:pt>
                <c:pt idx="33">
                  <c:v>2.5295749999999999E-5</c:v>
                </c:pt>
                <c:pt idx="34">
                  <c:v>2.3830999999999999E-5</c:v>
                </c:pt>
                <c:pt idx="35">
                  <c:v>2.217936E-5</c:v>
                </c:pt>
                <c:pt idx="36">
                  <c:v>2.3639589999999999E-5</c:v>
                </c:pt>
                <c:pt idx="37">
                  <c:v>2.432289E-5</c:v>
                </c:pt>
                <c:pt idx="38">
                  <c:v>2.3000369999999999E-5</c:v>
                </c:pt>
                <c:pt idx="39">
                  <c:v>2.0820160000000002E-5</c:v>
                </c:pt>
                <c:pt idx="40">
                  <c:v>1.9996709999999998E-5</c:v>
                </c:pt>
                <c:pt idx="41">
                  <c:v>2.1881809999999998E-5</c:v>
                </c:pt>
                <c:pt idx="42">
                  <c:v>1.9350719999999999E-5</c:v>
                </c:pt>
                <c:pt idx="43">
                  <c:v>2.0859570000000001E-5</c:v>
                </c:pt>
                <c:pt idx="44">
                  <c:v>2.1537309999999999E-5</c:v>
                </c:pt>
                <c:pt idx="45">
                  <c:v>1.982392E-5</c:v>
                </c:pt>
                <c:pt idx="46">
                  <c:v>2.1535909999999999E-5</c:v>
                </c:pt>
                <c:pt idx="47">
                  <c:v>2.0043490000000001E-5</c:v>
                </c:pt>
                <c:pt idx="48">
                  <c:v>2.069111E-5</c:v>
                </c:pt>
                <c:pt idx="49">
                  <c:v>1.8824970000000001E-5</c:v>
                </c:pt>
                <c:pt idx="50">
                  <c:v>2.0621599999999999E-5</c:v>
                </c:pt>
                <c:pt idx="51">
                  <c:v>2.066264E-5</c:v>
                </c:pt>
                <c:pt idx="52">
                  <c:v>2.092441E-5</c:v>
                </c:pt>
                <c:pt idx="53">
                  <c:v>1.839113E-5</c:v>
                </c:pt>
                <c:pt idx="54">
                  <c:v>1.9614489999999999E-5</c:v>
                </c:pt>
                <c:pt idx="55">
                  <c:v>1.9053280000000001E-5</c:v>
                </c:pt>
                <c:pt idx="56">
                  <c:v>2.1639409999999999E-5</c:v>
                </c:pt>
                <c:pt idx="57">
                  <c:v>1.908218E-5</c:v>
                </c:pt>
                <c:pt idx="58">
                  <c:v>1.6546490000000001E-5</c:v>
                </c:pt>
                <c:pt idx="59">
                  <c:v>2.1264130000000001E-5</c:v>
                </c:pt>
                <c:pt idx="60">
                  <c:v>1.745246E-5</c:v>
                </c:pt>
                <c:pt idx="61">
                  <c:v>1.9504870000000002E-5</c:v>
                </c:pt>
                <c:pt idx="62">
                  <c:v>2.0630949999999999E-5</c:v>
                </c:pt>
                <c:pt idx="63">
                  <c:v>1.9504810000000001E-5</c:v>
                </c:pt>
                <c:pt idx="64">
                  <c:v>2.079083E-5</c:v>
                </c:pt>
                <c:pt idx="65">
                  <c:v>2.1680679999999999E-5</c:v>
                </c:pt>
                <c:pt idx="66">
                  <c:v>2.0555810000000001E-5</c:v>
                </c:pt>
                <c:pt idx="67">
                  <c:v>2.1592099999999999E-5</c:v>
                </c:pt>
                <c:pt idx="68">
                  <c:v>2.363272E-5</c:v>
                </c:pt>
                <c:pt idx="69">
                  <c:v>2.3717060000000001E-5</c:v>
                </c:pt>
                <c:pt idx="70">
                  <c:v>2.2737909999999999E-5</c:v>
                </c:pt>
                <c:pt idx="71">
                  <c:v>2.682648E-5</c:v>
                </c:pt>
                <c:pt idx="72">
                  <c:v>2.7840050000000001E-5</c:v>
                </c:pt>
                <c:pt idx="73">
                  <c:v>2.74808E-5</c:v>
                </c:pt>
                <c:pt idx="74">
                  <c:v>2.9331399999999998E-5</c:v>
                </c:pt>
                <c:pt idx="75">
                  <c:v>3.2485209999999999E-5</c:v>
                </c:pt>
                <c:pt idx="76">
                  <c:v>3.3321839999999999E-5</c:v>
                </c:pt>
                <c:pt idx="77">
                  <c:v>3.5707019999999997E-5</c:v>
                </c:pt>
                <c:pt idx="78">
                  <c:v>3.9282130000000003E-5</c:v>
                </c:pt>
                <c:pt idx="79">
                  <c:v>4.2674820000000001E-5</c:v>
                </c:pt>
                <c:pt idx="80">
                  <c:v>4.389666E-5</c:v>
                </c:pt>
                <c:pt idx="81">
                  <c:v>4.7622669999999999E-5</c:v>
                </c:pt>
                <c:pt idx="82">
                  <c:v>5.4445170000000003E-5</c:v>
                </c:pt>
                <c:pt idx="83">
                  <c:v>6.3853210000000001E-5</c:v>
                </c:pt>
                <c:pt idx="84">
                  <c:v>6.7714579999999996E-5</c:v>
                </c:pt>
                <c:pt idx="85">
                  <c:v>7.4119020000000001E-5</c:v>
                </c:pt>
                <c:pt idx="86">
                  <c:v>8.0919640000000006E-5</c:v>
                </c:pt>
                <c:pt idx="87">
                  <c:v>9.4086989999999995E-5</c:v>
                </c:pt>
                <c:pt idx="88">
                  <c:v>1.043511E-4</c:v>
                </c:pt>
                <c:pt idx="89">
                  <c:v>1.183658E-4</c:v>
                </c:pt>
                <c:pt idx="90">
                  <c:v>1.3764349999999999E-4</c:v>
                </c:pt>
                <c:pt idx="91">
                  <c:v>1.522715E-4</c:v>
                </c:pt>
                <c:pt idx="92">
                  <c:v>1.729879E-4</c:v>
                </c:pt>
                <c:pt idx="93">
                  <c:v>1.9444070000000001E-4</c:v>
                </c:pt>
                <c:pt idx="94">
                  <c:v>2.162927E-4</c:v>
                </c:pt>
                <c:pt idx="95">
                  <c:v>2.5103769999999998E-4</c:v>
                </c:pt>
                <c:pt idx="96">
                  <c:v>2.8833089999999998E-4</c:v>
                </c:pt>
                <c:pt idx="97">
                  <c:v>3.2564909999999999E-4</c:v>
                </c:pt>
                <c:pt idx="98">
                  <c:v>3.7118120000000001E-4</c:v>
                </c:pt>
                <c:pt idx="99">
                  <c:v>4.2230050000000003E-4</c:v>
                </c:pt>
                <c:pt idx="100">
                  <c:v>4.7085269999999998E-4</c:v>
                </c:pt>
                <c:pt idx="101">
                  <c:v>5.3472920000000002E-4</c:v>
                </c:pt>
                <c:pt idx="102">
                  <c:v>6.1265549999999999E-4</c:v>
                </c:pt>
                <c:pt idx="103">
                  <c:v>6.9127480000000002E-4</c:v>
                </c:pt>
                <c:pt idx="104">
                  <c:v>7.897329E-4</c:v>
                </c:pt>
                <c:pt idx="105">
                  <c:v>8.9441529999999996E-4</c:v>
                </c:pt>
                <c:pt idx="106">
                  <c:v>1.0308299999999999E-3</c:v>
                </c:pt>
                <c:pt idx="107">
                  <c:v>1.164149E-3</c:v>
                </c:pt>
                <c:pt idx="108">
                  <c:v>1.3063549999999999E-3</c:v>
                </c:pt>
                <c:pt idx="109">
                  <c:v>1.493725E-3</c:v>
                </c:pt>
                <c:pt idx="110">
                  <c:v>1.6929569999999999E-3</c:v>
                </c:pt>
                <c:pt idx="111">
                  <c:v>1.9260740000000001E-3</c:v>
                </c:pt>
                <c:pt idx="112">
                  <c:v>2.1745739999999999E-3</c:v>
                </c:pt>
                <c:pt idx="113">
                  <c:v>2.445848E-3</c:v>
                </c:pt>
                <c:pt idx="114">
                  <c:v>2.7694880000000001E-3</c:v>
                </c:pt>
                <c:pt idx="115">
                  <c:v>3.102231E-3</c:v>
                </c:pt>
                <c:pt idx="116">
                  <c:v>3.492214E-3</c:v>
                </c:pt>
                <c:pt idx="117">
                  <c:v>3.9043120000000001E-3</c:v>
                </c:pt>
                <c:pt idx="118">
                  <c:v>4.3793779999999997E-3</c:v>
                </c:pt>
                <c:pt idx="119">
                  <c:v>4.858355E-3</c:v>
                </c:pt>
                <c:pt idx="120">
                  <c:v>5.3697049999999998E-3</c:v>
                </c:pt>
                <c:pt idx="121">
                  <c:v>5.9426289999999996E-3</c:v>
                </c:pt>
                <c:pt idx="122">
                  <c:v>6.5385549999999997E-3</c:v>
                </c:pt>
                <c:pt idx="123">
                  <c:v>7.1717070000000003E-3</c:v>
                </c:pt>
                <c:pt idx="124">
                  <c:v>7.8328059999999994E-3</c:v>
                </c:pt>
                <c:pt idx="125">
                  <c:v>8.4796690000000004E-3</c:v>
                </c:pt>
                <c:pt idx="126">
                  <c:v>9.1588499999999996E-3</c:v>
                </c:pt>
                <c:pt idx="127">
                  <c:v>9.8523350000000003E-3</c:v>
                </c:pt>
                <c:pt idx="128">
                  <c:v>1.054108E-2</c:v>
                </c:pt>
                <c:pt idx="129">
                  <c:v>1.1205039999999999E-2</c:v>
                </c:pt>
                <c:pt idx="130">
                  <c:v>1.1855340000000001E-2</c:v>
                </c:pt>
                <c:pt idx="131">
                  <c:v>1.245893E-2</c:v>
                </c:pt>
                <c:pt idx="132">
                  <c:v>1.305748E-2</c:v>
                </c:pt>
                <c:pt idx="133">
                  <c:v>1.3625099999999999E-2</c:v>
                </c:pt>
                <c:pt idx="134">
                  <c:v>1.416384E-2</c:v>
                </c:pt>
                <c:pt idx="135">
                  <c:v>1.460534E-2</c:v>
                </c:pt>
                <c:pt idx="136">
                  <c:v>1.5044699999999999E-2</c:v>
                </c:pt>
                <c:pt idx="137">
                  <c:v>1.5385370000000001E-2</c:v>
                </c:pt>
                <c:pt idx="138">
                  <c:v>1.5608240000000001E-2</c:v>
                </c:pt>
                <c:pt idx="139">
                  <c:v>1.5860240000000001E-2</c:v>
                </c:pt>
                <c:pt idx="140">
                  <c:v>1.5853229999999999E-2</c:v>
                </c:pt>
                <c:pt idx="141">
                  <c:v>1.5862109999999999E-2</c:v>
                </c:pt>
                <c:pt idx="142">
                  <c:v>1.5797450000000001E-2</c:v>
                </c:pt>
                <c:pt idx="143">
                  <c:v>1.561044E-2</c:v>
                </c:pt>
                <c:pt idx="144">
                  <c:v>1.5400519999999999E-2</c:v>
                </c:pt>
                <c:pt idx="145">
                  <c:v>1.51033E-2</c:v>
                </c:pt>
                <c:pt idx="146">
                  <c:v>1.473315E-2</c:v>
                </c:pt>
                <c:pt idx="147">
                  <c:v>1.4321270000000001E-2</c:v>
                </c:pt>
                <c:pt idx="148">
                  <c:v>1.383321E-2</c:v>
                </c:pt>
                <c:pt idx="149">
                  <c:v>1.331864E-2</c:v>
                </c:pt>
                <c:pt idx="150">
                  <c:v>1.2773619999999999E-2</c:v>
                </c:pt>
                <c:pt idx="151">
                  <c:v>1.21972E-2</c:v>
                </c:pt>
                <c:pt idx="152">
                  <c:v>1.1640569999999999E-2</c:v>
                </c:pt>
                <c:pt idx="153">
                  <c:v>1.114529E-2</c:v>
                </c:pt>
                <c:pt idx="154">
                  <c:v>1.057399E-2</c:v>
                </c:pt>
                <c:pt idx="155">
                  <c:v>9.9643270000000003E-3</c:v>
                </c:pt>
                <c:pt idx="156">
                  <c:v>9.4305759999999995E-3</c:v>
                </c:pt>
                <c:pt idx="157">
                  <c:v>8.8837459999999997E-3</c:v>
                </c:pt>
                <c:pt idx="158">
                  <c:v>8.3387329999999992E-3</c:v>
                </c:pt>
                <c:pt idx="159">
                  <c:v>7.8186369999999998E-3</c:v>
                </c:pt>
                <c:pt idx="160">
                  <c:v>7.3687450000000003E-3</c:v>
                </c:pt>
                <c:pt idx="161">
                  <c:v>6.9561199999999997E-3</c:v>
                </c:pt>
                <c:pt idx="162">
                  <c:v>6.5245040000000004E-3</c:v>
                </c:pt>
                <c:pt idx="163">
                  <c:v>6.1408799999999996E-3</c:v>
                </c:pt>
                <c:pt idx="164">
                  <c:v>5.7753099999999996E-3</c:v>
                </c:pt>
                <c:pt idx="165">
                  <c:v>5.462242E-3</c:v>
                </c:pt>
                <c:pt idx="166">
                  <c:v>5.1307790000000002E-3</c:v>
                </c:pt>
                <c:pt idx="167">
                  <c:v>4.846459E-3</c:v>
                </c:pt>
                <c:pt idx="168">
                  <c:v>4.5530579999999996E-3</c:v>
                </c:pt>
                <c:pt idx="169">
                  <c:v>4.2826169999999998E-3</c:v>
                </c:pt>
                <c:pt idx="170">
                  <c:v>4.0060670000000003E-3</c:v>
                </c:pt>
                <c:pt idx="171">
                  <c:v>3.7539169999999998E-3</c:v>
                </c:pt>
                <c:pt idx="172">
                  <c:v>3.5216790000000002E-3</c:v>
                </c:pt>
                <c:pt idx="173">
                  <c:v>3.2959040000000001E-3</c:v>
                </c:pt>
                <c:pt idx="174">
                  <c:v>3.0782119999999999E-3</c:v>
                </c:pt>
                <c:pt idx="175">
                  <c:v>2.8615049999999999E-3</c:v>
                </c:pt>
                <c:pt idx="176">
                  <c:v>2.684484E-3</c:v>
                </c:pt>
                <c:pt idx="177">
                  <c:v>2.5088409999999999E-3</c:v>
                </c:pt>
                <c:pt idx="178">
                  <c:v>2.3344189999999999E-3</c:v>
                </c:pt>
                <c:pt idx="179">
                  <c:v>2.1779949999999998E-3</c:v>
                </c:pt>
                <c:pt idx="180">
                  <c:v>2.0436410000000001E-3</c:v>
                </c:pt>
                <c:pt idx="181">
                  <c:v>1.9088810000000001E-3</c:v>
                </c:pt>
                <c:pt idx="182">
                  <c:v>1.7739629999999999E-3</c:v>
                </c:pt>
                <c:pt idx="183">
                  <c:v>1.6774139999999999E-3</c:v>
                </c:pt>
                <c:pt idx="184">
                  <c:v>1.570573E-3</c:v>
                </c:pt>
                <c:pt idx="185">
                  <c:v>1.466544E-3</c:v>
                </c:pt>
                <c:pt idx="186">
                  <c:v>1.369075E-3</c:v>
                </c:pt>
                <c:pt idx="187">
                  <c:v>1.2784999999999999E-3</c:v>
                </c:pt>
                <c:pt idx="188">
                  <c:v>1.2081590000000001E-3</c:v>
                </c:pt>
                <c:pt idx="189">
                  <c:v>1.126686E-3</c:v>
                </c:pt>
                <c:pt idx="190">
                  <c:v>1.0516290000000001E-3</c:v>
                </c:pt>
                <c:pt idx="191">
                  <c:v>9.8972019999999999E-4</c:v>
                </c:pt>
                <c:pt idx="192">
                  <c:v>9.2879870000000002E-4</c:v>
                </c:pt>
                <c:pt idx="193">
                  <c:v>8.7594180000000004E-4</c:v>
                </c:pt>
                <c:pt idx="194">
                  <c:v>8.2202809999999996E-4</c:v>
                </c:pt>
                <c:pt idx="195">
                  <c:v>7.7063879999999998E-4</c:v>
                </c:pt>
                <c:pt idx="196">
                  <c:v>7.2426520000000005E-4</c:v>
                </c:pt>
                <c:pt idx="197">
                  <c:v>6.7587560000000003E-4</c:v>
                </c:pt>
                <c:pt idx="198">
                  <c:v>6.2762590000000002E-4</c:v>
                </c:pt>
                <c:pt idx="199">
                  <c:v>5.7626430000000005E-4</c:v>
                </c:pt>
                <c:pt idx="200">
                  <c:v>5.4269720000000004E-4</c:v>
                </c:pt>
                <c:pt idx="201">
                  <c:v>5.0817060000000005E-4</c:v>
                </c:pt>
                <c:pt idx="202">
                  <c:v>4.7450520000000003E-4</c:v>
                </c:pt>
                <c:pt idx="203">
                  <c:v>4.4924240000000001E-4</c:v>
                </c:pt>
                <c:pt idx="204">
                  <c:v>4.260709E-4</c:v>
                </c:pt>
                <c:pt idx="205">
                  <c:v>3.9537799999999999E-4</c:v>
                </c:pt>
                <c:pt idx="206">
                  <c:v>3.6855589999999999E-4</c:v>
                </c:pt>
                <c:pt idx="207">
                  <c:v>3.5071339999999998E-4</c:v>
                </c:pt>
                <c:pt idx="208">
                  <c:v>3.2613839999999999E-4</c:v>
                </c:pt>
                <c:pt idx="209">
                  <c:v>2.9847560000000002E-4</c:v>
                </c:pt>
                <c:pt idx="210">
                  <c:v>2.8429380000000003E-4</c:v>
                </c:pt>
                <c:pt idx="211">
                  <c:v>2.6767909999999998E-4</c:v>
                </c:pt>
                <c:pt idx="212">
                  <c:v>2.4895709999999999E-4</c:v>
                </c:pt>
                <c:pt idx="213">
                  <c:v>2.367801E-4</c:v>
                </c:pt>
                <c:pt idx="214">
                  <c:v>2.2844909999999999E-4</c:v>
                </c:pt>
                <c:pt idx="215">
                  <c:v>2.1695349999999999E-4</c:v>
                </c:pt>
                <c:pt idx="216">
                  <c:v>2.0357550000000001E-4</c:v>
                </c:pt>
                <c:pt idx="217">
                  <c:v>1.9191809999999999E-4</c:v>
                </c:pt>
                <c:pt idx="218">
                  <c:v>1.713501E-4</c:v>
                </c:pt>
                <c:pt idx="219">
                  <c:v>1.6900619999999999E-4</c:v>
                </c:pt>
                <c:pt idx="220">
                  <c:v>1.5974340000000001E-4</c:v>
                </c:pt>
                <c:pt idx="221">
                  <c:v>1.4823820000000001E-4</c:v>
                </c:pt>
                <c:pt idx="222">
                  <c:v>1.4322329999999999E-4</c:v>
                </c:pt>
                <c:pt idx="223">
                  <c:v>1.300199E-4</c:v>
                </c:pt>
                <c:pt idx="224">
                  <c:v>1.2704409999999999E-4</c:v>
                </c:pt>
                <c:pt idx="225">
                  <c:v>1.195429E-4</c:v>
                </c:pt>
                <c:pt idx="226">
                  <c:v>1.1688389999999999E-4</c:v>
                </c:pt>
                <c:pt idx="227">
                  <c:v>1.0903469999999999E-4</c:v>
                </c:pt>
                <c:pt idx="228">
                  <c:v>1.024454E-4</c:v>
                </c:pt>
                <c:pt idx="229">
                  <c:v>1.014661E-4</c:v>
                </c:pt>
                <c:pt idx="230">
                  <c:v>9.998966E-5</c:v>
                </c:pt>
                <c:pt idx="231">
                  <c:v>8.8253149999999994E-5</c:v>
                </c:pt>
                <c:pt idx="232">
                  <c:v>8.5474440000000006E-5</c:v>
                </c:pt>
                <c:pt idx="233">
                  <c:v>8.4421579999999997E-5</c:v>
                </c:pt>
                <c:pt idx="234">
                  <c:v>7.6867170000000006E-5</c:v>
                </c:pt>
                <c:pt idx="235">
                  <c:v>7.4146499999999999E-5</c:v>
                </c:pt>
                <c:pt idx="236">
                  <c:v>7.0121210000000003E-5</c:v>
                </c:pt>
                <c:pt idx="237">
                  <c:v>7.0012199999999994E-5</c:v>
                </c:pt>
                <c:pt idx="238">
                  <c:v>6.8271500000000005E-5</c:v>
                </c:pt>
                <c:pt idx="239">
                  <c:v>6.4463500000000004E-5</c:v>
                </c:pt>
                <c:pt idx="240">
                  <c:v>5.84634E-5</c:v>
                </c:pt>
                <c:pt idx="241">
                  <c:v>5.7046439999999999E-5</c:v>
                </c:pt>
                <c:pt idx="242">
                  <c:v>5.5106479999999997E-5</c:v>
                </c:pt>
                <c:pt idx="243">
                  <c:v>5.3889849999999997E-5</c:v>
                </c:pt>
                <c:pt idx="244">
                  <c:v>5.0980840000000001E-5</c:v>
                </c:pt>
                <c:pt idx="245">
                  <c:v>5.5311749999999998E-5</c:v>
                </c:pt>
                <c:pt idx="246">
                  <c:v>5.0627059999999999E-5</c:v>
                </c:pt>
                <c:pt idx="247">
                  <c:v>4.8769649999999998E-5</c:v>
                </c:pt>
                <c:pt idx="248">
                  <c:v>4.8477160000000001E-5</c:v>
                </c:pt>
                <c:pt idx="249">
                  <c:v>4.7542120000000001E-5</c:v>
                </c:pt>
                <c:pt idx="250">
                  <c:v>4.6069149999999999E-5</c:v>
                </c:pt>
                <c:pt idx="251">
                  <c:v>4.7468110000000001E-5</c:v>
                </c:pt>
                <c:pt idx="252">
                  <c:v>4.7366829999999997E-5</c:v>
                </c:pt>
                <c:pt idx="253">
                  <c:v>4.2773900000000001E-5</c:v>
                </c:pt>
                <c:pt idx="254">
                  <c:v>4.0012119999999997E-5</c:v>
                </c:pt>
                <c:pt idx="255">
                  <c:v>4.0493079999999999E-5</c:v>
                </c:pt>
                <c:pt idx="256">
                  <c:v>4.0307579999999999E-5</c:v>
                </c:pt>
                <c:pt idx="257">
                  <c:v>4.0775010000000002E-5</c:v>
                </c:pt>
                <c:pt idx="258">
                  <c:v>3.4846679999999998E-5</c:v>
                </c:pt>
                <c:pt idx="259">
                  <c:v>3.6331509999999997E-5</c:v>
                </c:pt>
                <c:pt idx="260">
                  <c:v>3.9061289999999997E-5</c:v>
                </c:pt>
                <c:pt idx="261">
                  <c:v>3.5262560000000001E-5</c:v>
                </c:pt>
                <c:pt idx="262">
                  <c:v>3.3886649999999999E-5</c:v>
                </c:pt>
                <c:pt idx="263">
                  <c:v>3.344613E-5</c:v>
                </c:pt>
                <c:pt idx="264">
                  <c:v>4.0540709999999997E-5</c:v>
                </c:pt>
                <c:pt idx="265">
                  <c:v>3.417339E-5</c:v>
                </c:pt>
                <c:pt idx="266">
                  <c:v>3.353146E-5</c:v>
                </c:pt>
                <c:pt idx="267">
                  <c:v>3.2180430000000003E-5</c:v>
                </c:pt>
                <c:pt idx="268">
                  <c:v>3.5112849999999997E-5</c:v>
                </c:pt>
                <c:pt idx="269">
                  <c:v>3.2401830000000001E-5</c:v>
                </c:pt>
                <c:pt idx="270">
                  <c:v>3.4008409999999999E-5</c:v>
                </c:pt>
                <c:pt idx="271">
                  <c:v>3.1585350000000001E-5</c:v>
                </c:pt>
                <c:pt idx="272">
                  <c:v>3.2946430000000002E-5</c:v>
                </c:pt>
                <c:pt idx="273">
                  <c:v>2.69186E-5</c:v>
                </c:pt>
                <c:pt idx="274">
                  <c:v>3.3965640000000002E-5</c:v>
                </c:pt>
                <c:pt idx="275">
                  <c:v>3.6494520000000002E-5</c:v>
                </c:pt>
                <c:pt idx="276">
                  <c:v>3.2080250000000002E-5</c:v>
                </c:pt>
                <c:pt idx="277">
                  <c:v>3.3827669999999999E-5</c:v>
                </c:pt>
                <c:pt idx="278">
                  <c:v>2.948409E-5</c:v>
                </c:pt>
                <c:pt idx="279">
                  <c:v>2.6466749999999999E-5</c:v>
                </c:pt>
                <c:pt idx="280">
                  <c:v>2.9006029999999998E-5</c:v>
                </c:pt>
                <c:pt idx="281">
                  <c:v>2.7394439999999999E-5</c:v>
                </c:pt>
                <c:pt idx="282">
                  <c:v>2.9346650000000001E-5</c:v>
                </c:pt>
                <c:pt idx="283">
                  <c:v>3.1733719999999999E-5</c:v>
                </c:pt>
                <c:pt idx="284">
                  <c:v>3.0199329999999999E-5</c:v>
                </c:pt>
                <c:pt idx="285">
                  <c:v>2.8815250000000002E-5</c:v>
                </c:pt>
                <c:pt idx="286">
                  <c:v>2.900857E-5</c:v>
                </c:pt>
                <c:pt idx="287">
                  <c:v>2.709523E-5</c:v>
                </c:pt>
                <c:pt idx="288">
                  <c:v>2.9775030000000001E-5</c:v>
                </c:pt>
                <c:pt idx="289">
                  <c:v>2.5000599999999999E-5</c:v>
                </c:pt>
                <c:pt idx="290">
                  <c:v>2.507239E-5</c:v>
                </c:pt>
                <c:pt idx="291">
                  <c:v>2.1898900000000001E-5</c:v>
                </c:pt>
                <c:pt idx="292">
                  <c:v>2.503733E-5</c:v>
                </c:pt>
                <c:pt idx="293">
                  <c:v>3.205484E-5</c:v>
                </c:pt>
                <c:pt idx="294">
                  <c:v>2.4339779999999999E-5</c:v>
                </c:pt>
                <c:pt idx="295">
                  <c:v>2.7602789999999999E-5</c:v>
                </c:pt>
                <c:pt idx="296">
                  <c:v>2.3995850000000002E-5</c:v>
                </c:pt>
                <c:pt idx="297">
                  <c:v>2.2561840000000001E-5</c:v>
                </c:pt>
                <c:pt idx="298">
                  <c:v>2.1707060000000002E-5</c:v>
                </c:pt>
                <c:pt idx="299">
                  <c:v>2.441385E-5</c:v>
                </c:pt>
                <c:pt idx="300">
                  <c:v>2.1711529999999999E-5</c:v>
                </c:pt>
                <c:pt idx="301">
                  <c:v>2.5425620000000001E-5</c:v>
                </c:pt>
                <c:pt idx="302">
                  <c:v>3.022932E-5</c:v>
                </c:pt>
                <c:pt idx="303">
                  <c:v>2.8092159999999999E-5</c:v>
                </c:pt>
                <c:pt idx="304">
                  <c:v>2.6659559999999999E-5</c:v>
                </c:pt>
                <c:pt idx="305">
                  <c:v>2.6926529999999999E-5</c:v>
                </c:pt>
                <c:pt idx="306">
                  <c:v>2.614242E-5</c:v>
                </c:pt>
                <c:pt idx="307">
                  <c:v>2.6919459999999999E-5</c:v>
                </c:pt>
                <c:pt idx="308">
                  <c:v>2.7772309999999999E-5</c:v>
                </c:pt>
                <c:pt idx="309">
                  <c:v>2.6120019999999999E-5</c:v>
                </c:pt>
                <c:pt idx="310">
                  <c:v>2.684706E-5</c:v>
                </c:pt>
                <c:pt idx="311">
                  <c:v>2.337497E-5</c:v>
                </c:pt>
                <c:pt idx="312">
                  <c:v>2.550238E-5</c:v>
                </c:pt>
                <c:pt idx="313">
                  <c:v>2.5664859999999999E-5</c:v>
                </c:pt>
                <c:pt idx="314">
                  <c:v>2.6680189999999998E-5</c:v>
                </c:pt>
                <c:pt idx="315">
                  <c:v>3.1119599999999999E-5</c:v>
                </c:pt>
                <c:pt idx="316">
                  <c:v>3.2685390000000003E-5</c:v>
                </c:pt>
                <c:pt idx="317">
                  <c:v>3.1443969999999997E-5</c:v>
                </c:pt>
                <c:pt idx="318">
                  <c:v>3.5308809999999997E-5</c:v>
                </c:pt>
                <c:pt idx="319">
                  <c:v>3.1296130000000002E-5</c:v>
                </c:pt>
                <c:pt idx="320">
                  <c:v>2.874926E-5</c:v>
                </c:pt>
                <c:pt idx="321">
                  <c:v>2.4569860000000001E-5</c:v>
                </c:pt>
                <c:pt idx="322">
                  <c:v>3.2136179999999998E-5</c:v>
                </c:pt>
                <c:pt idx="323">
                  <c:v>3.2764159999999998E-5</c:v>
                </c:pt>
                <c:pt idx="324">
                  <c:v>3.3846700000000002E-5</c:v>
                </c:pt>
                <c:pt idx="325">
                  <c:v>2.780608E-5</c:v>
                </c:pt>
                <c:pt idx="326">
                  <c:v>2.437278E-5</c:v>
                </c:pt>
                <c:pt idx="327">
                  <c:v>2.5583869999999999E-5</c:v>
                </c:pt>
                <c:pt idx="328">
                  <c:v>2.997175E-5</c:v>
                </c:pt>
                <c:pt idx="329">
                  <c:v>3.4888929999999999E-5</c:v>
                </c:pt>
                <c:pt idx="330">
                  <c:v>3.0919520000000002E-5</c:v>
                </c:pt>
                <c:pt idx="331">
                  <c:v>2.5552570000000001E-5</c:v>
                </c:pt>
                <c:pt idx="332">
                  <c:v>2.3704030000000001E-5</c:v>
                </c:pt>
                <c:pt idx="333">
                  <c:v>3.1286269999999997E-5</c:v>
                </c:pt>
                <c:pt idx="334">
                  <c:v>2.699159E-5</c:v>
                </c:pt>
                <c:pt idx="335">
                  <c:v>2.8998660000000001E-5</c:v>
                </c:pt>
                <c:pt idx="336">
                  <c:v>3.3344830000000002E-5</c:v>
                </c:pt>
                <c:pt idx="337">
                  <c:v>2.8795109999999999E-5</c:v>
                </c:pt>
                <c:pt idx="338">
                  <c:v>3.4141089999999997E-5</c:v>
                </c:pt>
                <c:pt idx="339">
                  <c:v>3.1635989999999999E-5</c:v>
                </c:pt>
                <c:pt idx="340">
                  <c:v>2.5740159999999999E-5</c:v>
                </c:pt>
                <c:pt idx="341">
                  <c:v>2.9781130000000001E-5</c:v>
                </c:pt>
                <c:pt idx="342">
                  <c:v>2.341822E-5</c:v>
                </c:pt>
                <c:pt idx="343">
                  <c:v>1.945143E-5</c:v>
                </c:pt>
                <c:pt idx="344">
                  <c:v>2.4060010000000001E-5</c:v>
                </c:pt>
                <c:pt idx="345">
                  <c:v>1.9941150000000001E-5</c:v>
                </c:pt>
                <c:pt idx="346">
                  <c:v>3.3284680000000002E-5</c:v>
                </c:pt>
                <c:pt idx="347">
                  <c:v>2.3807019999999999E-5</c:v>
                </c:pt>
                <c:pt idx="348">
                  <c:v>1.6450060000000001E-5</c:v>
                </c:pt>
                <c:pt idx="349">
                  <c:v>2.0652770000000001E-5</c:v>
                </c:pt>
                <c:pt idx="350">
                  <c:v>2.447613E-5</c:v>
                </c:pt>
                <c:pt idx="351">
                  <c:v>2.04227E-5</c:v>
                </c:pt>
                <c:pt idx="352">
                  <c:v>2.742516E-5</c:v>
                </c:pt>
                <c:pt idx="353">
                  <c:v>2.8957659999999999E-5</c:v>
                </c:pt>
                <c:pt idx="354">
                  <c:v>3.0648429999999998E-5</c:v>
                </c:pt>
                <c:pt idx="355">
                  <c:v>3.2174839999999998E-5</c:v>
                </c:pt>
                <c:pt idx="356">
                  <c:v>3.2016269999999998E-5</c:v>
                </c:pt>
                <c:pt idx="357">
                  <c:v>3.57247E-5</c:v>
                </c:pt>
                <c:pt idx="358">
                  <c:v>3.285699E-5</c:v>
                </c:pt>
                <c:pt idx="359">
                  <c:v>2.5548569999999999E-5</c:v>
                </c:pt>
                <c:pt idx="360">
                  <c:v>3.193173E-5</c:v>
                </c:pt>
                <c:pt idx="361">
                  <c:v>2.60672E-5</c:v>
                </c:pt>
                <c:pt idx="362">
                  <c:v>2.532618E-5</c:v>
                </c:pt>
                <c:pt idx="363">
                  <c:v>2.9844140000000001E-5</c:v>
                </c:pt>
                <c:pt idx="364">
                  <c:v>3.351345E-5</c:v>
                </c:pt>
                <c:pt idx="365">
                  <c:v>3.1095749999999998E-5</c:v>
                </c:pt>
                <c:pt idx="366">
                  <c:v>2.9713420000000001E-5</c:v>
                </c:pt>
                <c:pt idx="367">
                  <c:v>2.696853E-5</c:v>
                </c:pt>
                <c:pt idx="368">
                  <c:v>3.0668379999999998E-5</c:v>
                </c:pt>
                <c:pt idx="369">
                  <c:v>3.3141520000000002E-5</c:v>
                </c:pt>
                <c:pt idx="370">
                  <c:v>3.1097740000000002E-5</c:v>
                </c:pt>
                <c:pt idx="371">
                  <c:v>1.743086E-5</c:v>
                </c:pt>
                <c:pt idx="372">
                  <c:v>2.901758E-5</c:v>
                </c:pt>
                <c:pt idx="373">
                  <c:v>4.0617320000000003E-5</c:v>
                </c:pt>
                <c:pt idx="374">
                  <c:v>3.2957950000000002E-5</c:v>
                </c:pt>
                <c:pt idx="375">
                  <c:v>2.90198E-5</c:v>
                </c:pt>
                <c:pt idx="376">
                  <c:v>2.996047E-5</c:v>
                </c:pt>
                <c:pt idx="377">
                  <c:v>3.382788E-5</c:v>
                </c:pt>
                <c:pt idx="378">
                  <c:v>3.5869499999999999E-5</c:v>
                </c:pt>
                <c:pt idx="379">
                  <c:v>3.3748699999999998E-5</c:v>
                </c:pt>
                <c:pt idx="380">
                  <c:v>3.2977369999999998E-5</c:v>
                </c:pt>
                <c:pt idx="381">
                  <c:v>3.632614E-5</c:v>
                </c:pt>
                <c:pt idx="382">
                  <c:v>3.9450899999999999E-5</c:v>
                </c:pt>
                <c:pt idx="383">
                  <c:v>3.3691549999999998E-5</c:v>
                </c:pt>
                <c:pt idx="384">
                  <c:v>3.668511E-5</c:v>
                </c:pt>
                <c:pt idx="385">
                  <c:v>3.4687609999999997E-5</c:v>
                </c:pt>
                <c:pt idx="386">
                  <c:v>2.0426580000000001E-5</c:v>
                </c:pt>
                <c:pt idx="387">
                  <c:v>2.208704E-5</c:v>
                </c:pt>
                <c:pt idx="388">
                  <c:v>2.26539E-5</c:v>
                </c:pt>
                <c:pt idx="389">
                  <c:v>5.3151359999999998E-5</c:v>
                </c:pt>
                <c:pt idx="390">
                  <c:v>3.7736469999999998E-5</c:v>
                </c:pt>
                <c:pt idx="391">
                  <c:v>3.4271750000000003E-5</c:v>
                </c:pt>
                <c:pt idx="392">
                  <c:v>2.9450430000000001E-5</c:v>
                </c:pt>
                <c:pt idx="393">
                  <c:v>3.7113890000000003E-5</c:v>
                </c:pt>
                <c:pt idx="394">
                  <c:v>3.6951620000000002E-5</c:v>
                </c:pt>
                <c:pt idx="395">
                  <c:v>3.6344529999999999E-5</c:v>
                </c:pt>
                <c:pt idx="396">
                  <c:v>3.8292160000000003E-5</c:v>
                </c:pt>
                <c:pt idx="397">
                  <c:v>6.1614250000000001E-5</c:v>
                </c:pt>
                <c:pt idx="398">
                  <c:v>4.9536999999999997E-5</c:v>
                </c:pt>
                <c:pt idx="399">
                  <c:v>5.0453020000000001E-5</c:v>
                </c:pt>
                <c:pt idx="400">
                  <c:v>3.6139559999999999E-5</c:v>
                </c:pt>
              </c:numCache>
            </c:numRef>
          </c:val>
          <c:smooth val="0"/>
          <c:extLst>
            <c:ext xmlns:c16="http://schemas.microsoft.com/office/drawing/2014/chart" uri="{C3380CC4-5D6E-409C-BE32-E72D297353CC}">
              <c16:uniqueId val="{00000002-A38B-4E70-8EBB-83C7A5C202D7}"/>
            </c:ext>
          </c:extLst>
        </c:ser>
        <c:dLbls>
          <c:showLegendKey val="0"/>
          <c:showVal val="0"/>
          <c:showCatName val="0"/>
          <c:showSerName val="0"/>
          <c:showPercent val="0"/>
          <c:showBubbleSize val="0"/>
        </c:dLbls>
        <c:smooth val="0"/>
        <c:axId val="832881583"/>
        <c:axId val="832879183"/>
      </c:lineChart>
      <c:catAx>
        <c:axId val="8328815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832879183"/>
        <c:crosses val="autoZero"/>
        <c:auto val="1"/>
        <c:lblAlgn val="ctr"/>
        <c:lblOffset val="100"/>
        <c:noMultiLvlLbl val="0"/>
      </c:catAx>
      <c:valAx>
        <c:axId val="832879183"/>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kumimoji="1" lang="ja-JP" altLang="en-US" sz="900" dirty="0"/>
                  <a:t>分光放射輝度</a:t>
                </a:r>
                <a:endParaRPr kumimoji="1" lang="en-US" altLang="ja-JP" sz="900" dirty="0"/>
              </a:p>
              <a:p>
                <a:pPr>
                  <a:defRPr/>
                </a:pPr>
                <a:r>
                  <a:rPr kumimoji="1" lang="ja-JP" altLang="en" sz="900" dirty="0"/>
                  <a:t>（</a:t>
                </a:r>
                <a:r>
                  <a:rPr kumimoji="1" lang="en" altLang="ja-JP" sz="900" dirty="0"/>
                  <a:t>W</a:t>
                </a:r>
                <a:r>
                  <a:rPr kumimoji="1" lang="ja-JP" altLang="en" sz="900" dirty="0"/>
                  <a:t>・</a:t>
                </a:r>
                <a:r>
                  <a:rPr kumimoji="1" lang="en" altLang="ja-JP" sz="900" dirty="0"/>
                  <a:t>sr⁻¹</a:t>
                </a:r>
                <a:r>
                  <a:rPr kumimoji="1" lang="ja-JP" altLang="en" sz="900" dirty="0"/>
                  <a:t>・ｍ⁻</a:t>
                </a:r>
                <a:r>
                  <a:rPr kumimoji="1" lang="en" altLang="ja-JP" sz="900" dirty="0"/>
                  <a:t>²</a:t>
                </a:r>
                <a:r>
                  <a:rPr kumimoji="1" lang="ja-JP" altLang="en" sz="900" dirty="0"/>
                  <a:t>・</a:t>
                </a:r>
                <a:r>
                  <a:rPr kumimoji="1" lang="en" altLang="ja-JP" sz="900" dirty="0"/>
                  <a:t>nm⁻¹</a:t>
                </a:r>
                <a:r>
                  <a:rPr kumimoji="1" lang="ja-JP" altLang="en" sz="900" dirty="0"/>
                  <a:t>）</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ltLang="ja-JP"/>
            </a:p>
          </c:txPr>
        </c:title>
        <c:numFmt formatCode="#,##0.0000_);[Red]\(#,##0.00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832881583"/>
        <c:crosses val="autoZero"/>
        <c:crossBetween val="between"/>
        <c:majorUnit val="2.0000000000000005E-3"/>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ja-JP" altLang="en-US" sz="1100" dirty="0">
                <a:solidFill>
                  <a:schemeClr val="tx1"/>
                </a:solidFill>
              </a:rPr>
              <a:t>中波長光</a:t>
            </a:r>
            <a:r>
              <a:rPr lang="en-US" altLang="ja-JP" sz="1100" dirty="0">
                <a:solidFill>
                  <a:schemeClr val="tx1"/>
                </a:solidFill>
              </a:rPr>
              <a:t>90.29</a:t>
            </a:r>
            <a:r>
              <a:rPr lang="en-US" altLang="ja-JP" sz="800" b="0" i="0" u="none" strike="noStrike" kern="1200" spc="0" baseline="0" dirty="0">
                <a:solidFill>
                  <a:prstClr val="black">
                    <a:lumMod val="65000"/>
                    <a:lumOff val="35000"/>
                  </a:prstClr>
                </a:solidFill>
              </a:rPr>
              <a:t>cd/m</a:t>
            </a:r>
            <a:r>
              <a:rPr lang="en-US" altLang="ja-JP" sz="800" b="0" i="0" u="none" strike="noStrike" kern="1200" spc="0" baseline="30000" dirty="0">
                <a:solidFill>
                  <a:prstClr val="black">
                    <a:lumMod val="65000"/>
                    <a:lumOff val="35000"/>
                  </a:prstClr>
                </a:solidFill>
              </a:rPr>
              <a:t>2</a:t>
            </a:r>
            <a:endParaRPr lang="ja-JP" altLang="en-US" sz="1100" dirty="0">
              <a:solidFill>
                <a:schemeClr val="tx1"/>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ja-JP" altLang="en-US"/>
        </a:p>
      </c:txPr>
    </c:title>
    <c:autoTitleDeleted val="0"/>
    <c:plotArea>
      <c:layout>
        <c:manualLayout>
          <c:layoutTarget val="inner"/>
          <c:xMode val="edge"/>
          <c:yMode val="edge"/>
          <c:x val="0.15382756424026489"/>
          <c:y val="0.24199772759974"/>
          <c:w val="0.72455315145813737"/>
          <c:h val="0.38409518280914318"/>
        </c:manualLayout>
      </c:layout>
      <c:barChart>
        <c:barDir val="col"/>
        <c:grouping val="clustered"/>
        <c:varyColors val="0"/>
        <c:ser>
          <c:idx val="0"/>
          <c:order val="0"/>
          <c:tx>
            <c:strRef>
              <c:f>発表用!$D$1:$D$2</c:f>
              <c:strCache>
                <c:ptCount val="2"/>
                <c:pt idx="0">
                  <c:v>カテゴリ</c:v>
                </c:pt>
                <c:pt idx="1">
                  <c:v>短波長光</c:v>
                </c:pt>
              </c:strCache>
            </c:strRef>
          </c:tx>
          <c:spPr>
            <a:solidFill>
              <a:srgbClr val="0070C0"/>
            </a:solidFill>
            <a:ln>
              <a:noFill/>
            </a:ln>
            <a:effectLst/>
          </c:spPr>
          <c:invertIfNegative val="0"/>
          <c:val>
            <c:numRef>
              <c:f>発表用!$D$3:$D$993</c:f>
              <c:numCache>
                <c:formatCode>General</c:formatCode>
                <c:ptCount val="99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1</c:v>
                </c:pt>
                <c:pt idx="122">
                  <c:v>1</c:v>
                </c:pt>
                <c:pt idx="123">
                  <c:v>1</c:v>
                </c:pt>
                <c:pt idx="124">
                  <c:v>1</c:v>
                </c:pt>
                <c:pt idx="125">
                  <c:v>1</c:v>
                </c:pt>
                <c:pt idx="126">
                  <c:v>1</c:v>
                </c:pt>
                <c:pt idx="127">
                  <c:v>1</c:v>
                </c:pt>
                <c:pt idx="128">
                  <c:v>1</c:v>
                </c:pt>
                <c:pt idx="129">
                  <c:v>1</c:v>
                </c:pt>
                <c:pt idx="130">
                  <c:v>1</c:v>
                </c:pt>
                <c:pt idx="131">
                  <c:v>1</c:v>
                </c:pt>
                <c:pt idx="132">
                  <c:v>1</c:v>
                </c:pt>
                <c:pt idx="133">
                  <c:v>1</c:v>
                </c:pt>
                <c:pt idx="134">
                  <c:v>1</c:v>
                </c:pt>
                <c:pt idx="135">
                  <c:v>1</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1</c:v>
                </c:pt>
                <c:pt idx="152">
                  <c:v>1</c:v>
                </c:pt>
                <c:pt idx="153">
                  <c:v>1</c:v>
                </c:pt>
                <c:pt idx="154">
                  <c:v>1</c:v>
                </c:pt>
                <c:pt idx="155">
                  <c:v>1</c:v>
                </c:pt>
                <c:pt idx="156">
                  <c:v>1</c:v>
                </c:pt>
                <c:pt idx="157">
                  <c:v>1</c:v>
                </c:pt>
                <c:pt idx="158">
                  <c:v>1</c:v>
                </c:pt>
                <c:pt idx="159">
                  <c:v>1</c:v>
                </c:pt>
                <c:pt idx="160">
                  <c:v>1</c:v>
                </c:pt>
                <c:pt idx="161">
                  <c:v>1</c:v>
                </c:pt>
                <c:pt idx="162">
                  <c:v>1</c:v>
                </c:pt>
                <c:pt idx="163">
                  <c:v>1</c:v>
                </c:pt>
                <c:pt idx="164">
                  <c:v>1</c:v>
                </c:pt>
                <c:pt idx="165">
                  <c:v>1</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1</c:v>
                </c:pt>
                <c:pt idx="182">
                  <c:v>1</c:v>
                </c:pt>
                <c:pt idx="183">
                  <c:v>1</c:v>
                </c:pt>
                <c:pt idx="184">
                  <c:v>1</c:v>
                </c:pt>
                <c:pt idx="185">
                  <c:v>1</c:v>
                </c:pt>
                <c:pt idx="186">
                  <c:v>1</c:v>
                </c:pt>
                <c:pt idx="187">
                  <c:v>1</c:v>
                </c:pt>
                <c:pt idx="188">
                  <c:v>1</c:v>
                </c:pt>
                <c:pt idx="189">
                  <c:v>1</c:v>
                </c:pt>
                <c:pt idx="190">
                  <c:v>1</c:v>
                </c:pt>
                <c:pt idx="191">
                  <c:v>1</c:v>
                </c:pt>
                <c:pt idx="192">
                  <c:v>1</c:v>
                </c:pt>
                <c:pt idx="193">
                  <c:v>1</c:v>
                </c:pt>
                <c:pt idx="194">
                  <c:v>1</c:v>
                </c:pt>
                <c:pt idx="195">
                  <c:v>1</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1</c:v>
                </c:pt>
                <c:pt idx="212">
                  <c:v>1</c:v>
                </c:pt>
                <c:pt idx="213">
                  <c:v>1</c:v>
                </c:pt>
                <c:pt idx="214">
                  <c:v>1</c:v>
                </c:pt>
                <c:pt idx="215">
                  <c:v>1</c:v>
                </c:pt>
                <c:pt idx="216">
                  <c:v>1</c:v>
                </c:pt>
                <c:pt idx="217">
                  <c:v>1</c:v>
                </c:pt>
                <c:pt idx="218">
                  <c:v>1</c:v>
                </c:pt>
                <c:pt idx="219">
                  <c:v>1</c:v>
                </c:pt>
                <c:pt idx="220">
                  <c:v>1</c:v>
                </c:pt>
                <c:pt idx="221">
                  <c:v>1</c:v>
                </c:pt>
                <c:pt idx="222">
                  <c:v>1</c:v>
                </c:pt>
                <c:pt idx="223">
                  <c:v>1</c:v>
                </c:pt>
                <c:pt idx="224">
                  <c:v>1</c:v>
                </c:pt>
                <c:pt idx="225">
                  <c:v>1</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1</c:v>
                </c:pt>
                <c:pt idx="242">
                  <c:v>1</c:v>
                </c:pt>
                <c:pt idx="243">
                  <c:v>1</c:v>
                </c:pt>
                <c:pt idx="244">
                  <c:v>1</c:v>
                </c:pt>
                <c:pt idx="245">
                  <c:v>1</c:v>
                </c:pt>
                <c:pt idx="246">
                  <c:v>1</c:v>
                </c:pt>
                <c:pt idx="247">
                  <c:v>1</c:v>
                </c:pt>
                <c:pt idx="248">
                  <c:v>1</c:v>
                </c:pt>
                <c:pt idx="249">
                  <c:v>1</c:v>
                </c:pt>
                <c:pt idx="250">
                  <c:v>1</c:v>
                </c:pt>
                <c:pt idx="251">
                  <c:v>1</c:v>
                </c:pt>
                <c:pt idx="252">
                  <c:v>1</c:v>
                </c:pt>
                <c:pt idx="253">
                  <c:v>1</c:v>
                </c:pt>
                <c:pt idx="254">
                  <c:v>1</c:v>
                </c:pt>
                <c:pt idx="255">
                  <c:v>1</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1</c:v>
                </c:pt>
                <c:pt idx="272">
                  <c:v>1</c:v>
                </c:pt>
                <c:pt idx="273">
                  <c:v>1</c:v>
                </c:pt>
                <c:pt idx="274">
                  <c:v>1</c:v>
                </c:pt>
                <c:pt idx="275">
                  <c:v>1</c:v>
                </c:pt>
                <c:pt idx="276">
                  <c:v>1</c:v>
                </c:pt>
                <c:pt idx="277">
                  <c:v>1</c:v>
                </c:pt>
                <c:pt idx="278">
                  <c:v>1</c:v>
                </c:pt>
                <c:pt idx="279">
                  <c:v>1</c:v>
                </c:pt>
                <c:pt idx="280">
                  <c:v>1</c:v>
                </c:pt>
                <c:pt idx="281">
                  <c:v>1</c:v>
                </c:pt>
                <c:pt idx="282">
                  <c:v>1</c:v>
                </c:pt>
                <c:pt idx="283">
                  <c:v>1</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1</c:v>
                </c:pt>
                <c:pt idx="301">
                  <c:v>1</c:v>
                </c:pt>
                <c:pt idx="302">
                  <c:v>1</c:v>
                </c:pt>
                <c:pt idx="303">
                  <c:v>1</c:v>
                </c:pt>
                <c:pt idx="304">
                  <c:v>1</c:v>
                </c:pt>
                <c:pt idx="305">
                  <c:v>1</c:v>
                </c:pt>
                <c:pt idx="306">
                  <c:v>1</c:v>
                </c:pt>
                <c:pt idx="307">
                  <c:v>1</c:v>
                </c:pt>
                <c:pt idx="308">
                  <c:v>1</c:v>
                </c:pt>
                <c:pt idx="309">
                  <c:v>1</c:v>
                </c:pt>
                <c:pt idx="310">
                  <c:v>1</c:v>
                </c:pt>
                <c:pt idx="311">
                  <c:v>1</c:v>
                </c:pt>
                <c:pt idx="312">
                  <c:v>1</c:v>
                </c:pt>
                <c:pt idx="313">
                  <c:v>1</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1</c:v>
                </c:pt>
                <c:pt idx="330">
                  <c:v>1</c:v>
                </c:pt>
                <c:pt idx="331">
                  <c:v>1</c:v>
                </c:pt>
                <c:pt idx="332">
                  <c:v>1</c:v>
                </c:pt>
                <c:pt idx="333">
                  <c:v>1</c:v>
                </c:pt>
                <c:pt idx="334">
                  <c:v>1</c:v>
                </c:pt>
                <c:pt idx="335">
                  <c:v>1</c:v>
                </c:pt>
                <c:pt idx="336">
                  <c:v>1</c:v>
                </c:pt>
                <c:pt idx="337">
                  <c:v>1</c:v>
                </c:pt>
                <c:pt idx="338">
                  <c:v>1</c:v>
                </c:pt>
                <c:pt idx="339">
                  <c:v>1</c:v>
                </c:pt>
                <c:pt idx="340">
                  <c:v>1</c:v>
                </c:pt>
                <c:pt idx="341">
                  <c:v>1</c:v>
                </c:pt>
                <c:pt idx="342">
                  <c:v>1</c:v>
                </c:pt>
                <c:pt idx="343">
                  <c:v>1</c:v>
                </c:pt>
                <c:pt idx="344">
                  <c:v>1</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1</c:v>
                </c:pt>
                <c:pt idx="361">
                  <c:v>1</c:v>
                </c:pt>
                <c:pt idx="362">
                  <c:v>1</c:v>
                </c:pt>
                <c:pt idx="363">
                  <c:v>1</c:v>
                </c:pt>
                <c:pt idx="364">
                  <c:v>1</c:v>
                </c:pt>
                <c:pt idx="365">
                  <c:v>1</c:v>
                </c:pt>
                <c:pt idx="366">
                  <c:v>1</c:v>
                </c:pt>
                <c:pt idx="367">
                  <c:v>1</c:v>
                </c:pt>
                <c:pt idx="368">
                  <c:v>1</c:v>
                </c:pt>
                <c:pt idx="369">
                  <c:v>1</c:v>
                </c:pt>
                <c:pt idx="370">
                  <c:v>1</c:v>
                </c:pt>
                <c:pt idx="371">
                  <c:v>1</c:v>
                </c:pt>
                <c:pt idx="372">
                  <c:v>1</c:v>
                </c:pt>
                <c:pt idx="373">
                  <c:v>1</c:v>
                </c:pt>
                <c:pt idx="374">
                  <c:v>1</c:v>
                </c:pt>
                <c:pt idx="375">
                  <c:v>1</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numCache>
            </c:numRef>
          </c:val>
          <c:extLst>
            <c:ext xmlns:c16="http://schemas.microsoft.com/office/drawing/2014/chart" uri="{C3380CC4-5D6E-409C-BE32-E72D297353CC}">
              <c16:uniqueId val="{00000000-6054-467D-ABFF-B071DE65768C}"/>
            </c:ext>
          </c:extLst>
        </c:ser>
        <c:ser>
          <c:idx val="1"/>
          <c:order val="1"/>
          <c:tx>
            <c:strRef>
              <c:f>発表用!$E$1:$E$2</c:f>
              <c:strCache>
                <c:ptCount val="2"/>
                <c:pt idx="0">
                  <c:v>カテゴリ</c:v>
                </c:pt>
                <c:pt idx="1">
                  <c:v>長波長光</c:v>
                </c:pt>
              </c:strCache>
            </c:strRef>
          </c:tx>
          <c:spPr>
            <a:solidFill>
              <a:srgbClr val="00B050"/>
            </a:solidFill>
            <a:ln>
              <a:noFill/>
            </a:ln>
            <a:effectLst/>
          </c:spPr>
          <c:invertIfNegative val="0"/>
          <c:val>
            <c:numRef>
              <c:f>発表用!$E$3:$E$993</c:f>
              <c:numCache>
                <c:formatCode>General</c:formatCode>
                <c:ptCount val="99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1</c:v>
                </c:pt>
                <c:pt idx="167">
                  <c:v>1</c:v>
                </c:pt>
                <c:pt idx="168">
                  <c:v>1</c:v>
                </c:pt>
                <c:pt idx="169">
                  <c:v>1</c:v>
                </c:pt>
                <c:pt idx="170">
                  <c:v>1</c:v>
                </c:pt>
                <c:pt idx="171">
                  <c:v>1</c:v>
                </c:pt>
                <c:pt idx="172">
                  <c:v>1</c:v>
                </c:pt>
                <c:pt idx="173">
                  <c:v>1</c:v>
                </c:pt>
                <c:pt idx="174">
                  <c:v>1</c:v>
                </c:pt>
                <c:pt idx="175">
                  <c:v>1</c:v>
                </c:pt>
                <c:pt idx="176">
                  <c:v>1</c:v>
                </c:pt>
                <c:pt idx="177">
                  <c:v>1</c:v>
                </c:pt>
                <c:pt idx="178">
                  <c:v>1</c:v>
                </c:pt>
                <c:pt idx="179">
                  <c:v>1</c:v>
                </c:pt>
                <c:pt idx="180">
                  <c:v>1</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1</c:v>
                </c:pt>
                <c:pt idx="197">
                  <c:v>1</c:v>
                </c:pt>
                <c:pt idx="198">
                  <c:v>1</c:v>
                </c:pt>
                <c:pt idx="199">
                  <c:v>1</c:v>
                </c:pt>
                <c:pt idx="200">
                  <c:v>1</c:v>
                </c:pt>
                <c:pt idx="201">
                  <c:v>1</c:v>
                </c:pt>
                <c:pt idx="202">
                  <c:v>1</c:v>
                </c:pt>
                <c:pt idx="203">
                  <c:v>1</c:v>
                </c:pt>
                <c:pt idx="204">
                  <c:v>1</c:v>
                </c:pt>
                <c:pt idx="205">
                  <c:v>1</c:v>
                </c:pt>
                <c:pt idx="206">
                  <c:v>1</c:v>
                </c:pt>
                <c:pt idx="207">
                  <c:v>1</c:v>
                </c:pt>
                <c:pt idx="208">
                  <c:v>1</c:v>
                </c:pt>
                <c:pt idx="209">
                  <c:v>1</c:v>
                </c:pt>
                <c:pt idx="210">
                  <c:v>1</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1</c:v>
                </c:pt>
                <c:pt idx="227">
                  <c:v>1</c:v>
                </c:pt>
                <c:pt idx="228">
                  <c:v>1</c:v>
                </c:pt>
                <c:pt idx="229">
                  <c:v>1</c:v>
                </c:pt>
                <c:pt idx="230">
                  <c:v>1</c:v>
                </c:pt>
                <c:pt idx="231">
                  <c:v>1</c:v>
                </c:pt>
                <c:pt idx="232">
                  <c:v>1</c:v>
                </c:pt>
                <c:pt idx="233">
                  <c:v>1</c:v>
                </c:pt>
                <c:pt idx="234">
                  <c:v>1</c:v>
                </c:pt>
                <c:pt idx="235">
                  <c:v>1</c:v>
                </c:pt>
                <c:pt idx="236">
                  <c:v>1</c:v>
                </c:pt>
                <c:pt idx="237">
                  <c:v>1</c:v>
                </c:pt>
                <c:pt idx="238">
                  <c:v>1</c:v>
                </c:pt>
                <c:pt idx="239">
                  <c:v>1</c:v>
                </c:pt>
                <c:pt idx="240">
                  <c:v>1</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1</c:v>
                </c:pt>
                <c:pt idx="257">
                  <c:v>1</c:v>
                </c:pt>
                <c:pt idx="258">
                  <c:v>1</c:v>
                </c:pt>
                <c:pt idx="259">
                  <c:v>1</c:v>
                </c:pt>
                <c:pt idx="260">
                  <c:v>1</c:v>
                </c:pt>
                <c:pt idx="261">
                  <c:v>1</c:v>
                </c:pt>
                <c:pt idx="262">
                  <c:v>1</c:v>
                </c:pt>
                <c:pt idx="263">
                  <c:v>1</c:v>
                </c:pt>
                <c:pt idx="264">
                  <c:v>1</c:v>
                </c:pt>
                <c:pt idx="265">
                  <c:v>1</c:v>
                </c:pt>
                <c:pt idx="266">
                  <c:v>1</c:v>
                </c:pt>
                <c:pt idx="267">
                  <c:v>1</c:v>
                </c:pt>
                <c:pt idx="268">
                  <c:v>1</c:v>
                </c:pt>
                <c:pt idx="269">
                  <c:v>1</c:v>
                </c:pt>
                <c:pt idx="270">
                  <c:v>1</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1</c:v>
                </c:pt>
                <c:pt idx="285">
                  <c:v>1</c:v>
                </c:pt>
                <c:pt idx="286">
                  <c:v>1</c:v>
                </c:pt>
                <c:pt idx="287">
                  <c:v>1</c:v>
                </c:pt>
                <c:pt idx="288">
                  <c:v>1</c:v>
                </c:pt>
                <c:pt idx="289">
                  <c:v>1</c:v>
                </c:pt>
                <c:pt idx="290">
                  <c:v>1</c:v>
                </c:pt>
                <c:pt idx="291">
                  <c:v>1</c:v>
                </c:pt>
                <c:pt idx="292">
                  <c:v>1</c:v>
                </c:pt>
                <c:pt idx="293">
                  <c:v>1</c:v>
                </c:pt>
                <c:pt idx="294">
                  <c:v>1</c:v>
                </c:pt>
                <c:pt idx="295">
                  <c:v>1</c:v>
                </c:pt>
                <c:pt idx="296">
                  <c:v>1</c:v>
                </c:pt>
                <c:pt idx="297">
                  <c:v>1</c:v>
                </c:pt>
                <c:pt idx="298">
                  <c:v>1</c:v>
                </c:pt>
                <c:pt idx="299">
                  <c:v>1</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1</c:v>
                </c:pt>
                <c:pt idx="315">
                  <c:v>1</c:v>
                </c:pt>
                <c:pt idx="316">
                  <c:v>1</c:v>
                </c:pt>
                <c:pt idx="317">
                  <c:v>1</c:v>
                </c:pt>
                <c:pt idx="318">
                  <c:v>1</c:v>
                </c:pt>
                <c:pt idx="319">
                  <c:v>1</c:v>
                </c:pt>
                <c:pt idx="320">
                  <c:v>1</c:v>
                </c:pt>
                <c:pt idx="321">
                  <c:v>1</c:v>
                </c:pt>
                <c:pt idx="322">
                  <c:v>1</c:v>
                </c:pt>
                <c:pt idx="323">
                  <c:v>1</c:v>
                </c:pt>
                <c:pt idx="324">
                  <c:v>1</c:v>
                </c:pt>
                <c:pt idx="325">
                  <c:v>1</c:v>
                </c:pt>
                <c:pt idx="326">
                  <c:v>1</c:v>
                </c:pt>
                <c:pt idx="327">
                  <c:v>1</c:v>
                </c:pt>
                <c:pt idx="328">
                  <c:v>1</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1</c:v>
                </c:pt>
                <c:pt idx="346">
                  <c:v>1</c:v>
                </c:pt>
                <c:pt idx="347">
                  <c:v>1</c:v>
                </c:pt>
                <c:pt idx="348">
                  <c:v>1</c:v>
                </c:pt>
                <c:pt idx="349">
                  <c:v>1</c:v>
                </c:pt>
                <c:pt idx="350">
                  <c:v>1</c:v>
                </c:pt>
                <c:pt idx="351">
                  <c:v>1</c:v>
                </c:pt>
                <c:pt idx="352">
                  <c:v>1</c:v>
                </c:pt>
                <c:pt idx="353">
                  <c:v>1</c:v>
                </c:pt>
                <c:pt idx="354">
                  <c:v>1</c:v>
                </c:pt>
                <c:pt idx="355">
                  <c:v>1</c:v>
                </c:pt>
                <c:pt idx="356">
                  <c:v>1</c:v>
                </c:pt>
                <c:pt idx="357">
                  <c:v>1</c:v>
                </c:pt>
                <c:pt idx="358">
                  <c:v>1</c:v>
                </c:pt>
                <c:pt idx="359">
                  <c:v>1</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1</c:v>
                </c:pt>
                <c:pt idx="377">
                  <c:v>1</c:v>
                </c:pt>
                <c:pt idx="378">
                  <c:v>1</c:v>
                </c:pt>
                <c:pt idx="379">
                  <c:v>1</c:v>
                </c:pt>
                <c:pt idx="380">
                  <c:v>1</c:v>
                </c:pt>
                <c:pt idx="381">
                  <c:v>1</c:v>
                </c:pt>
                <c:pt idx="382">
                  <c:v>1</c:v>
                </c:pt>
                <c:pt idx="383">
                  <c:v>1</c:v>
                </c:pt>
                <c:pt idx="384">
                  <c:v>1</c:v>
                </c:pt>
                <c:pt idx="385">
                  <c:v>1</c:v>
                </c:pt>
                <c:pt idx="386">
                  <c:v>1</c:v>
                </c:pt>
                <c:pt idx="387">
                  <c:v>1</c:v>
                </c:pt>
                <c:pt idx="388">
                  <c:v>1</c:v>
                </c:pt>
                <c:pt idx="389">
                  <c:v>1</c:v>
                </c:pt>
                <c:pt idx="390">
                  <c:v>1</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numCache>
            </c:numRef>
          </c:val>
          <c:extLst>
            <c:ext xmlns:c16="http://schemas.microsoft.com/office/drawing/2014/chart" uri="{C3380CC4-5D6E-409C-BE32-E72D297353CC}">
              <c16:uniqueId val="{00000001-6054-467D-ABFF-B071DE65768C}"/>
            </c:ext>
          </c:extLst>
        </c:ser>
        <c:dLbls>
          <c:showLegendKey val="0"/>
          <c:showVal val="0"/>
          <c:showCatName val="0"/>
          <c:showSerName val="0"/>
          <c:showPercent val="0"/>
          <c:showBubbleSize val="0"/>
        </c:dLbls>
        <c:gapWidth val="219"/>
        <c:overlap val="-27"/>
        <c:axId val="1251840160"/>
        <c:axId val="1251836560"/>
      </c:barChart>
      <c:lineChart>
        <c:grouping val="standard"/>
        <c:varyColors val="0"/>
        <c:ser>
          <c:idx val="2"/>
          <c:order val="2"/>
          <c:tx>
            <c:strRef>
              <c:f>発表用!$G$1:$G$2</c:f>
              <c:strCache>
                <c:ptCount val="2"/>
                <c:pt idx="0">
                  <c:v>瞳孔面積</c:v>
                </c:pt>
                <c:pt idx="1">
                  <c:v>[dot]</c:v>
                </c:pt>
              </c:strCache>
            </c:strRef>
          </c:tx>
          <c:spPr>
            <a:ln w="28575" cap="rnd">
              <a:solidFill>
                <a:schemeClr val="accent2">
                  <a:lumMod val="60000"/>
                  <a:lumOff val="40000"/>
                </a:schemeClr>
              </a:solidFill>
              <a:round/>
            </a:ln>
            <a:effectLst/>
          </c:spPr>
          <c:marker>
            <c:symbol val="none"/>
          </c:marker>
          <c:cat>
            <c:numRef>
              <c:f>発表用!$B$3:$B$993</c:f>
              <c:numCache>
                <c:formatCode>General</c:formatCode>
                <c:ptCount val="991"/>
                <c:pt idx="0">
                  <c:v>612</c:v>
                </c:pt>
                <c:pt idx="1">
                  <c:v>646</c:v>
                </c:pt>
                <c:pt idx="2">
                  <c:v>679</c:v>
                </c:pt>
                <c:pt idx="3">
                  <c:v>712</c:v>
                </c:pt>
                <c:pt idx="4">
                  <c:v>746</c:v>
                </c:pt>
                <c:pt idx="5">
                  <c:v>779</c:v>
                </c:pt>
                <c:pt idx="6">
                  <c:v>812</c:v>
                </c:pt>
                <c:pt idx="7">
                  <c:v>846</c:v>
                </c:pt>
                <c:pt idx="8">
                  <c:v>879</c:v>
                </c:pt>
                <c:pt idx="9">
                  <c:v>912</c:v>
                </c:pt>
                <c:pt idx="10">
                  <c:v>946</c:v>
                </c:pt>
                <c:pt idx="11">
                  <c:v>979</c:v>
                </c:pt>
                <c:pt idx="12">
                  <c:v>1012</c:v>
                </c:pt>
                <c:pt idx="13">
                  <c:v>1046</c:v>
                </c:pt>
                <c:pt idx="14">
                  <c:v>1079</c:v>
                </c:pt>
                <c:pt idx="15">
                  <c:v>1112</c:v>
                </c:pt>
                <c:pt idx="16">
                  <c:v>1146</c:v>
                </c:pt>
                <c:pt idx="17">
                  <c:v>1179</c:v>
                </c:pt>
                <c:pt idx="18">
                  <c:v>1212</c:v>
                </c:pt>
                <c:pt idx="19">
                  <c:v>1246</c:v>
                </c:pt>
                <c:pt idx="20">
                  <c:v>1279</c:v>
                </c:pt>
                <c:pt idx="21">
                  <c:v>1312</c:v>
                </c:pt>
                <c:pt idx="22">
                  <c:v>1346</c:v>
                </c:pt>
                <c:pt idx="23">
                  <c:v>1379</c:v>
                </c:pt>
                <c:pt idx="24">
                  <c:v>1412</c:v>
                </c:pt>
                <c:pt idx="25">
                  <c:v>1446</c:v>
                </c:pt>
                <c:pt idx="26">
                  <c:v>1479</c:v>
                </c:pt>
                <c:pt idx="27">
                  <c:v>1512</c:v>
                </c:pt>
                <c:pt idx="28">
                  <c:v>1546</c:v>
                </c:pt>
                <c:pt idx="29">
                  <c:v>1579</c:v>
                </c:pt>
                <c:pt idx="30">
                  <c:v>1612</c:v>
                </c:pt>
                <c:pt idx="31">
                  <c:v>1646</c:v>
                </c:pt>
                <c:pt idx="32">
                  <c:v>1679</c:v>
                </c:pt>
                <c:pt idx="33">
                  <c:v>1712</c:v>
                </c:pt>
                <c:pt idx="34">
                  <c:v>1746</c:v>
                </c:pt>
                <c:pt idx="35">
                  <c:v>1779</c:v>
                </c:pt>
                <c:pt idx="36">
                  <c:v>1812</c:v>
                </c:pt>
                <c:pt idx="37">
                  <c:v>1846</c:v>
                </c:pt>
                <c:pt idx="38">
                  <c:v>1879</c:v>
                </c:pt>
                <c:pt idx="39">
                  <c:v>1912</c:v>
                </c:pt>
                <c:pt idx="40">
                  <c:v>1946</c:v>
                </c:pt>
                <c:pt idx="41">
                  <c:v>1979</c:v>
                </c:pt>
                <c:pt idx="42">
                  <c:v>2012</c:v>
                </c:pt>
                <c:pt idx="43">
                  <c:v>2046</c:v>
                </c:pt>
                <c:pt idx="44">
                  <c:v>2079</c:v>
                </c:pt>
                <c:pt idx="45">
                  <c:v>2112</c:v>
                </c:pt>
                <c:pt idx="46">
                  <c:v>2146</c:v>
                </c:pt>
                <c:pt idx="47">
                  <c:v>2179</c:v>
                </c:pt>
                <c:pt idx="48">
                  <c:v>2212</c:v>
                </c:pt>
                <c:pt idx="49">
                  <c:v>2246</c:v>
                </c:pt>
                <c:pt idx="50">
                  <c:v>2279</c:v>
                </c:pt>
                <c:pt idx="51">
                  <c:v>2312</c:v>
                </c:pt>
                <c:pt idx="52">
                  <c:v>2346</c:v>
                </c:pt>
                <c:pt idx="53">
                  <c:v>2379</c:v>
                </c:pt>
                <c:pt idx="54">
                  <c:v>2412</c:v>
                </c:pt>
                <c:pt idx="55">
                  <c:v>2446</c:v>
                </c:pt>
                <c:pt idx="56">
                  <c:v>2479</c:v>
                </c:pt>
                <c:pt idx="57">
                  <c:v>2512</c:v>
                </c:pt>
                <c:pt idx="58">
                  <c:v>2546</c:v>
                </c:pt>
                <c:pt idx="59">
                  <c:v>2579</c:v>
                </c:pt>
                <c:pt idx="60">
                  <c:v>2612</c:v>
                </c:pt>
                <c:pt idx="61">
                  <c:v>2646</c:v>
                </c:pt>
                <c:pt idx="62">
                  <c:v>2679</c:v>
                </c:pt>
                <c:pt idx="63">
                  <c:v>2712</c:v>
                </c:pt>
                <c:pt idx="64">
                  <c:v>2746</c:v>
                </c:pt>
                <c:pt idx="65">
                  <c:v>2779</c:v>
                </c:pt>
                <c:pt idx="66">
                  <c:v>2812</c:v>
                </c:pt>
                <c:pt idx="67">
                  <c:v>2846</c:v>
                </c:pt>
                <c:pt idx="68">
                  <c:v>2879</c:v>
                </c:pt>
                <c:pt idx="69">
                  <c:v>2912</c:v>
                </c:pt>
                <c:pt idx="70">
                  <c:v>2946</c:v>
                </c:pt>
                <c:pt idx="71">
                  <c:v>2979</c:v>
                </c:pt>
                <c:pt idx="72">
                  <c:v>3012</c:v>
                </c:pt>
                <c:pt idx="73">
                  <c:v>3046</c:v>
                </c:pt>
                <c:pt idx="74">
                  <c:v>3079</c:v>
                </c:pt>
                <c:pt idx="75">
                  <c:v>3112</c:v>
                </c:pt>
                <c:pt idx="76">
                  <c:v>3146</c:v>
                </c:pt>
                <c:pt idx="77">
                  <c:v>3179</c:v>
                </c:pt>
                <c:pt idx="78">
                  <c:v>3212</c:v>
                </c:pt>
                <c:pt idx="79">
                  <c:v>3246</c:v>
                </c:pt>
                <c:pt idx="80">
                  <c:v>3279</c:v>
                </c:pt>
                <c:pt idx="81">
                  <c:v>3312</c:v>
                </c:pt>
                <c:pt idx="82">
                  <c:v>3346</c:v>
                </c:pt>
                <c:pt idx="83">
                  <c:v>3379</c:v>
                </c:pt>
                <c:pt idx="84">
                  <c:v>3412</c:v>
                </c:pt>
                <c:pt idx="85">
                  <c:v>3446</c:v>
                </c:pt>
                <c:pt idx="86">
                  <c:v>3479</c:v>
                </c:pt>
                <c:pt idx="87">
                  <c:v>3512</c:v>
                </c:pt>
                <c:pt idx="88">
                  <c:v>3546</c:v>
                </c:pt>
                <c:pt idx="89">
                  <c:v>3579</c:v>
                </c:pt>
                <c:pt idx="90">
                  <c:v>3612</c:v>
                </c:pt>
                <c:pt idx="91">
                  <c:v>3646</c:v>
                </c:pt>
                <c:pt idx="92">
                  <c:v>3679</c:v>
                </c:pt>
                <c:pt idx="93">
                  <c:v>3712</c:v>
                </c:pt>
                <c:pt idx="94">
                  <c:v>3746</c:v>
                </c:pt>
                <c:pt idx="95">
                  <c:v>3779</c:v>
                </c:pt>
                <c:pt idx="96">
                  <c:v>3812</c:v>
                </c:pt>
                <c:pt idx="97">
                  <c:v>3846</c:v>
                </c:pt>
                <c:pt idx="98">
                  <c:v>3879</c:v>
                </c:pt>
                <c:pt idx="99">
                  <c:v>3912</c:v>
                </c:pt>
                <c:pt idx="100">
                  <c:v>3946</c:v>
                </c:pt>
                <c:pt idx="101">
                  <c:v>3979</c:v>
                </c:pt>
                <c:pt idx="102">
                  <c:v>4012</c:v>
                </c:pt>
                <c:pt idx="103">
                  <c:v>4046</c:v>
                </c:pt>
                <c:pt idx="104">
                  <c:v>4079</c:v>
                </c:pt>
                <c:pt idx="105">
                  <c:v>4112</c:v>
                </c:pt>
                <c:pt idx="106">
                  <c:v>4146</c:v>
                </c:pt>
                <c:pt idx="107">
                  <c:v>4179</c:v>
                </c:pt>
                <c:pt idx="108">
                  <c:v>4212</c:v>
                </c:pt>
                <c:pt idx="109">
                  <c:v>4246</c:v>
                </c:pt>
                <c:pt idx="110">
                  <c:v>4279</c:v>
                </c:pt>
                <c:pt idx="111">
                  <c:v>4312</c:v>
                </c:pt>
                <c:pt idx="112">
                  <c:v>4346</c:v>
                </c:pt>
                <c:pt idx="113">
                  <c:v>4379</c:v>
                </c:pt>
                <c:pt idx="114">
                  <c:v>4412</c:v>
                </c:pt>
                <c:pt idx="115">
                  <c:v>4446</c:v>
                </c:pt>
                <c:pt idx="116">
                  <c:v>4479</c:v>
                </c:pt>
                <c:pt idx="117">
                  <c:v>4512</c:v>
                </c:pt>
                <c:pt idx="118">
                  <c:v>4546</c:v>
                </c:pt>
                <c:pt idx="119">
                  <c:v>4579</c:v>
                </c:pt>
                <c:pt idx="120">
                  <c:v>4612</c:v>
                </c:pt>
                <c:pt idx="121">
                  <c:v>4646</c:v>
                </c:pt>
                <c:pt idx="122">
                  <c:v>4679</c:v>
                </c:pt>
                <c:pt idx="123">
                  <c:v>4712</c:v>
                </c:pt>
                <c:pt idx="124">
                  <c:v>4746</c:v>
                </c:pt>
                <c:pt idx="125">
                  <c:v>4779</c:v>
                </c:pt>
                <c:pt idx="126">
                  <c:v>4812</c:v>
                </c:pt>
                <c:pt idx="127">
                  <c:v>4846</c:v>
                </c:pt>
                <c:pt idx="128">
                  <c:v>4879</c:v>
                </c:pt>
                <c:pt idx="129">
                  <c:v>4912</c:v>
                </c:pt>
                <c:pt idx="130">
                  <c:v>4946</c:v>
                </c:pt>
                <c:pt idx="131">
                  <c:v>4979</c:v>
                </c:pt>
                <c:pt idx="132">
                  <c:v>5012</c:v>
                </c:pt>
                <c:pt idx="133">
                  <c:v>5046</c:v>
                </c:pt>
                <c:pt idx="134">
                  <c:v>5079</c:v>
                </c:pt>
                <c:pt idx="135">
                  <c:v>5112</c:v>
                </c:pt>
                <c:pt idx="136">
                  <c:v>5146</c:v>
                </c:pt>
                <c:pt idx="137">
                  <c:v>5179</c:v>
                </c:pt>
                <c:pt idx="138">
                  <c:v>5212</c:v>
                </c:pt>
                <c:pt idx="139">
                  <c:v>5246</c:v>
                </c:pt>
                <c:pt idx="140">
                  <c:v>5279</c:v>
                </c:pt>
                <c:pt idx="141">
                  <c:v>5312</c:v>
                </c:pt>
                <c:pt idx="142">
                  <c:v>5346</c:v>
                </c:pt>
                <c:pt idx="143">
                  <c:v>5379</c:v>
                </c:pt>
                <c:pt idx="144">
                  <c:v>5412</c:v>
                </c:pt>
                <c:pt idx="145">
                  <c:v>5446</c:v>
                </c:pt>
                <c:pt idx="146">
                  <c:v>5479</c:v>
                </c:pt>
                <c:pt idx="147">
                  <c:v>5512</c:v>
                </c:pt>
                <c:pt idx="148">
                  <c:v>5546</c:v>
                </c:pt>
                <c:pt idx="149">
                  <c:v>5579</c:v>
                </c:pt>
                <c:pt idx="150">
                  <c:v>5612</c:v>
                </c:pt>
                <c:pt idx="151">
                  <c:v>5646</c:v>
                </c:pt>
                <c:pt idx="152">
                  <c:v>5679</c:v>
                </c:pt>
                <c:pt idx="153">
                  <c:v>5712</c:v>
                </c:pt>
                <c:pt idx="154">
                  <c:v>5746</c:v>
                </c:pt>
                <c:pt idx="155">
                  <c:v>5779</c:v>
                </c:pt>
                <c:pt idx="156">
                  <c:v>5812</c:v>
                </c:pt>
                <c:pt idx="157">
                  <c:v>5846</c:v>
                </c:pt>
                <c:pt idx="158">
                  <c:v>5879</c:v>
                </c:pt>
                <c:pt idx="159">
                  <c:v>5912</c:v>
                </c:pt>
                <c:pt idx="160">
                  <c:v>5946</c:v>
                </c:pt>
                <c:pt idx="161">
                  <c:v>5979</c:v>
                </c:pt>
                <c:pt idx="162">
                  <c:v>6012</c:v>
                </c:pt>
                <c:pt idx="163">
                  <c:v>6046</c:v>
                </c:pt>
                <c:pt idx="164">
                  <c:v>6079</c:v>
                </c:pt>
                <c:pt idx="165">
                  <c:v>6112</c:v>
                </c:pt>
                <c:pt idx="166">
                  <c:v>6146</c:v>
                </c:pt>
                <c:pt idx="167">
                  <c:v>6179</c:v>
                </c:pt>
                <c:pt idx="168">
                  <c:v>6212</c:v>
                </c:pt>
                <c:pt idx="169">
                  <c:v>6246</c:v>
                </c:pt>
                <c:pt idx="170">
                  <c:v>6279</c:v>
                </c:pt>
                <c:pt idx="171">
                  <c:v>6312</c:v>
                </c:pt>
                <c:pt idx="172">
                  <c:v>6346</c:v>
                </c:pt>
                <c:pt idx="173">
                  <c:v>6379</c:v>
                </c:pt>
                <c:pt idx="174">
                  <c:v>6412</c:v>
                </c:pt>
                <c:pt idx="175">
                  <c:v>6446</c:v>
                </c:pt>
                <c:pt idx="176">
                  <c:v>6479</c:v>
                </c:pt>
                <c:pt idx="177">
                  <c:v>6512</c:v>
                </c:pt>
                <c:pt idx="178">
                  <c:v>6546</c:v>
                </c:pt>
                <c:pt idx="179">
                  <c:v>6579</c:v>
                </c:pt>
                <c:pt idx="180">
                  <c:v>6612</c:v>
                </c:pt>
                <c:pt idx="181">
                  <c:v>6646</c:v>
                </c:pt>
                <c:pt idx="182">
                  <c:v>6679</c:v>
                </c:pt>
                <c:pt idx="183">
                  <c:v>6712</c:v>
                </c:pt>
                <c:pt idx="184">
                  <c:v>6746</c:v>
                </c:pt>
                <c:pt idx="185">
                  <c:v>6779</c:v>
                </c:pt>
                <c:pt idx="186">
                  <c:v>6812</c:v>
                </c:pt>
                <c:pt idx="187">
                  <c:v>6846</c:v>
                </c:pt>
                <c:pt idx="188">
                  <c:v>6879</c:v>
                </c:pt>
                <c:pt idx="189">
                  <c:v>6912</c:v>
                </c:pt>
                <c:pt idx="190">
                  <c:v>6946</c:v>
                </c:pt>
                <c:pt idx="191">
                  <c:v>6979</c:v>
                </c:pt>
                <c:pt idx="192">
                  <c:v>7012</c:v>
                </c:pt>
                <c:pt idx="193">
                  <c:v>7046</c:v>
                </c:pt>
                <c:pt idx="194">
                  <c:v>7079</c:v>
                </c:pt>
                <c:pt idx="195">
                  <c:v>7112</c:v>
                </c:pt>
                <c:pt idx="196">
                  <c:v>7146</c:v>
                </c:pt>
                <c:pt idx="197">
                  <c:v>7179</c:v>
                </c:pt>
                <c:pt idx="198">
                  <c:v>7212</c:v>
                </c:pt>
                <c:pt idx="199">
                  <c:v>7246</c:v>
                </c:pt>
                <c:pt idx="200">
                  <c:v>7279</c:v>
                </c:pt>
                <c:pt idx="201">
                  <c:v>7312</c:v>
                </c:pt>
                <c:pt idx="202">
                  <c:v>7346</c:v>
                </c:pt>
                <c:pt idx="203">
                  <c:v>7379</c:v>
                </c:pt>
                <c:pt idx="204">
                  <c:v>7412</c:v>
                </c:pt>
                <c:pt idx="205">
                  <c:v>7446</c:v>
                </c:pt>
                <c:pt idx="206">
                  <c:v>7479</c:v>
                </c:pt>
                <c:pt idx="207">
                  <c:v>7512</c:v>
                </c:pt>
                <c:pt idx="208">
                  <c:v>7546</c:v>
                </c:pt>
                <c:pt idx="209">
                  <c:v>7579</c:v>
                </c:pt>
                <c:pt idx="210">
                  <c:v>7612</c:v>
                </c:pt>
                <c:pt idx="211">
                  <c:v>7646</c:v>
                </c:pt>
                <c:pt idx="212">
                  <c:v>7679</c:v>
                </c:pt>
                <c:pt idx="213">
                  <c:v>7712</c:v>
                </c:pt>
                <c:pt idx="214">
                  <c:v>7746</c:v>
                </c:pt>
                <c:pt idx="215">
                  <c:v>7779</c:v>
                </c:pt>
                <c:pt idx="216">
                  <c:v>7812</c:v>
                </c:pt>
                <c:pt idx="217">
                  <c:v>7846</c:v>
                </c:pt>
                <c:pt idx="218">
                  <c:v>7879</c:v>
                </c:pt>
                <c:pt idx="219">
                  <c:v>7912</c:v>
                </c:pt>
                <c:pt idx="220">
                  <c:v>7946</c:v>
                </c:pt>
                <c:pt idx="221">
                  <c:v>7979</c:v>
                </c:pt>
                <c:pt idx="222">
                  <c:v>8012</c:v>
                </c:pt>
                <c:pt idx="223">
                  <c:v>8046</c:v>
                </c:pt>
                <c:pt idx="224">
                  <c:v>8079</c:v>
                </c:pt>
                <c:pt idx="225">
                  <c:v>8112</c:v>
                </c:pt>
                <c:pt idx="226">
                  <c:v>8146</c:v>
                </c:pt>
                <c:pt idx="227">
                  <c:v>8179</c:v>
                </c:pt>
                <c:pt idx="228">
                  <c:v>8212</c:v>
                </c:pt>
                <c:pt idx="229">
                  <c:v>8246</c:v>
                </c:pt>
                <c:pt idx="230">
                  <c:v>8279</c:v>
                </c:pt>
                <c:pt idx="231">
                  <c:v>8312</c:v>
                </c:pt>
                <c:pt idx="232">
                  <c:v>8346</c:v>
                </c:pt>
                <c:pt idx="233">
                  <c:v>8379</c:v>
                </c:pt>
                <c:pt idx="234">
                  <c:v>8412</c:v>
                </c:pt>
                <c:pt idx="235">
                  <c:v>8446</c:v>
                </c:pt>
                <c:pt idx="236">
                  <c:v>8479</c:v>
                </c:pt>
                <c:pt idx="237">
                  <c:v>8512</c:v>
                </c:pt>
                <c:pt idx="238">
                  <c:v>8546</c:v>
                </c:pt>
                <c:pt idx="239">
                  <c:v>8579</c:v>
                </c:pt>
                <c:pt idx="240">
                  <c:v>8612</c:v>
                </c:pt>
                <c:pt idx="241">
                  <c:v>8646</c:v>
                </c:pt>
                <c:pt idx="242">
                  <c:v>8679</c:v>
                </c:pt>
                <c:pt idx="243">
                  <c:v>8712</c:v>
                </c:pt>
                <c:pt idx="244">
                  <c:v>8746</c:v>
                </c:pt>
                <c:pt idx="245">
                  <c:v>8779</c:v>
                </c:pt>
                <c:pt idx="246">
                  <c:v>8812</c:v>
                </c:pt>
                <c:pt idx="247">
                  <c:v>8846</c:v>
                </c:pt>
                <c:pt idx="248">
                  <c:v>8879</c:v>
                </c:pt>
                <c:pt idx="249">
                  <c:v>8912</c:v>
                </c:pt>
                <c:pt idx="250">
                  <c:v>8946</c:v>
                </c:pt>
                <c:pt idx="251">
                  <c:v>8979</c:v>
                </c:pt>
                <c:pt idx="252">
                  <c:v>9012</c:v>
                </c:pt>
                <c:pt idx="253">
                  <c:v>9046</c:v>
                </c:pt>
                <c:pt idx="254">
                  <c:v>9079</c:v>
                </c:pt>
                <c:pt idx="255">
                  <c:v>9112</c:v>
                </c:pt>
                <c:pt idx="256">
                  <c:v>9146</c:v>
                </c:pt>
                <c:pt idx="257">
                  <c:v>9179</c:v>
                </c:pt>
                <c:pt idx="258">
                  <c:v>9212</c:v>
                </c:pt>
                <c:pt idx="259">
                  <c:v>9246</c:v>
                </c:pt>
                <c:pt idx="260">
                  <c:v>9279</c:v>
                </c:pt>
                <c:pt idx="261">
                  <c:v>9312</c:v>
                </c:pt>
                <c:pt idx="262">
                  <c:v>9346</c:v>
                </c:pt>
                <c:pt idx="263">
                  <c:v>9379</c:v>
                </c:pt>
                <c:pt idx="264">
                  <c:v>9412</c:v>
                </c:pt>
                <c:pt idx="265">
                  <c:v>9446</c:v>
                </c:pt>
                <c:pt idx="266">
                  <c:v>9479</c:v>
                </c:pt>
                <c:pt idx="267">
                  <c:v>9512</c:v>
                </c:pt>
                <c:pt idx="268">
                  <c:v>9546</c:v>
                </c:pt>
                <c:pt idx="269">
                  <c:v>9579</c:v>
                </c:pt>
                <c:pt idx="270">
                  <c:v>9612</c:v>
                </c:pt>
                <c:pt idx="271">
                  <c:v>9646</c:v>
                </c:pt>
                <c:pt idx="272">
                  <c:v>9679</c:v>
                </c:pt>
                <c:pt idx="273">
                  <c:v>9712</c:v>
                </c:pt>
                <c:pt idx="274">
                  <c:v>9746</c:v>
                </c:pt>
                <c:pt idx="275">
                  <c:v>9779</c:v>
                </c:pt>
                <c:pt idx="276">
                  <c:v>9812</c:v>
                </c:pt>
                <c:pt idx="277">
                  <c:v>9846</c:v>
                </c:pt>
                <c:pt idx="278">
                  <c:v>9879</c:v>
                </c:pt>
                <c:pt idx="279">
                  <c:v>9912</c:v>
                </c:pt>
                <c:pt idx="280">
                  <c:v>9946</c:v>
                </c:pt>
                <c:pt idx="281">
                  <c:v>9979</c:v>
                </c:pt>
                <c:pt idx="282">
                  <c:v>10012</c:v>
                </c:pt>
                <c:pt idx="283">
                  <c:v>10046</c:v>
                </c:pt>
                <c:pt idx="284">
                  <c:v>10079</c:v>
                </c:pt>
                <c:pt idx="285">
                  <c:v>10112</c:v>
                </c:pt>
                <c:pt idx="286">
                  <c:v>10146</c:v>
                </c:pt>
                <c:pt idx="287">
                  <c:v>10179</c:v>
                </c:pt>
                <c:pt idx="288">
                  <c:v>10212</c:v>
                </c:pt>
                <c:pt idx="289">
                  <c:v>10246</c:v>
                </c:pt>
                <c:pt idx="290">
                  <c:v>10279</c:v>
                </c:pt>
                <c:pt idx="291">
                  <c:v>10312</c:v>
                </c:pt>
                <c:pt idx="292">
                  <c:v>10346</c:v>
                </c:pt>
                <c:pt idx="293">
                  <c:v>10379</c:v>
                </c:pt>
                <c:pt idx="294">
                  <c:v>10412</c:v>
                </c:pt>
                <c:pt idx="295">
                  <c:v>10446</c:v>
                </c:pt>
                <c:pt idx="296">
                  <c:v>10479</c:v>
                </c:pt>
                <c:pt idx="297">
                  <c:v>10512</c:v>
                </c:pt>
                <c:pt idx="298">
                  <c:v>10546</c:v>
                </c:pt>
                <c:pt idx="299">
                  <c:v>10579</c:v>
                </c:pt>
                <c:pt idx="300">
                  <c:v>10613</c:v>
                </c:pt>
                <c:pt idx="301">
                  <c:v>10646</c:v>
                </c:pt>
                <c:pt idx="302">
                  <c:v>10679</c:v>
                </c:pt>
                <c:pt idx="303">
                  <c:v>10713</c:v>
                </c:pt>
                <c:pt idx="304">
                  <c:v>10746</c:v>
                </c:pt>
                <c:pt idx="305">
                  <c:v>10779</c:v>
                </c:pt>
                <c:pt idx="306">
                  <c:v>10813</c:v>
                </c:pt>
                <c:pt idx="307">
                  <c:v>10846</c:v>
                </c:pt>
                <c:pt idx="308">
                  <c:v>10879</c:v>
                </c:pt>
                <c:pt idx="309">
                  <c:v>10913</c:v>
                </c:pt>
                <c:pt idx="310">
                  <c:v>10946</c:v>
                </c:pt>
                <c:pt idx="311">
                  <c:v>10979</c:v>
                </c:pt>
                <c:pt idx="312">
                  <c:v>11013</c:v>
                </c:pt>
                <c:pt idx="313">
                  <c:v>11046</c:v>
                </c:pt>
                <c:pt idx="314">
                  <c:v>11079</c:v>
                </c:pt>
                <c:pt idx="315">
                  <c:v>11113</c:v>
                </c:pt>
                <c:pt idx="316">
                  <c:v>11146</c:v>
                </c:pt>
                <c:pt idx="317">
                  <c:v>11179</c:v>
                </c:pt>
                <c:pt idx="318">
                  <c:v>11213</c:v>
                </c:pt>
                <c:pt idx="319">
                  <c:v>11246</c:v>
                </c:pt>
                <c:pt idx="320">
                  <c:v>11279</c:v>
                </c:pt>
                <c:pt idx="321">
                  <c:v>11313</c:v>
                </c:pt>
                <c:pt idx="322">
                  <c:v>11346</c:v>
                </c:pt>
                <c:pt idx="323">
                  <c:v>11379</c:v>
                </c:pt>
                <c:pt idx="324">
                  <c:v>11413</c:v>
                </c:pt>
                <c:pt idx="325">
                  <c:v>11446</c:v>
                </c:pt>
                <c:pt idx="326">
                  <c:v>11479</c:v>
                </c:pt>
                <c:pt idx="327">
                  <c:v>11513</c:v>
                </c:pt>
                <c:pt idx="328">
                  <c:v>11546</c:v>
                </c:pt>
                <c:pt idx="329">
                  <c:v>11579</c:v>
                </c:pt>
                <c:pt idx="330">
                  <c:v>11613</c:v>
                </c:pt>
                <c:pt idx="331">
                  <c:v>11646</c:v>
                </c:pt>
                <c:pt idx="332">
                  <c:v>11679</c:v>
                </c:pt>
                <c:pt idx="333">
                  <c:v>11713</c:v>
                </c:pt>
                <c:pt idx="334">
                  <c:v>11746</c:v>
                </c:pt>
                <c:pt idx="335">
                  <c:v>11779</c:v>
                </c:pt>
                <c:pt idx="336">
                  <c:v>11813</c:v>
                </c:pt>
                <c:pt idx="337">
                  <c:v>11846</c:v>
                </c:pt>
                <c:pt idx="338">
                  <c:v>11879</c:v>
                </c:pt>
                <c:pt idx="339">
                  <c:v>11913</c:v>
                </c:pt>
                <c:pt idx="340">
                  <c:v>11946</c:v>
                </c:pt>
                <c:pt idx="341">
                  <c:v>11979</c:v>
                </c:pt>
                <c:pt idx="342">
                  <c:v>12013</c:v>
                </c:pt>
                <c:pt idx="343">
                  <c:v>12046</c:v>
                </c:pt>
                <c:pt idx="344">
                  <c:v>12079</c:v>
                </c:pt>
                <c:pt idx="345">
                  <c:v>12113</c:v>
                </c:pt>
                <c:pt idx="346">
                  <c:v>12146</c:v>
                </c:pt>
                <c:pt idx="347">
                  <c:v>12179</c:v>
                </c:pt>
                <c:pt idx="348">
                  <c:v>12213</c:v>
                </c:pt>
                <c:pt idx="349">
                  <c:v>12246</c:v>
                </c:pt>
                <c:pt idx="350">
                  <c:v>12279</c:v>
                </c:pt>
                <c:pt idx="351">
                  <c:v>12313</c:v>
                </c:pt>
                <c:pt idx="352">
                  <c:v>12346</c:v>
                </c:pt>
                <c:pt idx="353">
                  <c:v>12379</c:v>
                </c:pt>
                <c:pt idx="354">
                  <c:v>12413</c:v>
                </c:pt>
                <c:pt idx="355">
                  <c:v>12446</c:v>
                </c:pt>
                <c:pt idx="356">
                  <c:v>12479</c:v>
                </c:pt>
                <c:pt idx="357">
                  <c:v>12513</c:v>
                </c:pt>
                <c:pt idx="358">
                  <c:v>12546</c:v>
                </c:pt>
                <c:pt idx="359">
                  <c:v>12579</c:v>
                </c:pt>
                <c:pt idx="360">
                  <c:v>12613</c:v>
                </c:pt>
                <c:pt idx="361">
                  <c:v>12646</c:v>
                </c:pt>
                <c:pt idx="362">
                  <c:v>12679</c:v>
                </c:pt>
                <c:pt idx="363">
                  <c:v>12713</c:v>
                </c:pt>
                <c:pt idx="364">
                  <c:v>12746</c:v>
                </c:pt>
                <c:pt idx="365">
                  <c:v>12779</c:v>
                </c:pt>
                <c:pt idx="366">
                  <c:v>12813</c:v>
                </c:pt>
                <c:pt idx="367">
                  <c:v>12846</c:v>
                </c:pt>
                <c:pt idx="368">
                  <c:v>12879</c:v>
                </c:pt>
                <c:pt idx="369">
                  <c:v>12913</c:v>
                </c:pt>
                <c:pt idx="370">
                  <c:v>12946</c:v>
                </c:pt>
                <c:pt idx="371">
                  <c:v>12980</c:v>
                </c:pt>
                <c:pt idx="372">
                  <c:v>13013</c:v>
                </c:pt>
                <c:pt idx="373">
                  <c:v>13046</c:v>
                </c:pt>
                <c:pt idx="374">
                  <c:v>13080</c:v>
                </c:pt>
                <c:pt idx="375">
                  <c:v>13113</c:v>
                </c:pt>
                <c:pt idx="376">
                  <c:v>13146</c:v>
                </c:pt>
                <c:pt idx="377">
                  <c:v>13180</c:v>
                </c:pt>
                <c:pt idx="378">
                  <c:v>13213</c:v>
                </c:pt>
                <c:pt idx="379">
                  <c:v>13246</c:v>
                </c:pt>
                <c:pt idx="380">
                  <c:v>13280</c:v>
                </c:pt>
                <c:pt idx="381">
                  <c:v>13313</c:v>
                </c:pt>
                <c:pt idx="382">
                  <c:v>13346</c:v>
                </c:pt>
                <c:pt idx="383">
                  <c:v>13380</c:v>
                </c:pt>
                <c:pt idx="384">
                  <c:v>13413</c:v>
                </c:pt>
                <c:pt idx="385">
                  <c:v>13446</c:v>
                </c:pt>
                <c:pt idx="386">
                  <c:v>13480</c:v>
                </c:pt>
                <c:pt idx="387">
                  <c:v>13513</c:v>
                </c:pt>
                <c:pt idx="388">
                  <c:v>13546</c:v>
                </c:pt>
                <c:pt idx="389">
                  <c:v>13580</c:v>
                </c:pt>
                <c:pt idx="390">
                  <c:v>13613</c:v>
                </c:pt>
                <c:pt idx="391">
                  <c:v>13646</c:v>
                </c:pt>
                <c:pt idx="392">
                  <c:v>13680</c:v>
                </c:pt>
                <c:pt idx="393">
                  <c:v>13713</c:v>
                </c:pt>
                <c:pt idx="394">
                  <c:v>13746</c:v>
                </c:pt>
                <c:pt idx="395">
                  <c:v>13780</c:v>
                </c:pt>
                <c:pt idx="396">
                  <c:v>13813</c:v>
                </c:pt>
                <c:pt idx="397">
                  <c:v>13846</c:v>
                </c:pt>
                <c:pt idx="398">
                  <c:v>13880</c:v>
                </c:pt>
                <c:pt idx="399">
                  <c:v>13913</c:v>
                </c:pt>
                <c:pt idx="400">
                  <c:v>13946</c:v>
                </c:pt>
                <c:pt idx="401">
                  <c:v>13980</c:v>
                </c:pt>
                <c:pt idx="402">
                  <c:v>14013</c:v>
                </c:pt>
                <c:pt idx="403">
                  <c:v>14046</c:v>
                </c:pt>
                <c:pt idx="404">
                  <c:v>14080</c:v>
                </c:pt>
                <c:pt idx="405">
                  <c:v>14113</c:v>
                </c:pt>
                <c:pt idx="406">
                  <c:v>14146</c:v>
                </c:pt>
                <c:pt idx="407">
                  <c:v>14180</c:v>
                </c:pt>
                <c:pt idx="408">
                  <c:v>14213</c:v>
                </c:pt>
                <c:pt idx="409">
                  <c:v>14246</c:v>
                </c:pt>
                <c:pt idx="410">
                  <c:v>14280</c:v>
                </c:pt>
                <c:pt idx="411">
                  <c:v>14313</c:v>
                </c:pt>
                <c:pt idx="412">
                  <c:v>14346</c:v>
                </c:pt>
                <c:pt idx="413">
                  <c:v>14380</c:v>
                </c:pt>
                <c:pt idx="414">
                  <c:v>14413</c:v>
                </c:pt>
                <c:pt idx="415">
                  <c:v>14446</c:v>
                </c:pt>
                <c:pt idx="416">
                  <c:v>14480</c:v>
                </c:pt>
                <c:pt idx="417">
                  <c:v>14513</c:v>
                </c:pt>
                <c:pt idx="418">
                  <c:v>14546</c:v>
                </c:pt>
                <c:pt idx="419">
                  <c:v>14580</c:v>
                </c:pt>
                <c:pt idx="420">
                  <c:v>14613</c:v>
                </c:pt>
                <c:pt idx="421">
                  <c:v>14646</c:v>
                </c:pt>
                <c:pt idx="422">
                  <c:v>14680</c:v>
                </c:pt>
                <c:pt idx="423">
                  <c:v>14713</c:v>
                </c:pt>
                <c:pt idx="424">
                  <c:v>14746</c:v>
                </c:pt>
                <c:pt idx="425">
                  <c:v>14780</c:v>
                </c:pt>
                <c:pt idx="426">
                  <c:v>14813</c:v>
                </c:pt>
                <c:pt idx="427">
                  <c:v>14846</c:v>
                </c:pt>
                <c:pt idx="428">
                  <c:v>14880</c:v>
                </c:pt>
                <c:pt idx="429">
                  <c:v>14913</c:v>
                </c:pt>
                <c:pt idx="430">
                  <c:v>14946</c:v>
                </c:pt>
                <c:pt idx="431">
                  <c:v>14980</c:v>
                </c:pt>
                <c:pt idx="432">
                  <c:v>15013</c:v>
                </c:pt>
                <c:pt idx="433">
                  <c:v>15046</c:v>
                </c:pt>
                <c:pt idx="434">
                  <c:v>15080</c:v>
                </c:pt>
                <c:pt idx="435">
                  <c:v>15113</c:v>
                </c:pt>
                <c:pt idx="436">
                  <c:v>15146</c:v>
                </c:pt>
                <c:pt idx="437">
                  <c:v>15180</c:v>
                </c:pt>
                <c:pt idx="438">
                  <c:v>15213</c:v>
                </c:pt>
                <c:pt idx="439">
                  <c:v>15247</c:v>
                </c:pt>
                <c:pt idx="440">
                  <c:v>15280</c:v>
                </c:pt>
                <c:pt idx="441">
                  <c:v>15313</c:v>
                </c:pt>
                <c:pt idx="442">
                  <c:v>15347</c:v>
                </c:pt>
                <c:pt idx="443">
                  <c:v>15380</c:v>
                </c:pt>
                <c:pt idx="444">
                  <c:v>15413</c:v>
                </c:pt>
                <c:pt idx="445">
                  <c:v>15447</c:v>
                </c:pt>
                <c:pt idx="446">
                  <c:v>15480</c:v>
                </c:pt>
                <c:pt idx="447">
                  <c:v>15513</c:v>
                </c:pt>
                <c:pt idx="448">
                  <c:v>15547</c:v>
                </c:pt>
                <c:pt idx="449">
                  <c:v>15580</c:v>
                </c:pt>
                <c:pt idx="450">
                  <c:v>15613</c:v>
                </c:pt>
                <c:pt idx="451">
                  <c:v>15647</c:v>
                </c:pt>
                <c:pt idx="452">
                  <c:v>15680</c:v>
                </c:pt>
                <c:pt idx="453">
                  <c:v>15713</c:v>
                </c:pt>
                <c:pt idx="454">
                  <c:v>15747</c:v>
                </c:pt>
                <c:pt idx="455">
                  <c:v>15780</c:v>
                </c:pt>
                <c:pt idx="456">
                  <c:v>15813</c:v>
                </c:pt>
                <c:pt idx="457">
                  <c:v>15847</c:v>
                </c:pt>
                <c:pt idx="458">
                  <c:v>15880</c:v>
                </c:pt>
                <c:pt idx="459">
                  <c:v>15913</c:v>
                </c:pt>
                <c:pt idx="460">
                  <c:v>15947</c:v>
                </c:pt>
                <c:pt idx="461">
                  <c:v>15980</c:v>
                </c:pt>
                <c:pt idx="462">
                  <c:v>16013</c:v>
                </c:pt>
                <c:pt idx="463">
                  <c:v>16047</c:v>
                </c:pt>
                <c:pt idx="464">
                  <c:v>16080</c:v>
                </c:pt>
                <c:pt idx="465">
                  <c:v>16113</c:v>
                </c:pt>
                <c:pt idx="466">
                  <c:v>16147</c:v>
                </c:pt>
                <c:pt idx="467">
                  <c:v>16180</c:v>
                </c:pt>
                <c:pt idx="468">
                  <c:v>16213</c:v>
                </c:pt>
                <c:pt idx="469">
                  <c:v>16247</c:v>
                </c:pt>
                <c:pt idx="470">
                  <c:v>16280</c:v>
                </c:pt>
                <c:pt idx="471">
                  <c:v>16313</c:v>
                </c:pt>
                <c:pt idx="472">
                  <c:v>16347</c:v>
                </c:pt>
                <c:pt idx="473">
                  <c:v>16380</c:v>
                </c:pt>
                <c:pt idx="474">
                  <c:v>16413</c:v>
                </c:pt>
                <c:pt idx="475">
                  <c:v>16447</c:v>
                </c:pt>
                <c:pt idx="476">
                  <c:v>16480</c:v>
                </c:pt>
                <c:pt idx="477">
                  <c:v>16513</c:v>
                </c:pt>
                <c:pt idx="478">
                  <c:v>16547</c:v>
                </c:pt>
                <c:pt idx="479">
                  <c:v>16580</c:v>
                </c:pt>
                <c:pt idx="480">
                  <c:v>16613</c:v>
                </c:pt>
                <c:pt idx="481">
                  <c:v>16647</c:v>
                </c:pt>
                <c:pt idx="482">
                  <c:v>16680</c:v>
                </c:pt>
                <c:pt idx="483">
                  <c:v>16713</c:v>
                </c:pt>
                <c:pt idx="484">
                  <c:v>16747</c:v>
                </c:pt>
                <c:pt idx="485">
                  <c:v>16780</c:v>
                </c:pt>
                <c:pt idx="486">
                  <c:v>16813</c:v>
                </c:pt>
                <c:pt idx="487">
                  <c:v>16847</c:v>
                </c:pt>
                <c:pt idx="488">
                  <c:v>16880</c:v>
                </c:pt>
                <c:pt idx="489">
                  <c:v>16913</c:v>
                </c:pt>
                <c:pt idx="490">
                  <c:v>16947</c:v>
                </c:pt>
                <c:pt idx="491">
                  <c:v>16980</c:v>
                </c:pt>
                <c:pt idx="492">
                  <c:v>17013</c:v>
                </c:pt>
                <c:pt idx="493">
                  <c:v>17047</c:v>
                </c:pt>
                <c:pt idx="494">
                  <c:v>17080</c:v>
                </c:pt>
                <c:pt idx="495">
                  <c:v>17113</c:v>
                </c:pt>
                <c:pt idx="496">
                  <c:v>17147</c:v>
                </c:pt>
                <c:pt idx="497">
                  <c:v>17180</c:v>
                </c:pt>
                <c:pt idx="498">
                  <c:v>17213</c:v>
                </c:pt>
                <c:pt idx="499">
                  <c:v>17247</c:v>
                </c:pt>
                <c:pt idx="500">
                  <c:v>17280</c:v>
                </c:pt>
                <c:pt idx="501">
                  <c:v>17313</c:v>
                </c:pt>
                <c:pt idx="502">
                  <c:v>17347</c:v>
                </c:pt>
                <c:pt idx="503">
                  <c:v>17380</c:v>
                </c:pt>
                <c:pt idx="504">
                  <c:v>17414</c:v>
                </c:pt>
                <c:pt idx="505">
                  <c:v>17447</c:v>
                </c:pt>
                <c:pt idx="506">
                  <c:v>17480</c:v>
                </c:pt>
                <c:pt idx="507">
                  <c:v>17514</c:v>
                </c:pt>
                <c:pt idx="508">
                  <c:v>17547</c:v>
                </c:pt>
                <c:pt idx="509">
                  <c:v>17580</c:v>
                </c:pt>
                <c:pt idx="510">
                  <c:v>17614</c:v>
                </c:pt>
                <c:pt idx="511">
                  <c:v>17647</c:v>
                </c:pt>
                <c:pt idx="512">
                  <c:v>17680</c:v>
                </c:pt>
                <c:pt idx="513">
                  <c:v>17714</c:v>
                </c:pt>
                <c:pt idx="514">
                  <c:v>17747</c:v>
                </c:pt>
                <c:pt idx="515">
                  <c:v>17780</c:v>
                </c:pt>
                <c:pt idx="516">
                  <c:v>17814</c:v>
                </c:pt>
                <c:pt idx="517">
                  <c:v>17847</c:v>
                </c:pt>
                <c:pt idx="518">
                  <c:v>17880</c:v>
                </c:pt>
                <c:pt idx="519">
                  <c:v>17914</c:v>
                </c:pt>
                <c:pt idx="520">
                  <c:v>17947</c:v>
                </c:pt>
                <c:pt idx="521">
                  <c:v>17980</c:v>
                </c:pt>
                <c:pt idx="522">
                  <c:v>18014</c:v>
                </c:pt>
                <c:pt idx="523">
                  <c:v>18047</c:v>
                </c:pt>
                <c:pt idx="524">
                  <c:v>18080</c:v>
                </c:pt>
                <c:pt idx="525">
                  <c:v>18114</c:v>
                </c:pt>
                <c:pt idx="526">
                  <c:v>18147</c:v>
                </c:pt>
                <c:pt idx="527">
                  <c:v>18180</c:v>
                </c:pt>
                <c:pt idx="528">
                  <c:v>18214</c:v>
                </c:pt>
                <c:pt idx="529">
                  <c:v>18247</c:v>
                </c:pt>
                <c:pt idx="530">
                  <c:v>18280</c:v>
                </c:pt>
                <c:pt idx="531">
                  <c:v>18314</c:v>
                </c:pt>
                <c:pt idx="532">
                  <c:v>18347</c:v>
                </c:pt>
                <c:pt idx="533">
                  <c:v>18380</c:v>
                </c:pt>
                <c:pt idx="534">
                  <c:v>18414</c:v>
                </c:pt>
                <c:pt idx="535">
                  <c:v>18447</c:v>
                </c:pt>
                <c:pt idx="536">
                  <c:v>18480</c:v>
                </c:pt>
                <c:pt idx="537">
                  <c:v>18514</c:v>
                </c:pt>
                <c:pt idx="538">
                  <c:v>18547</c:v>
                </c:pt>
                <c:pt idx="539">
                  <c:v>18580</c:v>
                </c:pt>
                <c:pt idx="540">
                  <c:v>18614</c:v>
                </c:pt>
                <c:pt idx="541">
                  <c:v>18647</c:v>
                </c:pt>
                <c:pt idx="542">
                  <c:v>18680</c:v>
                </c:pt>
                <c:pt idx="543">
                  <c:v>18714</c:v>
                </c:pt>
                <c:pt idx="544">
                  <c:v>18747</c:v>
                </c:pt>
                <c:pt idx="545">
                  <c:v>18780</c:v>
                </c:pt>
                <c:pt idx="546">
                  <c:v>18814</c:v>
                </c:pt>
                <c:pt idx="547">
                  <c:v>18847</c:v>
                </c:pt>
                <c:pt idx="548">
                  <c:v>18880</c:v>
                </c:pt>
                <c:pt idx="549">
                  <c:v>18914</c:v>
                </c:pt>
                <c:pt idx="550">
                  <c:v>18947</c:v>
                </c:pt>
                <c:pt idx="551">
                  <c:v>18980</c:v>
                </c:pt>
                <c:pt idx="552">
                  <c:v>19014</c:v>
                </c:pt>
                <c:pt idx="553">
                  <c:v>19047</c:v>
                </c:pt>
                <c:pt idx="554">
                  <c:v>19080</c:v>
                </c:pt>
                <c:pt idx="555">
                  <c:v>19114</c:v>
                </c:pt>
                <c:pt idx="556">
                  <c:v>19147</c:v>
                </c:pt>
                <c:pt idx="557">
                  <c:v>19180</c:v>
                </c:pt>
                <c:pt idx="558">
                  <c:v>19214</c:v>
                </c:pt>
                <c:pt idx="559">
                  <c:v>19247</c:v>
                </c:pt>
                <c:pt idx="560">
                  <c:v>19280</c:v>
                </c:pt>
                <c:pt idx="561">
                  <c:v>19314</c:v>
                </c:pt>
                <c:pt idx="562">
                  <c:v>19347</c:v>
                </c:pt>
                <c:pt idx="563">
                  <c:v>19380</c:v>
                </c:pt>
                <c:pt idx="564">
                  <c:v>19414</c:v>
                </c:pt>
                <c:pt idx="565">
                  <c:v>19447</c:v>
                </c:pt>
                <c:pt idx="566">
                  <c:v>19480</c:v>
                </c:pt>
                <c:pt idx="567">
                  <c:v>19514</c:v>
                </c:pt>
                <c:pt idx="568">
                  <c:v>19547</c:v>
                </c:pt>
                <c:pt idx="569">
                  <c:v>19580</c:v>
                </c:pt>
                <c:pt idx="570">
                  <c:v>19614</c:v>
                </c:pt>
                <c:pt idx="571">
                  <c:v>19647</c:v>
                </c:pt>
                <c:pt idx="572">
                  <c:v>19681</c:v>
                </c:pt>
                <c:pt idx="573">
                  <c:v>19714</c:v>
                </c:pt>
                <c:pt idx="574">
                  <c:v>19747</c:v>
                </c:pt>
                <c:pt idx="575">
                  <c:v>19781</c:v>
                </c:pt>
                <c:pt idx="576">
                  <c:v>19814</c:v>
                </c:pt>
                <c:pt idx="577">
                  <c:v>19847</c:v>
                </c:pt>
                <c:pt idx="578">
                  <c:v>19881</c:v>
                </c:pt>
                <c:pt idx="579">
                  <c:v>19914</c:v>
                </c:pt>
                <c:pt idx="580">
                  <c:v>19947</c:v>
                </c:pt>
                <c:pt idx="581">
                  <c:v>19981</c:v>
                </c:pt>
                <c:pt idx="582">
                  <c:v>20014</c:v>
                </c:pt>
                <c:pt idx="583">
                  <c:v>20047</c:v>
                </c:pt>
                <c:pt idx="584">
                  <c:v>20081</c:v>
                </c:pt>
                <c:pt idx="585">
                  <c:v>20114</c:v>
                </c:pt>
                <c:pt idx="586">
                  <c:v>20147</c:v>
                </c:pt>
                <c:pt idx="587">
                  <c:v>20181</c:v>
                </c:pt>
                <c:pt idx="588">
                  <c:v>20214</c:v>
                </c:pt>
                <c:pt idx="589">
                  <c:v>20247</c:v>
                </c:pt>
                <c:pt idx="590">
                  <c:v>20281</c:v>
                </c:pt>
                <c:pt idx="591">
                  <c:v>20314</c:v>
                </c:pt>
                <c:pt idx="592">
                  <c:v>20347</c:v>
                </c:pt>
                <c:pt idx="593">
                  <c:v>20381</c:v>
                </c:pt>
                <c:pt idx="594">
                  <c:v>20414</c:v>
                </c:pt>
                <c:pt idx="595">
                  <c:v>20447</c:v>
                </c:pt>
                <c:pt idx="596">
                  <c:v>20481</c:v>
                </c:pt>
                <c:pt idx="597">
                  <c:v>20514</c:v>
                </c:pt>
                <c:pt idx="598">
                  <c:v>20547</c:v>
                </c:pt>
                <c:pt idx="599">
                  <c:v>20581</c:v>
                </c:pt>
                <c:pt idx="600">
                  <c:v>20614</c:v>
                </c:pt>
                <c:pt idx="601">
                  <c:v>20647</c:v>
                </c:pt>
                <c:pt idx="602">
                  <c:v>20681</c:v>
                </c:pt>
                <c:pt idx="603">
                  <c:v>20714</c:v>
                </c:pt>
                <c:pt idx="604">
                  <c:v>20747</c:v>
                </c:pt>
                <c:pt idx="605">
                  <c:v>20781</c:v>
                </c:pt>
                <c:pt idx="606">
                  <c:v>20814</c:v>
                </c:pt>
                <c:pt idx="607">
                  <c:v>20847</c:v>
                </c:pt>
                <c:pt idx="608">
                  <c:v>20881</c:v>
                </c:pt>
                <c:pt idx="609">
                  <c:v>20914</c:v>
                </c:pt>
                <c:pt idx="610">
                  <c:v>20947</c:v>
                </c:pt>
                <c:pt idx="611">
                  <c:v>20981</c:v>
                </c:pt>
                <c:pt idx="612">
                  <c:v>21014</c:v>
                </c:pt>
                <c:pt idx="613">
                  <c:v>21047</c:v>
                </c:pt>
                <c:pt idx="614">
                  <c:v>21081</c:v>
                </c:pt>
                <c:pt idx="615">
                  <c:v>21114</c:v>
                </c:pt>
                <c:pt idx="616">
                  <c:v>21147</c:v>
                </c:pt>
                <c:pt idx="617">
                  <c:v>21181</c:v>
                </c:pt>
                <c:pt idx="618">
                  <c:v>21214</c:v>
                </c:pt>
                <c:pt idx="619">
                  <c:v>21247</c:v>
                </c:pt>
                <c:pt idx="620">
                  <c:v>21281</c:v>
                </c:pt>
                <c:pt idx="621">
                  <c:v>21314</c:v>
                </c:pt>
                <c:pt idx="622">
                  <c:v>21347</c:v>
                </c:pt>
                <c:pt idx="623">
                  <c:v>21381</c:v>
                </c:pt>
                <c:pt idx="624">
                  <c:v>21414</c:v>
                </c:pt>
                <c:pt idx="625">
                  <c:v>21447</c:v>
                </c:pt>
                <c:pt idx="626">
                  <c:v>21481</c:v>
                </c:pt>
                <c:pt idx="627">
                  <c:v>21514</c:v>
                </c:pt>
                <c:pt idx="628">
                  <c:v>21547</c:v>
                </c:pt>
                <c:pt idx="629">
                  <c:v>21581</c:v>
                </c:pt>
                <c:pt idx="630">
                  <c:v>21614</c:v>
                </c:pt>
                <c:pt idx="631">
                  <c:v>21647</c:v>
                </c:pt>
                <c:pt idx="632">
                  <c:v>21681</c:v>
                </c:pt>
                <c:pt idx="633">
                  <c:v>21714</c:v>
                </c:pt>
                <c:pt idx="634">
                  <c:v>21747</c:v>
                </c:pt>
                <c:pt idx="635">
                  <c:v>21781</c:v>
                </c:pt>
                <c:pt idx="636">
                  <c:v>21814</c:v>
                </c:pt>
                <c:pt idx="637">
                  <c:v>21847</c:v>
                </c:pt>
                <c:pt idx="638">
                  <c:v>21881</c:v>
                </c:pt>
                <c:pt idx="639">
                  <c:v>21914</c:v>
                </c:pt>
                <c:pt idx="640">
                  <c:v>21948</c:v>
                </c:pt>
                <c:pt idx="641">
                  <c:v>21981</c:v>
                </c:pt>
                <c:pt idx="642">
                  <c:v>22014</c:v>
                </c:pt>
                <c:pt idx="643">
                  <c:v>22048</c:v>
                </c:pt>
                <c:pt idx="644">
                  <c:v>22081</c:v>
                </c:pt>
                <c:pt idx="645">
                  <c:v>22114</c:v>
                </c:pt>
                <c:pt idx="646">
                  <c:v>22148</c:v>
                </c:pt>
                <c:pt idx="647">
                  <c:v>22181</c:v>
                </c:pt>
                <c:pt idx="648">
                  <c:v>22214</c:v>
                </c:pt>
                <c:pt idx="649">
                  <c:v>22248</c:v>
                </c:pt>
                <c:pt idx="650">
                  <c:v>22281</c:v>
                </c:pt>
                <c:pt idx="651">
                  <c:v>22314</c:v>
                </c:pt>
                <c:pt idx="652">
                  <c:v>22348</c:v>
                </c:pt>
                <c:pt idx="653">
                  <c:v>22381</c:v>
                </c:pt>
                <c:pt idx="654">
                  <c:v>22414</c:v>
                </c:pt>
                <c:pt idx="655">
                  <c:v>22448</c:v>
                </c:pt>
                <c:pt idx="656">
                  <c:v>22481</c:v>
                </c:pt>
                <c:pt idx="657">
                  <c:v>22514</c:v>
                </c:pt>
                <c:pt idx="658">
                  <c:v>22548</c:v>
                </c:pt>
                <c:pt idx="659">
                  <c:v>22581</c:v>
                </c:pt>
                <c:pt idx="660">
                  <c:v>22614</c:v>
                </c:pt>
                <c:pt idx="661">
                  <c:v>22648</c:v>
                </c:pt>
                <c:pt idx="662">
                  <c:v>22681</c:v>
                </c:pt>
                <c:pt idx="663">
                  <c:v>22714</c:v>
                </c:pt>
                <c:pt idx="664">
                  <c:v>22748</c:v>
                </c:pt>
                <c:pt idx="665">
                  <c:v>22781</c:v>
                </c:pt>
                <c:pt idx="666">
                  <c:v>22814</c:v>
                </c:pt>
                <c:pt idx="667">
                  <c:v>22848</c:v>
                </c:pt>
                <c:pt idx="668">
                  <c:v>22881</c:v>
                </c:pt>
                <c:pt idx="669">
                  <c:v>22914</c:v>
                </c:pt>
                <c:pt idx="670">
                  <c:v>22948</c:v>
                </c:pt>
                <c:pt idx="671">
                  <c:v>22981</c:v>
                </c:pt>
                <c:pt idx="672">
                  <c:v>23014</c:v>
                </c:pt>
                <c:pt idx="673">
                  <c:v>23048</c:v>
                </c:pt>
                <c:pt idx="674">
                  <c:v>23081</c:v>
                </c:pt>
                <c:pt idx="675">
                  <c:v>23114</c:v>
                </c:pt>
                <c:pt idx="676">
                  <c:v>23148</c:v>
                </c:pt>
                <c:pt idx="677">
                  <c:v>23181</c:v>
                </c:pt>
                <c:pt idx="678">
                  <c:v>23214</c:v>
                </c:pt>
                <c:pt idx="679">
                  <c:v>23248</c:v>
                </c:pt>
                <c:pt idx="680">
                  <c:v>23281</c:v>
                </c:pt>
                <c:pt idx="681">
                  <c:v>23314</c:v>
                </c:pt>
                <c:pt idx="682">
                  <c:v>23348</c:v>
                </c:pt>
                <c:pt idx="683">
                  <c:v>23381</c:v>
                </c:pt>
                <c:pt idx="684">
                  <c:v>23414</c:v>
                </c:pt>
                <c:pt idx="685">
                  <c:v>23448</c:v>
                </c:pt>
                <c:pt idx="686">
                  <c:v>23481</c:v>
                </c:pt>
                <c:pt idx="687">
                  <c:v>23514</c:v>
                </c:pt>
                <c:pt idx="688">
                  <c:v>23548</c:v>
                </c:pt>
                <c:pt idx="689">
                  <c:v>23581</c:v>
                </c:pt>
                <c:pt idx="690">
                  <c:v>23614</c:v>
                </c:pt>
                <c:pt idx="691">
                  <c:v>23648</c:v>
                </c:pt>
                <c:pt idx="692">
                  <c:v>23681</c:v>
                </c:pt>
                <c:pt idx="693">
                  <c:v>23714</c:v>
                </c:pt>
                <c:pt idx="694">
                  <c:v>23748</c:v>
                </c:pt>
                <c:pt idx="695">
                  <c:v>23781</c:v>
                </c:pt>
                <c:pt idx="696">
                  <c:v>23814</c:v>
                </c:pt>
                <c:pt idx="697">
                  <c:v>23848</c:v>
                </c:pt>
                <c:pt idx="698">
                  <c:v>23881</c:v>
                </c:pt>
                <c:pt idx="699">
                  <c:v>23914</c:v>
                </c:pt>
                <c:pt idx="700">
                  <c:v>23948</c:v>
                </c:pt>
                <c:pt idx="701">
                  <c:v>23981</c:v>
                </c:pt>
                <c:pt idx="702">
                  <c:v>24014</c:v>
                </c:pt>
                <c:pt idx="703">
                  <c:v>24048</c:v>
                </c:pt>
                <c:pt idx="704">
                  <c:v>24081</c:v>
                </c:pt>
                <c:pt idx="705">
                  <c:v>24114</c:v>
                </c:pt>
                <c:pt idx="706">
                  <c:v>24148</c:v>
                </c:pt>
                <c:pt idx="707">
                  <c:v>24181</c:v>
                </c:pt>
                <c:pt idx="708">
                  <c:v>24215</c:v>
                </c:pt>
                <c:pt idx="709">
                  <c:v>24248</c:v>
                </c:pt>
                <c:pt idx="710">
                  <c:v>24281</c:v>
                </c:pt>
                <c:pt idx="711">
                  <c:v>24315</c:v>
                </c:pt>
                <c:pt idx="712">
                  <c:v>24348</c:v>
                </c:pt>
                <c:pt idx="713">
                  <c:v>24381</c:v>
                </c:pt>
                <c:pt idx="714">
                  <c:v>24415</c:v>
                </c:pt>
                <c:pt idx="715">
                  <c:v>24448</c:v>
                </c:pt>
                <c:pt idx="716">
                  <c:v>24481</c:v>
                </c:pt>
                <c:pt idx="717">
                  <c:v>24515</c:v>
                </c:pt>
                <c:pt idx="718">
                  <c:v>24548</c:v>
                </c:pt>
                <c:pt idx="719">
                  <c:v>24581</c:v>
                </c:pt>
                <c:pt idx="720">
                  <c:v>24615</c:v>
                </c:pt>
                <c:pt idx="721">
                  <c:v>24648</c:v>
                </c:pt>
                <c:pt idx="722">
                  <c:v>24681</c:v>
                </c:pt>
                <c:pt idx="723">
                  <c:v>24715</c:v>
                </c:pt>
                <c:pt idx="724">
                  <c:v>24748</c:v>
                </c:pt>
                <c:pt idx="725">
                  <c:v>24781</c:v>
                </c:pt>
                <c:pt idx="726">
                  <c:v>24815</c:v>
                </c:pt>
                <c:pt idx="727">
                  <c:v>24848</c:v>
                </c:pt>
                <c:pt idx="728">
                  <c:v>24881</c:v>
                </c:pt>
                <c:pt idx="729">
                  <c:v>24915</c:v>
                </c:pt>
                <c:pt idx="730">
                  <c:v>24948</c:v>
                </c:pt>
                <c:pt idx="731">
                  <c:v>24981</c:v>
                </c:pt>
                <c:pt idx="732">
                  <c:v>25015</c:v>
                </c:pt>
                <c:pt idx="733">
                  <c:v>25048</c:v>
                </c:pt>
                <c:pt idx="734">
                  <c:v>25081</c:v>
                </c:pt>
                <c:pt idx="735">
                  <c:v>25115</c:v>
                </c:pt>
                <c:pt idx="736">
                  <c:v>25148</c:v>
                </c:pt>
                <c:pt idx="737">
                  <c:v>25181</c:v>
                </c:pt>
                <c:pt idx="738">
                  <c:v>25215</c:v>
                </c:pt>
                <c:pt idx="739">
                  <c:v>25248</c:v>
                </c:pt>
                <c:pt idx="740">
                  <c:v>25281</c:v>
                </c:pt>
                <c:pt idx="741">
                  <c:v>25315</c:v>
                </c:pt>
                <c:pt idx="742">
                  <c:v>25348</c:v>
                </c:pt>
                <c:pt idx="743">
                  <c:v>25381</c:v>
                </c:pt>
                <c:pt idx="744">
                  <c:v>25415</c:v>
                </c:pt>
                <c:pt idx="745">
                  <c:v>25448</c:v>
                </c:pt>
                <c:pt idx="746">
                  <c:v>25481</c:v>
                </c:pt>
                <c:pt idx="747">
                  <c:v>25515</c:v>
                </c:pt>
                <c:pt idx="748">
                  <c:v>25548</c:v>
                </c:pt>
                <c:pt idx="749">
                  <c:v>25581</c:v>
                </c:pt>
                <c:pt idx="750">
                  <c:v>25615</c:v>
                </c:pt>
                <c:pt idx="751">
                  <c:v>25648</c:v>
                </c:pt>
                <c:pt idx="752">
                  <c:v>25681</c:v>
                </c:pt>
                <c:pt idx="753">
                  <c:v>25715</c:v>
                </c:pt>
                <c:pt idx="754">
                  <c:v>25748</c:v>
                </c:pt>
                <c:pt idx="755">
                  <c:v>25781</c:v>
                </c:pt>
                <c:pt idx="756">
                  <c:v>25815</c:v>
                </c:pt>
                <c:pt idx="757">
                  <c:v>25848</c:v>
                </c:pt>
                <c:pt idx="758">
                  <c:v>25881</c:v>
                </c:pt>
                <c:pt idx="759">
                  <c:v>25915</c:v>
                </c:pt>
                <c:pt idx="760">
                  <c:v>25948</c:v>
                </c:pt>
                <c:pt idx="761">
                  <c:v>25981</c:v>
                </c:pt>
                <c:pt idx="762">
                  <c:v>26015</c:v>
                </c:pt>
                <c:pt idx="763">
                  <c:v>26048</c:v>
                </c:pt>
                <c:pt idx="764">
                  <c:v>26081</c:v>
                </c:pt>
                <c:pt idx="765">
                  <c:v>26115</c:v>
                </c:pt>
                <c:pt idx="766">
                  <c:v>26148</c:v>
                </c:pt>
                <c:pt idx="767">
                  <c:v>26181</c:v>
                </c:pt>
                <c:pt idx="768">
                  <c:v>26215</c:v>
                </c:pt>
                <c:pt idx="769">
                  <c:v>26248</c:v>
                </c:pt>
                <c:pt idx="770">
                  <c:v>26281</c:v>
                </c:pt>
                <c:pt idx="771">
                  <c:v>26315</c:v>
                </c:pt>
                <c:pt idx="772">
                  <c:v>26348</c:v>
                </c:pt>
                <c:pt idx="773">
                  <c:v>26382</c:v>
                </c:pt>
                <c:pt idx="774">
                  <c:v>26415</c:v>
                </c:pt>
                <c:pt idx="775">
                  <c:v>26448</c:v>
                </c:pt>
                <c:pt idx="776">
                  <c:v>26482</c:v>
                </c:pt>
                <c:pt idx="777">
                  <c:v>26515</c:v>
                </c:pt>
                <c:pt idx="778">
                  <c:v>26548</c:v>
                </c:pt>
                <c:pt idx="779">
                  <c:v>26582</c:v>
                </c:pt>
                <c:pt idx="780">
                  <c:v>26615</c:v>
                </c:pt>
                <c:pt idx="781">
                  <c:v>26648</c:v>
                </c:pt>
                <c:pt idx="782">
                  <c:v>26682</c:v>
                </c:pt>
                <c:pt idx="783">
                  <c:v>26715</c:v>
                </c:pt>
                <c:pt idx="784">
                  <c:v>26748</c:v>
                </c:pt>
                <c:pt idx="785">
                  <c:v>26782</c:v>
                </c:pt>
                <c:pt idx="786">
                  <c:v>26815</c:v>
                </c:pt>
                <c:pt idx="787">
                  <c:v>26848</c:v>
                </c:pt>
                <c:pt idx="788">
                  <c:v>26882</c:v>
                </c:pt>
                <c:pt idx="789">
                  <c:v>26915</c:v>
                </c:pt>
                <c:pt idx="790">
                  <c:v>26948</c:v>
                </c:pt>
                <c:pt idx="791">
                  <c:v>26982</c:v>
                </c:pt>
                <c:pt idx="792">
                  <c:v>27015</c:v>
                </c:pt>
                <c:pt idx="793">
                  <c:v>27048</c:v>
                </c:pt>
                <c:pt idx="794">
                  <c:v>27082</c:v>
                </c:pt>
                <c:pt idx="795">
                  <c:v>27115</c:v>
                </c:pt>
                <c:pt idx="796">
                  <c:v>27148</c:v>
                </c:pt>
                <c:pt idx="797">
                  <c:v>27182</c:v>
                </c:pt>
                <c:pt idx="798">
                  <c:v>27215</c:v>
                </c:pt>
                <c:pt idx="799">
                  <c:v>27248</c:v>
                </c:pt>
                <c:pt idx="800">
                  <c:v>27282</c:v>
                </c:pt>
                <c:pt idx="801">
                  <c:v>27315</c:v>
                </c:pt>
                <c:pt idx="802">
                  <c:v>27348</c:v>
                </c:pt>
                <c:pt idx="803">
                  <c:v>27382</c:v>
                </c:pt>
                <c:pt idx="804">
                  <c:v>27415</c:v>
                </c:pt>
                <c:pt idx="805">
                  <c:v>27448</c:v>
                </c:pt>
                <c:pt idx="806">
                  <c:v>27482</c:v>
                </c:pt>
                <c:pt idx="807">
                  <c:v>27515</c:v>
                </c:pt>
                <c:pt idx="808">
                  <c:v>27548</c:v>
                </c:pt>
                <c:pt idx="809">
                  <c:v>27582</c:v>
                </c:pt>
                <c:pt idx="810">
                  <c:v>27615</c:v>
                </c:pt>
                <c:pt idx="811">
                  <c:v>27648</c:v>
                </c:pt>
                <c:pt idx="812">
                  <c:v>27682</c:v>
                </c:pt>
                <c:pt idx="813">
                  <c:v>27715</c:v>
                </c:pt>
                <c:pt idx="814">
                  <c:v>27748</c:v>
                </c:pt>
                <c:pt idx="815">
                  <c:v>27782</c:v>
                </c:pt>
                <c:pt idx="816">
                  <c:v>27815</c:v>
                </c:pt>
                <c:pt idx="817">
                  <c:v>27848</c:v>
                </c:pt>
                <c:pt idx="818">
                  <c:v>27882</c:v>
                </c:pt>
                <c:pt idx="819">
                  <c:v>27915</c:v>
                </c:pt>
                <c:pt idx="820">
                  <c:v>27948</c:v>
                </c:pt>
                <c:pt idx="821">
                  <c:v>27982</c:v>
                </c:pt>
                <c:pt idx="822">
                  <c:v>28015</c:v>
                </c:pt>
                <c:pt idx="823">
                  <c:v>28048</c:v>
                </c:pt>
                <c:pt idx="824">
                  <c:v>28082</c:v>
                </c:pt>
                <c:pt idx="825">
                  <c:v>28115</c:v>
                </c:pt>
                <c:pt idx="826">
                  <c:v>28148</c:v>
                </c:pt>
                <c:pt idx="827">
                  <c:v>28182</c:v>
                </c:pt>
                <c:pt idx="828">
                  <c:v>28215</c:v>
                </c:pt>
                <c:pt idx="829">
                  <c:v>28248</c:v>
                </c:pt>
                <c:pt idx="830">
                  <c:v>28282</c:v>
                </c:pt>
                <c:pt idx="831">
                  <c:v>28315</c:v>
                </c:pt>
                <c:pt idx="832">
                  <c:v>28348</c:v>
                </c:pt>
                <c:pt idx="833">
                  <c:v>28382</c:v>
                </c:pt>
                <c:pt idx="834">
                  <c:v>28415</c:v>
                </c:pt>
                <c:pt idx="835">
                  <c:v>28448</c:v>
                </c:pt>
                <c:pt idx="836">
                  <c:v>28482</c:v>
                </c:pt>
                <c:pt idx="837">
                  <c:v>28515</c:v>
                </c:pt>
                <c:pt idx="838">
                  <c:v>28548</c:v>
                </c:pt>
                <c:pt idx="839">
                  <c:v>28582</c:v>
                </c:pt>
                <c:pt idx="840">
                  <c:v>28615</c:v>
                </c:pt>
                <c:pt idx="841">
                  <c:v>28649</c:v>
                </c:pt>
                <c:pt idx="842">
                  <c:v>28682</c:v>
                </c:pt>
                <c:pt idx="843">
                  <c:v>28715</c:v>
                </c:pt>
                <c:pt idx="844">
                  <c:v>28749</c:v>
                </c:pt>
                <c:pt idx="845">
                  <c:v>28782</c:v>
                </c:pt>
                <c:pt idx="846">
                  <c:v>28815</c:v>
                </c:pt>
                <c:pt idx="847">
                  <c:v>28849</c:v>
                </c:pt>
                <c:pt idx="848">
                  <c:v>28882</c:v>
                </c:pt>
                <c:pt idx="849">
                  <c:v>28915</c:v>
                </c:pt>
                <c:pt idx="850">
                  <c:v>28949</c:v>
                </c:pt>
                <c:pt idx="851">
                  <c:v>28982</c:v>
                </c:pt>
                <c:pt idx="852">
                  <c:v>29015</c:v>
                </c:pt>
                <c:pt idx="853">
                  <c:v>29049</c:v>
                </c:pt>
                <c:pt idx="854">
                  <c:v>29082</c:v>
                </c:pt>
                <c:pt idx="855">
                  <c:v>29115</c:v>
                </c:pt>
                <c:pt idx="856">
                  <c:v>29149</c:v>
                </c:pt>
                <c:pt idx="857">
                  <c:v>29182</c:v>
                </c:pt>
                <c:pt idx="858">
                  <c:v>29215</c:v>
                </c:pt>
                <c:pt idx="859">
                  <c:v>29249</c:v>
                </c:pt>
                <c:pt idx="860">
                  <c:v>29282</c:v>
                </c:pt>
                <c:pt idx="861">
                  <c:v>29315</c:v>
                </c:pt>
                <c:pt idx="862">
                  <c:v>29349</c:v>
                </c:pt>
                <c:pt idx="863">
                  <c:v>29382</c:v>
                </c:pt>
                <c:pt idx="864">
                  <c:v>29415</c:v>
                </c:pt>
                <c:pt idx="865">
                  <c:v>29449</c:v>
                </c:pt>
                <c:pt idx="866">
                  <c:v>29482</c:v>
                </c:pt>
                <c:pt idx="867">
                  <c:v>29515</c:v>
                </c:pt>
                <c:pt idx="868">
                  <c:v>29549</c:v>
                </c:pt>
                <c:pt idx="869">
                  <c:v>29582</c:v>
                </c:pt>
                <c:pt idx="870">
                  <c:v>29615</c:v>
                </c:pt>
                <c:pt idx="871">
                  <c:v>29649</c:v>
                </c:pt>
                <c:pt idx="872">
                  <c:v>29682</c:v>
                </c:pt>
                <c:pt idx="873">
                  <c:v>29715</c:v>
                </c:pt>
                <c:pt idx="874">
                  <c:v>29749</c:v>
                </c:pt>
                <c:pt idx="875">
                  <c:v>29782</c:v>
                </c:pt>
                <c:pt idx="876">
                  <c:v>29815</c:v>
                </c:pt>
                <c:pt idx="877">
                  <c:v>29849</c:v>
                </c:pt>
                <c:pt idx="878">
                  <c:v>29882</c:v>
                </c:pt>
                <c:pt idx="879">
                  <c:v>29915</c:v>
                </c:pt>
                <c:pt idx="880">
                  <c:v>29949</c:v>
                </c:pt>
                <c:pt idx="881">
                  <c:v>29982</c:v>
                </c:pt>
                <c:pt idx="882">
                  <c:v>30015</c:v>
                </c:pt>
                <c:pt idx="883">
                  <c:v>30049</c:v>
                </c:pt>
                <c:pt idx="884">
                  <c:v>30082</c:v>
                </c:pt>
                <c:pt idx="885">
                  <c:v>30115</c:v>
                </c:pt>
                <c:pt idx="886">
                  <c:v>30149</c:v>
                </c:pt>
                <c:pt idx="887">
                  <c:v>30182</c:v>
                </c:pt>
                <c:pt idx="888">
                  <c:v>30215</c:v>
                </c:pt>
                <c:pt idx="889">
                  <c:v>30249</c:v>
                </c:pt>
                <c:pt idx="890">
                  <c:v>30282</c:v>
                </c:pt>
                <c:pt idx="891">
                  <c:v>30315</c:v>
                </c:pt>
                <c:pt idx="892">
                  <c:v>30349</c:v>
                </c:pt>
                <c:pt idx="893">
                  <c:v>30382</c:v>
                </c:pt>
                <c:pt idx="894">
                  <c:v>30415</c:v>
                </c:pt>
                <c:pt idx="895">
                  <c:v>30449</c:v>
                </c:pt>
                <c:pt idx="896">
                  <c:v>30482</c:v>
                </c:pt>
                <c:pt idx="897">
                  <c:v>30515</c:v>
                </c:pt>
                <c:pt idx="898">
                  <c:v>30549</c:v>
                </c:pt>
                <c:pt idx="899">
                  <c:v>30582</c:v>
                </c:pt>
                <c:pt idx="900">
                  <c:v>30615</c:v>
                </c:pt>
                <c:pt idx="901">
                  <c:v>30649</c:v>
                </c:pt>
                <c:pt idx="902">
                  <c:v>30682</c:v>
                </c:pt>
                <c:pt idx="903">
                  <c:v>30715</c:v>
                </c:pt>
                <c:pt idx="904">
                  <c:v>30749</c:v>
                </c:pt>
                <c:pt idx="905">
                  <c:v>30782</c:v>
                </c:pt>
                <c:pt idx="906">
                  <c:v>30815</c:v>
                </c:pt>
                <c:pt idx="907">
                  <c:v>30849</c:v>
                </c:pt>
                <c:pt idx="908">
                  <c:v>30882</c:v>
                </c:pt>
                <c:pt idx="909">
                  <c:v>30916</c:v>
                </c:pt>
                <c:pt idx="910">
                  <c:v>30949</c:v>
                </c:pt>
                <c:pt idx="911">
                  <c:v>30982</c:v>
                </c:pt>
                <c:pt idx="912">
                  <c:v>31016</c:v>
                </c:pt>
                <c:pt idx="913">
                  <c:v>31049</c:v>
                </c:pt>
                <c:pt idx="914">
                  <c:v>31082</c:v>
                </c:pt>
                <c:pt idx="915">
                  <c:v>31116</c:v>
                </c:pt>
                <c:pt idx="916">
                  <c:v>31149</c:v>
                </c:pt>
                <c:pt idx="917">
                  <c:v>31182</c:v>
                </c:pt>
                <c:pt idx="918">
                  <c:v>31216</c:v>
                </c:pt>
                <c:pt idx="919">
                  <c:v>31249</c:v>
                </c:pt>
                <c:pt idx="920">
                  <c:v>31282</c:v>
                </c:pt>
                <c:pt idx="921">
                  <c:v>31316</c:v>
                </c:pt>
                <c:pt idx="922">
                  <c:v>31349</c:v>
                </c:pt>
                <c:pt idx="923">
                  <c:v>31382</c:v>
                </c:pt>
                <c:pt idx="924">
                  <c:v>31416</c:v>
                </c:pt>
                <c:pt idx="925">
                  <c:v>31449</c:v>
                </c:pt>
                <c:pt idx="926">
                  <c:v>31482</c:v>
                </c:pt>
                <c:pt idx="927">
                  <c:v>31516</c:v>
                </c:pt>
                <c:pt idx="928">
                  <c:v>31549</c:v>
                </c:pt>
                <c:pt idx="929">
                  <c:v>31582</c:v>
                </c:pt>
                <c:pt idx="930">
                  <c:v>31616</c:v>
                </c:pt>
                <c:pt idx="931">
                  <c:v>31649</c:v>
                </c:pt>
                <c:pt idx="932">
                  <c:v>31682</c:v>
                </c:pt>
                <c:pt idx="933">
                  <c:v>31716</c:v>
                </c:pt>
                <c:pt idx="934">
                  <c:v>31749</c:v>
                </c:pt>
                <c:pt idx="935">
                  <c:v>31782</c:v>
                </c:pt>
                <c:pt idx="936">
                  <c:v>31816</c:v>
                </c:pt>
                <c:pt idx="937">
                  <c:v>31849</c:v>
                </c:pt>
                <c:pt idx="938">
                  <c:v>31882</c:v>
                </c:pt>
                <c:pt idx="939">
                  <c:v>31916</c:v>
                </c:pt>
                <c:pt idx="940">
                  <c:v>31949</c:v>
                </c:pt>
                <c:pt idx="941">
                  <c:v>31982</c:v>
                </c:pt>
                <c:pt idx="942">
                  <c:v>32016</c:v>
                </c:pt>
                <c:pt idx="943">
                  <c:v>32049</c:v>
                </c:pt>
                <c:pt idx="944">
                  <c:v>32082</c:v>
                </c:pt>
                <c:pt idx="945">
                  <c:v>32116</c:v>
                </c:pt>
                <c:pt idx="946">
                  <c:v>32149</c:v>
                </c:pt>
                <c:pt idx="947">
                  <c:v>32182</c:v>
                </c:pt>
                <c:pt idx="948">
                  <c:v>32216</c:v>
                </c:pt>
                <c:pt idx="949">
                  <c:v>32249</c:v>
                </c:pt>
                <c:pt idx="950">
                  <c:v>32282</c:v>
                </c:pt>
                <c:pt idx="951">
                  <c:v>32316</c:v>
                </c:pt>
                <c:pt idx="952">
                  <c:v>32349</c:v>
                </c:pt>
                <c:pt idx="953">
                  <c:v>32382</c:v>
                </c:pt>
                <c:pt idx="954">
                  <c:v>32416</c:v>
                </c:pt>
                <c:pt idx="955">
                  <c:v>32449</c:v>
                </c:pt>
                <c:pt idx="956">
                  <c:v>32482</c:v>
                </c:pt>
                <c:pt idx="957">
                  <c:v>32516</c:v>
                </c:pt>
                <c:pt idx="958">
                  <c:v>32549</c:v>
                </c:pt>
                <c:pt idx="959">
                  <c:v>32582</c:v>
                </c:pt>
                <c:pt idx="960">
                  <c:v>32616</c:v>
                </c:pt>
                <c:pt idx="961">
                  <c:v>32649</c:v>
                </c:pt>
                <c:pt idx="962">
                  <c:v>32682</c:v>
                </c:pt>
                <c:pt idx="963">
                  <c:v>32716</c:v>
                </c:pt>
                <c:pt idx="964">
                  <c:v>32749</c:v>
                </c:pt>
                <c:pt idx="965">
                  <c:v>32782</c:v>
                </c:pt>
                <c:pt idx="966">
                  <c:v>32816</c:v>
                </c:pt>
                <c:pt idx="967">
                  <c:v>32849</c:v>
                </c:pt>
                <c:pt idx="968">
                  <c:v>32882</c:v>
                </c:pt>
                <c:pt idx="969">
                  <c:v>32916</c:v>
                </c:pt>
                <c:pt idx="970">
                  <c:v>32949</c:v>
                </c:pt>
                <c:pt idx="971">
                  <c:v>32982</c:v>
                </c:pt>
                <c:pt idx="972">
                  <c:v>33016</c:v>
                </c:pt>
                <c:pt idx="973">
                  <c:v>33049</c:v>
                </c:pt>
                <c:pt idx="974">
                  <c:v>33083</c:v>
                </c:pt>
                <c:pt idx="975">
                  <c:v>33116</c:v>
                </c:pt>
                <c:pt idx="976">
                  <c:v>33149</c:v>
                </c:pt>
                <c:pt idx="977">
                  <c:v>33183</c:v>
                </c:pt>
                <c:pt idx="978">
                  <c:v>33216</c:v>
                </c:pt>
                <c:pt idx="979">
                  <c:v>33249</c:v>
                </c:pt>
                <c:pt idx="980">
                  <c:v>33283</c:v>
                </c:pt>
                <c:pt idx="981">
                  <c:v>33316</c:v>
                </c:pt>
                <c:pt idx="982">
                  <c:v>33349</c:v>
                </c:pt>
                <c:pt idx="983">
                  <c:v>33383</c:v>
                </c:pt>
                <c:pt idx="984">
                  <c:v>33416</c:v>
                </c:pt>
                <c:pt idx="985">
                  <c:v>33449</c:v>
                </c:pt>
                <c:pt idx="986">
                  <c:v>33483</c:v>
                </c:pt>
                <c:pt idx="987">
                  <c:v>33516</c:v>
                </c:pt>
                <c:pt idx="988">
                  <c:v>33549</c:v>
                </c:pt>
                <c:pt idx="989">
                  <c:v>33583</c:v>
                </c:pt>
                <c:pt idx="990">
                  <c:v>33616</c:v>
                </c:pt>
              </c:numCache>
            </c:numRef>
          </c:cat>
          <c:val>
            <c:numRef>
              <c:f>発表用!$G$3:$G$993</c:f>
              <c:numCache>
                <c:formatCode>General</c:formatCode>
                <c:ptCount val="991"/>
                <c:pt idx="0">
                  <c:v>7878</c:v>
                </c:pt>
                <c:pt idx="1">
                  <c:v>7887</c:v>
                </c:pt>
                <c:pt idx="2">
                  <c:v>7880</c:v>
                </c:pt>
                <c:pt idx="3">
                  <c:v>7890</c:v>
                </c:pt>
                <c:pt idx="4">
                  <c:v>7883</c:v>
                </c:pt>
                <c:pt idx="5">
                  <c:v>7885</c:v>
                </c:pt>
                <c:pt idx="6">
                  <c:v>7890</c:v>
                </c:pt>
                <c:pt idx="7">
                  <c:v>7877</c:v>
                </c:pt>
                <c:pt idx="8">
                  <c:v>7888</c:v>
                </c:pt>
                <c:pt idx="9">
                  <c:v>7880</c:v>
                </c:pt>
                <c:pt idx="10">
                  <c:v>7888</c:v>
                </c:pt>
                <c:pt idx="11">
                  <c:v>7888</c:v>
                </c:pt>
                <c:pt idx="12">
                  <c:v>7885</c:v>
                </c:pt>
                <c:pt idx="13">
                  <c:v>7886</c:v>
                </c:pt>
                <c:pt idx="14">
                  <c:v>7887</c:v>
                </c:pt>
                <c:pt idx="15">
                  <c:v>7884</c:v>
                </c:pt>
                <c:pt idx="16">
                  <c:v>7891</c:v>
                </c:pt>
                <c:pt idx="17">
                  <c:v>7887</c:v>
                </c:pt>
                <c:pt idx="18">
                  <c:v>7970</c:v>
                </c:pt>
                <c:pt idx="19">
                  <c:v>7890</c:v>
                </c:pt>
                <c:pt idx="20">
                  <c:v>8048</c:v>
                </c:pt>
                <c:pt idx="21">
                  <c:v>7968</c:v>
                </c:pt>
                <c:pt idx="22">
                  <c:v>8131</c:v>
                </c:pt>
                <c:pt idx="23">
                  <c:v>8136</c:v>
                </c:pt>
                <c:pt idx="24">
                  <c:v>8132</c:v>
                </c:pt>
                <c:pt idx="25">
                  <c:v>8061</c:v>
                </c:pt>
                <c:pt idx="26">
                  <c:v>8140</c:v>
                </c:pt>
                <c:pt idx="27">
                  <c:v>8130</c:v>
                </c:pt>
                <c:pt idx="28">
                  <c:v>8052</c:v>
                </c:pt>
                <c:pt idx="29">
                  <c:v>8135</c:v>
                </c:pt>
                <c:pt idx="30">
                  <c:v>8127</c:v>
                </c:pt>
                <c:pt idx="31">
                  <c:v>8132</c:v>
                </c:pt>
                <c:pt idx="32">
                  <c:v>8052</c:v>
                </c:pt>
                <c:pt idx="33">
                  <c:v>8133</c:v>
                </c:pt>
                <c:pt idx="34">
                  <c:v>8140</c:v>
                </c:pt>
                <c:pt idx="35">
                  <c:v>8051</c:v>
                </c:pt>
                <c:pt idx="36">
                  <c:v>7891</c:v>
                </c:pt>
                <c:pt idx="37">
                  <c:v>7895</c:v>
                </c:pt>
                <c:pt idx="38">
                  <c:v>7889</c:v>
                </c:pt>
                <c:pt idx="39">
                  <c:v>8056</c:v>
                </c:pt>
                <c:pt idx="40">
                  <c:v>7724</c:v>
                </c:pt>
                <c:pt idx="41">
                  <c:v>7810</c:v>
                </c:pt>
                <c:pt idx="42">
                  <c:v>7737</c:v>
                </c:pt>
                <c:pt idx="43">
                  <c:v>7737</c:v>
                </c:pt>
                <c:pt idx="44">
                  <c:v>7731</c:v>
                </c:pt>
                <c:pt idx="45">
                  <c:v>7731</c:v>
                </c:pt>
                <c:pt idx="46">
                  <c:v>7733</c:v>
                </c:pt>
                <c:pt idx="47">
                  <c:v>7731</c:v>
                </c:pt>
                <c:pt idx="48">
                  <c:v>7737</c:v>
                </c:pt>
                <c:pt idx="49">
                  <c:v>7735</c:v>
                </c:pt>
                <c:pt idx="50">
                  <c:v>7731</c:v>
                </c:pt>
                <c:pt idx="51">
                  <c:v>7734</c:v>
                </c:pt>
                <c:pt idx="52">
                  <c:v>8045</c:v>
                </c:pt>
                <c:pt idx="53">
                  <c:v>8130</c:v>
                </c:pt>
                <c:pt idx="54">
                  <c:v>8131</c:v>
                </c:pt>
                <c:pt idx="55">
                  <c:v>8125</c:v>
                </c:pt>
                <c:pt idx="56">
                  <c:v>8128</c:v>
                </c:pt>
                <c:pt idx="57">
                  <c:v>8130</c:v>
                </c:pt>
                <c:pt idx="58">
                  <c:v>8128</c:v>
                </c:pt>
                <c:pt idx="59">
                  <c:v>8125</c:v>
                </c:pt>
                <c:pt idx="60">
                  <c:v>8132</c:v>
                </c:pt>
                <c:pt idx="61">
                  <c:v>8117</c:v>
                </c:pt>
                <c:pt idx="62">
                  <c:v>8131</c:v>
                </c:pt>
                <c:pt idx="63">
                  <c:v>8121</c:v>
                </c:pt>
                <c:pt idx="64">
                  <c:v>8126</c:v>
                </c:pt>
                <c:pt idx="65">
                  <c:v>8126</c:v>
                </c:pt>
                <c:pt idx="66">
                  <c:v>7398</c:v>
                </c:pt>
                <c:pt idx="67">
                  <c:v>7391</c:v>
                </c:pt>
                <c:pt idx="68">
                  <c:v>7398</c:v>
                </c:pt>
                <c:pt idx="69">
                  <c:v>7398</c:v>
                </c:pt>
                <c:pt idx="70">
                  <c:v>7402</c:v>
                </c:pt>
                <c:pt idx="71">
                  <c:v>7401</c:v>
                </c:pt>
                <c:pt idx="72">
                  <c:v>7399</c:v>
                </c:pt>
                <c:pt idx="73">
                  <c:v>7334</c:v>
                </c:pt>
                <c:pt idx="74">
                  <c:v>7487</c:v>
                </c:pt>
                <c:pt idx="75">
                  <c:v>7660</c:v>
                </c:pt>
                <c:pt idx="76">
                  <c:v>7725</c:v>
                </c:pt>
                <c:pt idx="77">
                  <c:v>7737</c:v>
                </c:pt>
                <c:pt idx="78">
                  <c:v>7733</c:v>
                </c:pt>
                <c:pt idx="79">
                  <c:v>7729</c:v>
                </c:pt>
                <c:pt idx="80">
                  <c:v>7725</c:v>
                </c:pt>
                <c:pt idx="81">
                  <c:v>7731</c:v>
                </c:pt>
                <c:pt idx="82">
                  <c:v>7724</c:v>
                </c:pt>
                <c:pt idx="83">
                  <c:v>7734</c:v>
                </c:pt>
                <c:pt idx="84">
                  <c:v>7735</c:v>
                </c:pt>
                <c:pt idx="85">
                  <c:v>7735</c:v>
                </c:pt>
                <c:pt idx="86">
                  <c:v>7731</c:v>
                </c:pt>
                <c:pt idx="87">
                  <c:v>7739</c:v>
                </c:pt>
                <c:pt idx="88">
                  <c:v>7645</c:v>
                </c:pt>
                <c:pt idx="89">
                  <c:v>7647</c:v>
                </c:pt>
                <c:pt idx="90">
                  <c:v>7152</c:v>
                </c:pt>
                <c:pt idx="91">
                  <c:v>6997</c:v>
                </c:pt>
                <c:pt idx="92">
                  <c:v>6837</c:v>
                </c:pt>
                <c:pt idx="93">
                  <c:v>6627</c:v>
                </c:pt>
                <c:pt idx="94">
                  <c:v>6439</c:v>
                </c:pt>
                <c:pt idx="95">
                  <c:v>6100</c:v>
                </c:pt>
                <c:pt idx="96">
                  <c:v>5829</c:v>
                </c:pt>
                <c:pt idx="97">
                  <c:v>5565</c:v>
                </c:pt>
                <c:pt idx="98">
                  <c:v>5300</c:v>
                </c:pt>
                <c:pt idx="99">
                  <c:v>4982</c:v>
                </c:pt>
                <c:pt idx="100">
                  <c:v>4792</c:v>
                </c:pt>
                <c:pt idx="101">
                  <c:v>4551</c:v>
                </c:pt>
                <c:pt idx="102">
                  <c:v>4387</c:v>
                </c:pt>
                <c:pt idx="103">
                  <c:v>4261</c:v>
                </c:pt>
                <c:pt idx="104">
                  <c:v>4094</c:v>
                </c:pt>
                <c:pt idx="105">
                  <c:v>4049</c:v>
                </c:pt>
                <c:pt idx="106">
                  <c:v>3939</c:v>
                </c:pt>
                <c:pt idx="107">
                  <c:v>3827</c:v>
                </c:pt>
                <c:pt idx="108">
                  <c:v>3826</c:v>
                </c:pt>
                <c:pt idx="109">
                  <c:v>3720</c:v>
                </c:pt>
                <c:pt idx="110">
                  <c:v>3608</c:v>
                </c:pt>
                <c:pt idx="111">
                  <c:v>3545</c:v>
                </c:pt>
                <c:pt idx="112">
                  <c:v>3558</c:v>
                </c:pt>
                <c:pt idx="113">
                  <c:v>3554</c:v>
                </c:pt>
                <c:pt idx="114">
                  <c:v>3498</c:v>
                </c:pt>
                <c:pt idx="115">
                  <c:v>3441</c:v>
                </c:pt>
                <c:pt idx="116">
                  <c:v>3440</c:v>
                </c:pt>
                <c:pt idx="117">
                  <c:v>3398</c:v>
                </c:pt>
                <c:pt idx="118">
                  <c:v>3397</c:v>
                </c:pt>
                <c:pt idx="119">
                  <c:v>3398</c:v>
                </c:pt>
                <c:pt idx="120">
                  <c:v>3342</c:v>
                </c:pt>
                <c:pt idx="121">
                  <c:v>3288</c:v>
                </c:pt>
                <c:pt idx="122">
                  <c:v>3291</c:v>
                </c:pt>
                <c:pt idx="123">
                  <c:v>3186</c:v>
                </c:pt>
                <c:pt idx="124">
                  <c:v>3125</c:v>
                </c:pt>
                <c:pt idx="125">
                  <c:v>3035</c:v>
                </c:pt>
                <c:pt idx="126">
                  <c:v>2946</c:v>
                </c:pt>
                <c:pt idx="127">
                  <c:v>2848</c:v>
                </c:pt>
                <c:pt idx="128">
                  <c:v>2803</c:v>
                </c:pt>
                <c:pt idx="129">
                  <c:v>2715</c:v>
                </c:pt>
                <c:pt idx="130">
                  <c:v>2661</c:v>
                </c:pt>
                <c:pt idx="131">
                  <c:v>2613</c:v>
                </c:pt>
                <c:pt idx="132">
                  <c:v>2568</c:v>
                </c:pt>
                <c:pt idx="133">
                  <c:v>2527</c:v>
                </c:pt>
                <c:pt idx="134">
                  <c:v>2519</c:v>
                </c:pt>
                <c:pt idx="135">
                  <c:v>2441</c:v>
                </c:pt>
                <c:pt idx="136">
                  <c:v>2430</c:v>
                </c:pt>
                <c:pt idx="137">
                  <c:v>2394</c:v>
                </c:pt>
                <c:pt idx="138">
                  <c:v>2345</c:v>
                </c:pt>
                <c:pt idx="139">
                  <c:v>2344</c:v>
                </c:pt>
                <c:pt idx="140">
                  <c:v>2347</c:v>
                </c:pt>
                <c:pt idx="141">
                  <c:v>2348</c:v>
                </c:pt>
                <c:pt idx="142">
                  <c:v>2342</c:v>
                </c:pt>
                <c:pt idx="143">
                  <c:v>2346</c:v>
                </c:pt>
                <c:pt idx="144">
                  <c:v>2345</c:v>
                </c:pt>
                <c:pt idx="145">
                  <c:v>2342</c:v>
                </c:pt>
                <c:pt idx="146">
                  <c:v>2432</c:v>
                </c:pt>
                <c:pt idx="147">
                  <c:v>2442</c:v>
                </c:pt>
                <c:pt idx="148">
                  <c:v>2512</c:v>
                </c:pt>
                <c:pt idx="149">
                  <c:v>2515</c:v>
                </c:pt>
                <c:pt idx="150">
                  <c:v>2567</c:v>
                </c:pt>
                <c:pt idx="151">
                  <c:v>2071</c:v>
                </c:pt>
                <c:pt idx="152">
                  <c:v>2210</c:v>
                </c:pt>
                <c:pt idx="153">
                  <c:v>2319</c:v>
                </c:pt>
                <c:pt idx="154">
                  <c:v>2472</c:v>
                </c:pt>
                <c:pt idx="155">
                  <c:v>2437</c:v>
                </c:pt>
                <c:pt idx="156">
                  <c:v>2350</c:v>
                </c:pt>
                <c:pt idx="157">
                  <c:v>2299</c:v>
                </c:pt>
                <c:pt idx="158">
                  <c:v>2252</c:v>
                </c:pt>
                <c:pt idx="159">
                  <c:v>2174</c:v>
                </c:pt>
                <c:pt idx="160">
                  <c:v>2175</c:v>
                </c:pt>
                <c:pt idx="161">
                  <c:v>2170</c:v>
                </c:pt>
                <c:pt idx="162">
                  <c:v>2174</c:v>
                </c:pt>
                <c:pt idx="163">
                  <c:v>2139</c:v>
                </c:pt>
                <c:pt idx="164">
                  <c:v>2141</c:v>
                </c:pt>
                <c:pt idx="165">
                  <c:v>2137</c:v>
                </c:pt>
                <c:pt idx="166">
                  <c:v>2137</c:v>
                </c:pt>
                <c:pt idx="167">
                  <c:v>2090</c:v>
                </c:pt>
                <c:pt idx="168">
                  <c:v>2100</c:v>
                </c:pt>
                <c:pt idx="169">
                  <c:v>2137</c:v>
                </c:pt>
                <c:pt idx="170">
                  <c:v>2098</c:v>
                </c:pt>
                <c:pt idx="171">
                  <c:v>2131</c:v>
                </c:pt>
                <c:pt idx="172">
                  <c:v>2132</c:v>
                </c:pt>
                <c:pt idx="173">
                  <c:v>2205</c:v>
                </c:pt>
                <c:pt idx="174">
                  <c:v>2256</c:v>
                </c:pt>
                <c:pt idx="175">
                  <c:v>2349</c:v>
                </c:pt>
                <c:pt idx="176">
                  <c:v>2423</c:v>
                </c:pt>
                <c:pt idx="177">
                  <c:v>2519</c:v>
                </c:pt>
                <c:pt idx="178">
                  <c:v>2617</c:v>
                </c:pt>
                <c:pt idx="179">
                  <c:v>2712</c:v>
                </c:pt>
                <c:pt idx="180">
                  <c:v>2754</c:v>
                </c:pt>
                <c:pt idx="181">
                  <c:v>2295</c:v>
                </c:pt>
                <c:pt idx="182">
                  <c:v>2666</c:v>
                </c:pt>
                <c:pt idx="183">
                  <c:v>2566</c:v>
                </c:pt>
                <c:pt idx="184">
                  <c:v>2473</c:v>
                </c:pt>
                <c:pt idx="185">
                  <c:v>2391</c:v>
                </c:pt>
                <c:pt idx="186">
                  <c:v>2300</c:v>
                </c:pt>
                <c:pt idx="187">
                  <c:v>2213</c:v>
                </c:pt>
                <c:pt idx="188">
                  <c:v>2170</c:v>
                </c:pt>
                <c:pt idx="189">
                  <c:v>2134</c:v>
                </c:pt>
                <c:pt idx="190">
                  <c:v>2093</c:v>
                </c:pt>
                <c:pt idx="191">
                  <c:v>2096</c:v>
                </c:pt>
                <c:pt idx="192">
                  <c:v>2048</c:v>
                </c:pt>
                <c:pt idx="193">
                  <c:v>2049</c:v>
                </c:pt>
                <c:pt idx="194">
                  <c:v>2045</c:v>
                </c:pt>
                <c:pt idx="195">
                  <c:v>2049</c:v>
                </c:pt>
                <c:pt idx="196">
                  <c:v>2053</c:v>
                </c:pt>
                <c:pt idx="197">
                  <c:v>2050</c:v>
                </c:pt>
                <c:pt idx="198">
                  <c:v>2091</c:v>
                </c:pt>
                <c:pt idx="199">
                  <c:v>2096</c:v>
                </c:pt>
                <c:pt idx="200">
                  <c:v>2175</c:v>
                </c:pt>
                <c:pt idx="201">
                  <c:v>2164</c:v>
                </c:pt>
                <c:pt idx="202">
                  <c:v>2254</c:v>
                </c:pt>
                <c:pt idx="203">
                  <c:v>2296</c:v>
                </c:pt>
                <c:pt idx="204">
                  <c:v>2431</c:v>
                </c:pt>
                <c:pt idx="205">
                  <c:v>2473</c:v>
                </c:pt>
                <c:pt idx="206">
                  <c:v>2560</c:v>
                </c:pt>
                <c:pt idx="207">
                  <c:v>2617</c:v>
                </c:pt>
                <c:pt idx="208">
                  <c:v>2660</c:v>
                </c:pt>
                <c:pt idx="209">
                  <c:v>2660</c:v>
                </c:pt>
                <c:pt idx="210">
                  <c:v>2757</c:v>
                </c:pt>
                <c:pt idx="211">
                  <c:v>2660</c:v>
                </c:pt>
                <c:pt idx="212">
                  <c:v>2658</c:v>
                </c:pt>
                <c:pt idx="213">
                  <c:v>2564</c:v>
                </c:pt>
                <c:pt idx="214">
                  <c:v>2435</c:v>
                </c:pt>
                <c:pt idx="215">
                  <c:v>2340</c:v>
                </c:pt>
                <c:pt idx="216">
                  <c:v>2253</c:v>
                </c:pt>
                <c:pt idx="217">
                  <c:v>2172</c:v>
                </c:pt>
                <c:pt idx="218">
                  <c:v>2086</c:v>
                </c:pt>
                <c:pt idx="219">
                  <c:v>2087</c:v>
                </c:pt>
                <c:pt idx="220">
                  <c:v>2050</c:v>
                </c:pt>
                <c:pt idx="221">
                  <c:v>2002</c:v>
                </c:pt>
                <c:pt idx="222">
                  <c:v>2006</c:v>
                </c:pt>
                <c:pt idx="223">
                  <c:v>2002</c:v>
                </c:pt>
                <c:pt idx="224">
                  <c:v>1966</c:v>
                </c:pt>
                <c:pt idx="225">
                  <c:v>2006</c:v>
                </c:pt>
                <c:pt idx="226">
                  <c:v>1964</c:v>
                </c:pt>
                <c:pt idx="227">
                  <c:v>1963</c:v>
                </c:pt>
                <c:pt idx="228">
                  <c:v>2011</c:v>
                </c:pt>
                <c:pt idx="229">
                  <c:v>2048</c:v>
                </c:pt>
                <c:pt idx="230">
                  <c:v>2046</c:v>
                </c:pt>
                <c:pt idx="231">
                  <c:v>2138</c:v>
                </c:pt>
                <c:pt idx="232">
                  <c:v>2215</c:v>
                </c:pt>
                <c:pt idx="233">
                  <c:v>2261</c:v>
                </c:pt>
                <c:pt idx="234">
                  <c:v>2339</c:v>
                </c:pt>
                <c:pt idx="235">
                  <c:v>2435</c:v>
                </c:pt>
                <c:pt idx="236">
                  <c:v>2477</c:v>
                </c:pt>
                <c:pt idx="237">
                  <c:v>2560</c:v>
                </c:pt>
                <c:pt idx="238">
                  <c:v>2559</c:v>
                </c:pt>
                <c:pt idx="239">
                  <c:v>2614</c:v>
                </c:pt>
                <c:pt idx="240">
                  <c:v>2566</c:v>
                </c:pt>
                <c:pt idx="241">
                  <c:v>2622</c:v>
                </c:pt>
                <c:pt idx="242">
                  <c:v>2565</c:v>
                </c:pt>
                <c:pt idx="243">
                  <c:v>2465</c:v>
                </c:pt>
                <c:pt idx="244">
                  <c:v>2394</c:v>
                </c:pt>
                <c:pt idx="245">
                  <c:v>2298</c:v>
                </c:pt>
                <c:pt idx="246">
                  <c:v>2173</c:v>
                </c:pt>
                <c:pt idx="247">
                  <c:v>2083</c:v>
                </c:pt>
                <c:pt idx="248">
                  <c:v>2050</c:v>
                </c:pt>
                <c:pt idx="249">
                  <c:v>2002</c:v>
                </c:pt>
                <c:pt idx="250">
                  <c:v>2000</c:v>
                </c:pt>
                <c:pt idx="251">
                  <c:v>2010</c:v>
                </c:pt>
                <c:pt idx="252">
                  <c:v>1927</c:v>
                </c:pt>
                <c:pt idx="253">
                  <c:v>1924</c:v>
                </c:pt>
                <c:pt idx="254">
                  <c:v>1919</c:v>
                </c:pt>
                <c:pt idx="255">
                  <c:v>1963</c:v>
                </c:pt>
                <c:pt idx="256">
                  <c:v>1964</c:v>
                </c:pt>
                <c:pt idx="257">
                  <c:v>1964</c:v>
                </c:pt>
                <c:pt idx="258">
                  <c:v>1964</c:v>
                </c:pt>
                <c:pt idx="259">
                  <c:v>2005</c:v>
                </c:pt>
                <c:pt idx="260">
                  <c:v>2044</c:v>
                </c:pt>
                <c:pt idx="261">
                  <c:v>2091</c:v>
                </c:pt>
                <c:pt idx="262">
                  <c:v>2090</c:v>
                </c:pt>
                <c:pt idx="263">
                  <c:v>2168</c:v>
                </c:pt>
                <c:pt idx="264">
                  <c:v>2298</c:v>
                </c:pt>
                <c:pt idx="265">
                  <c:v>2440</c:v>
                </c:pt>
                <c:pt idx="266">
                  <c:v>2430</c:v>
                </c:pt>
                <c:pt idx="267">
                  <c:v>2515</c:v>
                </c:pt>
                <c:pt idx="268">
                  <c:v>2612</c:v>
                </c:pt>
                <c:pt idx="269">
                  <c:v>2660</c:v>
                </c:pt>
                <c:pt idx="270">
                  <c:v>2671</c:v>
                </c:pt>
                <c:pt idx="271">
                  <c:v>2600</c:v>
                </c:pt>
                <c:pt idx="272">
                  <c:v>2565</c:v>
                </c:pt>
                <c:pt idx="273">
                  <c:v>2469</c:v>
                </c:pt>
                <c:pt idx="274">
                  <c:v>2350</c:v>
                </c:pt>
                <c:pt idx="275">
                  <c:v>2260</c:v>
                </c:pt>
                <c:pt idx="276">
                  <c:v>2168</c:v>
                </c:pt>
                <c:pt idx="277">
                  <c:v>2080</c:v>
                </c:pt>
                <c:pt idx="278">
                  <c:v>2004</c:v>
                </c:pt>
                <c:pt idx="279">
                  <c:v>1963</c:v>
                </c:pt>
                <c:pt idx="280">
                  <c:v>1924</c:v>
                </c:pt>
                <c:pt idx="281">
                  <c:v>1923</c:v>
                </c:pt>
                <c:pt idx="282">
                  <c:v>1918</c:v>
                </c:pt>
                <c:pt idx="283">
                  <c:v>1892</c:v>
                </c:pt>
                <c:pt idx="284">
                  <c:v>1922</c:v>
                </c:pt>
                <c:pt idx="285">
                  <c:v>1889</c:v>
                </c:pt>
                <c:pt idx="286">
                  <c:v>1926</c:v>
                </c:pt>
                <c:pt idx="287">
                  <c:v>1927</c:v>
                </c:pt>
                <c:pt idx="288">
                  <c:v>1964</c:v>
                </c:pt>
                <c:pt idx="289">
                  <c:v>1968</c:v>
                </c:pt>
                <c:pt idx="290">
                  <c:v>2009</c:v>
                </c:pt>
                <c:pt idx="291">
                  <c:v>2051</c:v>
                </c:pt>
                <c:pt idx="292">
                  <c:v>2141</c:v>
                </c:pt>
                <c:pt idx="293">
                  <c:v>2219</c:v>
                </c:pt>
                <c:pt idx="294">
                  <c:v>2308</c:v>
                </c:pt>
                <c:pt idx="295">
                  <c:v>2381</c:v>
                </c:pt>
                <c:pt idx="296">
                  <c:v>2438</c:v>
                </c:pt>
                <c:pt idx="297">
                  <c:v>2520</c:v>
                </c:pt>
                <c:pt idx="298">
                  <c:v>2618</c:v>
                </c:pt>
                <c:pt idx="299">
                  <c:v>2658</c:v>
                </c:pt>
                <c:pt idx="300">
                  <c:v>2672</c:v>
                </c:pt>
                <c:pt idx="301">
                  <c:v>2669</c:v>
                </c:pt>
                <c:pt idx="302">
                  <c:v>2564</c:v>
                </c:pt>
                <c:pt idx="303">
                  <c:v>2427</c:v>
                </c:pt>
                <c:pt idx="304">
                  <c:v>2339</c:v>
                </c:pt>
                <c:pt idx="305">
                  <c:v>2257</c:v>
                </c:pt>
                <c:pt idx="306">
                  <c:v>2169</c:v>
                </c:pt>
                <c:pt idx="307">
                  <c:v>2090</c:v>
                </c:pt>
                <c:pt idx="308">
                  <c:v>2005</c:v>
                </c:pt>
                <c:pt idx="309">
                  <c:v>2004</c:v>
                </c:pt>
                <c:pt idx="310">
                  <c:v>1964</c:v>
                </c:pt>
                <c:pt idx="311">
                  <c:v>1925</c:v>
                </c:pt>
                <c:pt idx="312">
                  <c:v>1923</c:v>
                </c:pt>
                <c:pt idx="313">
                  <c:v>1916</c:v>
                </c:pt>
                <c:pt idx="314">
                  <c:v>1913</c:v>
                </c:pt>
                <c:pt idx="315">
                  <c:v>1932</c:v>
                </c:pt>
                <c:pt idx="316">
                  <c:v>1960</c:v>
                </c:pt>
                <c:pt idx="317">
                  <c:v>1968</c:v>
                </c:pt>
                <c:pt idx="318">
                  <c:v>2003</c:v>
                </c:pt>
                <c:pt idx="319">
                  <c:v>2049</c:v>
                </c:pt>
                <c:pt idx="320">
                  <c:v>2050</c:v>
                </c:pt>
                <c:pt idx="321">
                  <c:v>2133</c:v>
                </c:pt>
                <c:pt idx="322">
                  <c:v>2174</c:v>
                </c:pt>
                <c:pt idx="323">
                  <c:v>2256</c:v>
                </c:pt>
                <c:pt idx="324">
                  <c:v>2298</c:v>
                </c:pt>
                <c:pt idx="325">
                  <c:v>2378</c:v>
                </c:pt>
                <c:pt idx="326">
                  <c:v>2434</c:v>
                </c:pt>
                <c:pt idx="327">
                  <c:v>2519</c:v>
                </c:pt>
                <c:pt idx="328">
                  <c:v>2520</c:v>
                </c:pt>
                <c:pt idx="329">
                  <c:v>2517</c:v>
                </c:pt>
                <c:pt idx="330">
                  <c:v>1605</c:v>
                </c:pt>
                <c:pt idx="331">
                  <c:v>1998</c:v>
                </c:pt>
                <c:pt idx="332">
                  <c:v>2478</c:v>
                </c:pt>
                <c:pt idx="333">
                  <c:v>2347</c:v>
                </c:pt>
                <c:pt idx="334">
                  <c:v>2211</c:v>
                </c:pt>
                <c:pt idx="335">
                  <c:v>2169</c:v>
                </c:pt>
                <c:pt idx="336">
                  <c:v>2004</c:v>
                </c:pt>
                <c:pt idx="337">
                  <c:v>2005</c:v>
                </c:pt>
                <c:pt idx="338">
                  <c:v>1922</c:v>
                </c:pt>
                <c:pt idx="339">
                  <c:v>1847</c:v>
                </c:pt>
                <c:pt idx="340">
                  <c:v>1854</c:v>
                </c:pt>
                <c:pt idx="341">
                  <c:v>1851</c:v>
                </c:pt>
                <c:pt idx="342">
                  <c:v>1858</c:v>
                </c:pt>
                <c:pt idx="343">
                  <c:v>1850</c:v>
                </c:pt>
                <c:pt idx="344">
                  <c:v>1854</c:v>
                </c:pt>
                <c:pt idx="345">
                  <c:v>1839</c:v>
                </c:pt>
                <c:pt idx="346">
                  <c:v>1856</c:v>
                </c:pt>
                <c:pt idx="347">
                  <c:v>1858</c:v>
                </c:pt>
                <c:pt idx="348">
                  <c:v>1855</c:v>
                </c:pt>
                <c:pt idx="349">
                  <c:v>1894</c:v>
                </c:pt>
                <c:pt idx="350">
                  <c:v>1919</c:v>
                </c:pt>
                <c:pt idx="351">
                  <c:v>1964</c:v>
                </c:pt>
                <c:pt idx="352">
                  <c:v>2011</c:v>
                </c:pt>
                <c:pt idx="353">
                  <c:v>2130</c:v>
                </c:pt>
                <c:pt idx="354">
                  <c:v>2171</c:v>
                </c:pt>
                <c:pt idx="355">
                  <c:v>2258</c:v>
                </c:pt>
                <c:pt idx="356">
                  <c:v>2340</c:v>
                </c:pt>
                <c:pt idx="357">
                  <c:v>2474</c:v>
                </c:pt>
                <c:pt idx="358">
                  <c:v>2522</c:v>
                </c:pt>
                <c:pt idx="359">
                  <c:v>2565</c:v>
                </c:pt>
                <c:pt idx="360">
                  <c:v>2517.5</c:v>
                </c:pt>
                <c:pt idx="361">
                  <c:v>2470</c:v>
                </c:pt>
                <c:pt idx="362">
                  <c:v>2422.5</c:v>
                </c:pt>
                <c:pt idx="363">
                  <c:v>2375</c:v>
                </c:pt>
                <c:pt idx="364">
                  <c:v>2299</c:v>
                </c:pt>
                <c:pt idx="365">
                  <c:v>2172</c:v>
                </c:pt>
                <c:pt idx="366">
                  <c:v>2045</c:v>
                </c:pt>
                <c:pt idx="367">
                  <c:v>2000</c:v>
                </c:pt>
                <c:pt idx="368">
                  <c:v>1965</c:v>
                </c:pt>
                <c:pt idx="369">
                  <c:v>1919</c:v>
                </c:pt>
                <c:pt idx="370">
                  <c:v>1887</c:v>
                </c:pt>
                <c:pt idx="371">
                  <c:v>1852</c:v>
                </c:pt>
                <c:pt idx="372">
                  <c:v>1861</c:v>
                </c:pt>
                <c:pt idx="373">
                  <c:v>1844</c:v>
                </c:pt>
                <c:pt idx="374">
                  <c:v>1850</c:v>
                </c:pt>
                <c:pt idx="375">
                  <c:v>1847</c:v>
                </c:pt>
                <c:pt idx="376">
                  <c:v>1887</c:v>
                </c:pt>
                <c:pt idx="377">
                  <c:v>1884</c:v>
                </c:pt>
                <c:pt idx="378">
                  <c:v>1887</c:v>
                </c:pt>
                <c:pt idx="379">
                  <c:v>1925</c:v>
                </c:pt>
                <c:pt idx="380">
                  <c:v>1924</c:v>
                </c:pt>
                <c:pt idx="381">
                  <c:v>2004</c:v>
                </c:pt>
                <c:pt idx="382">
                  <c:v>2095</c:v>
                </c:pt>
                <c:pt idx="383">
                  <c:v>2166</c:v>
                </c:pt>
                <c:pt idx="384">
                  <c:v>2211</c:v>
                </c:pt>
                <c:pt idx="385">
                  <c:v>2349</c:v>
                </c:pt>
                <c:pt idx="386">
                  <c:v>2389</c:v>
                </c:pt>
                <c:pt idx="387">
                  <c:v>2471</c:v>
                </c:pt>
                <c:pt idx="388">
                  <c:v>2561</c:v>
                </c:pt>
                <c:pt idx="389">
                  <c:v>2661</c:v>
                </c:pt>
                <c:pt idx="390">
                  <c:v>2699</c:v>
                </c:pt>
                <c:pt idx="391">
                  <c:v>2759</c:v>
                </c:pt>
                <c:pt idx="392">
                  <c:v>2805</c:v>
                </c:pt>
                <c:pt idx="393">
                  <c:v>2849</c:v>
                </c:pt>
                <c:pt idx="394">
                  <c:v>2891</c:v>
                </c:pt>
                <c:pt idx="395">
                  <c:v>2993</c:v>
                </c:pt>
                <c:pt idx="396">
                  <c:v>2997</c:v>
                </c:pt>
                <c:pt idx="397">
                  <c:v>3045</c:v>
                </c:pt>
                <c:pt idx="398">
                  <c:v>3090</c:v>
                </c:pt>
                <c:pt idx="399">
                  <c:v>3137</c:v>
                </c:pt>
                <c:pt idx="400">
                  <c:v>3187</c:v>
                </c:pt>
                <c:pt idx="401">
                  <c:v>3194</c:v>
                </c:pt>
                <c:pt idx="402">
                  <c:v>3189</c:v>
                </c:pt>
                <c:pt idx="403">
                  <c:v>3195</c:v>
                </c:pt>
                <c:pt idx="404">
                  <c:v>3241</c:v>
                </c:pt>
                <c:pt idx="405">
                  <c:v>3341</c:v>
                </c:pt>
                <c:pt idx="406">
                  <c:v>3343</c:v>
                </c:pt>
                <c:pt idx="407">
                  <c:v>3334</c:v>
                </c:pt>
                <c:pt idx="408">
                  <c:v>3443</c:v>
                </c:pt>
                <c:pt idx="409">
                  <c:v>3441</c:v>
                </c:pt>
                <c:pt idx="410">
                  <c:v>3450</c:v>
                </c:pt>
                <c:pt idx="411">
                  <c:v>3509</c:v>
                </c:pt>
                <c:pt idx="412">
                  <c:v>3497</c:v>
                </c:pt>
                <c:pt idx="413">
                  <c:v>3553</c:v>
                </c:pt>
                <c:pt idx="414">
                  <c:v>3556</c:v>
                </c:pt>
                <c:pt idx="415">
                  <c:v>3552</c:v>
                </c:pt>
                <c:pt idx="416">
                  <c:v>3605</c:v>
                </c:pt>
                <c:pt idx="417">
                  <c:v>3606</c:v>
                </c:pt>
                <c:pt idx="418">
                  <c:v>3670</c:v>
                </c:pt>
                <c:pt idx="419">
                  <c:v>3712</c:v>
                </c:pt>
                <c:pt idx="420">
                  <c:v>3709</c:v>
                </c:pt>
                <c:pt idx="421">
                  <c:v>3712</c:v>
                </c:pt>
                <c:pt idx="422">
                  <c:v>3702</c:v>
                </c:pt>
                <c:pt idx="423">
                  <c:v>3756</c:v>
                </c:pt>
                <c:pt idx="424">
                  <c:v>3822</c:v>
                </c:pt>
                <c:pt idx="425">
                  <c:v>3823</c:v>
                </c:pt>
                <c:pt idx="426">
                  <c:v>3820</c:v>
                </c:pt>
                <c:pt idx="427">
                  <c:v>3817</c:v>
                </c:pt>
                <c:pt idx="428">
                  <c:v>3871</c:v>
                </c:pt>
                <c:pt idx="429">
                  <c:v>3932</c:v>
                </c:pt>
                <c:pt idx="430">
                  <c:v>3932</c:v>
                </c:pt>
                <c:pt idx="431">
                  <c:v>3923</c:v>
                </c:pt>
                <c:pt idx="432">
                  <c:v>3922</c:v>
                </c:pt>
                <c:pt idx="433">
                  <c:v>3932</c:v>
                </c:pt>
                <c:pt idx="434">
                  <c:v>3974</c:v>
                </c:pt>
                <c:pt idx="435">
                  <c:v>4037</c:v>
                </c:pt>
                <c:pt idx="436">
                  <c:v>3982</c:v>
                </c:pt>
                <c:pt idx="437">
                  <c:v>4039</c:v>
                </c:pt>
                <c:pt idx="438">
                  <c:v>4097</c:v>
                </c:pt>
                <c:pt idx="439">
                  <c:v>4092</c:v>
                </c:pt>
                <c:pt idx="440">
                  <c:v>4097</c:v>
                </c:pt>
                <c:pt idx="441">
                  <c:v>4095</c:v>
                </c:pt>
                <c:pt idx="442">
                  <c:v>4148</c:v>
                </c:pt>
                <c:pt idx="443">
                  <c:v>4153</c:v>
                </c:pt>
                <c:pt idx="444">
                  <c:v>4146</c:v>
                </c:pt>
                <c:pt idx="445">
                  <c:v>4203</c:v>
                </c:pt>
                <c:pt idx="446">
                  <c:v>4213</c:v>
                </c:pt>
                <c:pt idx="447">
                  <c:v>4211</c:v>
                </c:pt>
                <c:pt idx="448">
                  <c:v>4273</c:v>
                </c:pt>
                <c:pt idx="449">
                  <c:v>4271</c:v>
                </c:pt>
                <c:pt idx="450">
                  <c:v>4277</c:v>
                </c:pt>
                <c:pt idx="451">
                  <c:v>4326</c:v>
                </c:pt>
                <c:pt idx="452">
                  <c:v>4331</c:v>
                </c:pt>
                <c:pt idx="453">
                  <c:v>4339</c:v>
                </c:pt>
                <c:pt idx="454">
                  <c:v>4329</c:v>
                </c:pt>
                <c:pt idx="455">
                  <c:v>4452</c:v>
                </c:pt>
                <c:pt idx="456">
                  <c:v>4387</c:v>
                </c:pt>
                <c:pt idx="457">
                  <c:v>4389</c:v>
                </c:pt>
                <c:pt idx="458">
                  <c:v>4453</c:v>
                </c:pt>
                <c:pt idx="459">
                  <c:v>4448</c:v>
                </c:pt>
                <c:pt idx="460">
                  <c:v>4505</c:v>
                </c:pt>
                <c:pt idx="461">
                  <c:v>4509</c:v>
                </c:pt>
                <c:pt idx="462">
                  <c:v>4516</c:v>
                </c:pt>
                <c:pt idx="463">
                  <c:v>4445</c:v>
                </c:pt>
                <c:pt idx="464">
                  <c:v>4506</c:v>
                </c:pt>
                <c:pt idx="465">
                  <c:v>4504</c:v>
                </c:pt>
                <c:pt idx="466">
                  <c:v>4570</c:v>
                </c:pt>
                <c:pt idx="467">
                  <c:v>4566</c:v>
                </c:pt>
                <c:pt idx="468">
                  <c:v>4629</c:v>
                </c:pt>
                <c:pt idx="469">
                  <c:v>4634</c:v>
                </c:pt>
                <c:pt idx="470">
                  <c:v>4630</c:v>
                </c:pt>
                <c:pt idx="471">
                  <c:v>4625</c:v>
                </c:pt>
                <c:pt idx="472">
                  <c:v>4639</c:v>
                </c:pt>
                <c:pt idx="473">
                  <c:v>4691</c:v>
                </c:pt>
                <c:pt idx="474">
                  <c:v>4751</c:v>
                </c:pt>
                <c:pt idx="475">
                  <c:v>4687</c:v>
                </c:pt>
                <c:pt idx="476">
                  <c:v>4747</c:v>
                </c:pt>
                <c:pt idx="477">
                  <c:v>4806</c:v>
                </c:pt>
                <c:pt idx="478">
                  <c:v>4800</c:v>
                </c:pt>
                <c:pt idx="479">
                  <c:v>4803</c:v>
                </c:pt>
                <c:pt idx="480">
                  <c:v>4872</c:v>
                </c:pt>
                <c:pt idx="481">
                  <c:v>4862</c:v>
                </c:pt>
                <c:pt idx="482">
                  <c:v>4924</c:v>
                </c:pt>
                <c:pt idx="483">
                  <c:v>4921</c:v>
                </c:pt>
                <c:pt idx="484">
                  <c:v>4917</c:v>
                </c:pt>
                <c:pt idx="485">
                  <c:v>4923</c:v>
                </c:pt>
                <c:pt idx="486">
                  <c:v>4922</c:v>
                </c:pt>
                <c:pt idx="487">
                  <c:v>4920</c:v>
                </c:pt>
                <c:pt idx="488">
                  <c:v>4924</c:v>
                </c:pt>
                <c:pt idx="489">
                  <c:v>4924</c:v>
                </c:pt>
                <c:pt idx="490">
                  <c:v>5049</c:v>
                </c:pt>
                <c:pt idx="491">
                  <c:v>5053</c:v>
                </c:pt>
                <c:pt idx="492">
                  <c:v>5058</c:v>
                </c:pt>
                <c:pt idx="493">
                  <c:v>4979</c:v>
                </c:pt>
                <c:pt idx="494">
                  <c:v>5040</c:v>
                </c:pt>
                <c:pt idx="495">
                  <c:v>5054</c:v>
                </c:pt>
                <c:pt idx="496">
                  <c:v>4986</c:v>
                </c:pt>
                <c:pt idx="497">
                  <c:v>4986</c:v>
                </c:pt>
                <c:pt idx="498">
                  <c:v>4982</c:v>
                </c:pt>
                <c:pt idx="499">
                  <c:v>5037</c:v>
                </c:pt>
                <c:pt idx="500">
                  <c:v>5041</c:v>
                </c:pt>
                <c:pt idx="501">
                  <c:v>5039</c:v>
                </c:pt>
                <c:pt idx="502">
                  <c:v>5033</c:v>
                </c:pt>
                <c:pt idx="503">
                  <c:v>5040</c:v>
                </c:pt>
                <c:pt idx="504">
                  <c:v>5037</c:v>
                </c:pt>
                <c:pt idx="505">
                  <c:v>5034</c:v>
                </c:pt>
                <c:pt idx="506">
                  <c:v>5033</c:v>
                </c:pt>
                <c:pt idx="507">
                  <c:v>5034</c:v>
                </c:pt>
                <c:pt idx="508">
                  <c:v>5039</c:v>
                </c:pt>
                <c:pt idx="509">
                  <c:v>5037</c:v>
                </c:pt>
                <c:pt idx="510">
                  <c:v>5097</c:v>
                </c:pt>
                <c:pt idx="511">
                  <c:v>5101</c:v>
                </c:pt>
                <c:pt idx="512">
                  <c:v>5097</c:v>
                </c:pt>
                <c:pt idx="513">
                  <c:v>5099</c:v>
                </c:pt>
                <c:pt idx="514">
                  <c:v>5168</c:v>
                </c:pt>
                <c:pt idx="515">
                  <c:v>5171</c:v>
                </c:pt>
                <c:pt idx="516">
                  <c:v>5159</c:v>
                </c:pt>
                <c:pt idx="517">
                  <c:v>5158</c:v>
                </c:pt>
                <c:pt idx="518">
                  <c:v>5225</c:v>
                </c:pt>
                <c:pt idx="519">
                  <c:v>5228</c:v>
                </c:pt>
                <c:pt idx="520">
                  <c:v>5226</c:v>
                </c:pt>
                <c:pt idx="521">
                  <c:v>5230</c:v>
                </c:pt>
                <c:pt idx="522">
                  <c:v>5221</c:v>
                </c:pt>
                <c:pt idx="523">
                  <c:v>5225</c:v>
                </c:pt>
                <c:pt idx="524">
                  <c:v>5295</c:v>
                </c:pt>
                <c:pt idx="525">
                  <c:v>5301</c:v>
                </c:pt>
                <c:pt idx="526">
                  <c:v>5229</c:v>
                </c:pt>
                <c:pt idx="527">
                  <c:v>5228</c:v>
                </c:pt>
                <c:pt idx="528">
                  <c:v>5288</c:v>
                </c:pt>
                <c:pt idx="529">
                  <c:v>5306</c:v>
                </c:pt>
                <c:pt idx="530">
                  <c:v>5303</c:v>
                </c:pt>
                <c:pt idx="531">
                  <c:v>5297</c:v>
                </c:pt>
                <c:pt idx="532">
                  <c:v>5353</c:v>
                </c:pt>
                <c:pt idx="533">
                  <c:v>5348</c:v>
                </c:pt>
                <c:pt idx="534">
                  <c:v>5365</c:v>
                </c:pt>
                <c:pt idx="535">
                  <c:v>5411</c:v>
                </c:pt>
                <c:pt idx="536">
                  <c:v>5348</c:v>
                </c:pt>
                <c:pt idx="537">
                  <c:v>5414</c:v>
                </c:pt>
                <c:pt idx="538">
                  <c:v>5486</c:v>
                </c:pt>
                <c:pt idx="539">
                  <c:v>5413</c:v>
                </c:pt>
                <c:pt idx="540">
                  <c:v>5412</c:v>
                </c:pt>
                <c:pt idx="541">
                  <c:v>5482</c:v>
                </c:pt>
                <c:pt idx="542">
                  <c:v>5482</c:v>
                </c:pt>
                <c:pt idx="543">
                  <c:v>5549</c:v>
                </c:pt>
                <c:pt idx="544">
                  <c:v>5553</c:v>
                </c:pt>
                <c:pt idx="545">
                  <c:v>5548</c:v>
                </c:pt>
                <c:pt idx="546">
                  <c:v>5616</c:v>
                </c:pt>
                <c:pt idx="547">
                  <c:v>5613</c:v>
                </c:pt>
                <c:pt idx="548">
                  <c:v>5615</c:v>
                </c:pt>
                <c:pt idx="549">
                  <c:v>5623</c:v>
                </c:pt>
                <c:pt idx="550">
                  <c:v>5678</c:v>
                </c:pt>
                <c:pt idx="551">
                  <c:v>5607</c:v>
                </c:pt>
                <c:pt idx="552">
                  <c:v>5672</c:v>
                </c:pt>
                <c:pt idx="553">
                  <c:v>5752</c:v>
                </c:pt>
                <c:pt idx="554">
                  <c:v>5745</c:v>
                </c:pt>
                <c:pt idx="555">
                  <c:v>5741</c:v>
                </c:pt>
                <c:pt idx="556">
                  <c:v>5744</c:v>
                </c:pt>
                <c:pt idx="557">
                  <c:v>5735</c:v>
                </c:pt>
                <c:pt idx="558">
                  <c:v>5803</c:v>
                </c:pt>
                <c:pt idx="559">
                  <c:v>5743</c:v>
                </c:pt>
                <c:pt idx="560">
                  <c:v>5738</c:v>
                </c:pt>
                <c:pt idx="561">
                  <c:v>5731</c:v>
                </c:pt>
                <c:pt idx="562">
                  <c:v>5814</c:v>
                </c:pt>
                <c:pt idx="563">
                  <c:v>5738</c:v>
                </c:pt>
                <c:pt idx="564">
                  <c:v>5741</c:v>
                </c:pt>
                <c:pt idx="565">
                  <c:v>5739</c:v>
                </c:pt>
                <c:pt idx="566">
                  <c:v>5813</c:v>
                </c:pt>
                <c:pt idx="567">
                  <c:v>5799</c:v>
                </c:pt>
                <c:pt idx="568">
                  <c:v>5812</c:v>
                </c:pt>
                <c:pt idx="569">
                  <c:v>5812</c:v>
                </c:pt>
                <c:pt idx="570">
                  <c:v>5806</c:v>
                </c:pt>
                <c:pt idx="571">
                  <c:v>5802</c:v>
                </c:pt>
                <c:pt idx="572">
                  <c:v>5815</c:v>
                </c:pt>
                <c:pt idx="573">
                  <c:v>5817</c:v>
                </c:pt>
                <c:pt idx="574">
                  <c:v>5811</c:v>
                </c:pt>
                <c:pt idx="575">
                  <c:v>5876</c:v>
                </c:pt>
                <c:pt idx="576">
                  <c:v>5811</c:v>
                </c:pt>
                <c:pt idx="577">
                  <c:v>5815</c:v>
                </c:pt>
                <c:pt idx="578">
                  <c:v>5753</c:v>
                </c:pt>
                <c:pt idx="579">
                  <c:v>5746</c:v>
                </c:pt>
                <c:pt idx="580">
                  <c:v>5739</c:v>
                </c:pt>
                <c:pt idx="581">
                  <c:v>5743</c:v>
                </c:pt>
                <c:pt idx="582">
                  <c:v>5748</c:v>
                </c:pt>
                <c:pt idx="583">
                  <c:v>5809</c:v>
                </c:pt>
                <c:pt idx="584">
                  <c:v>5750</c:v>
                </c:pt>
                <c:pt idx="585">
                  <c:v>5743</c:v>
                </c:pt>
                <c:pt idx="586">
                  <c:v>5747</c:v>
                </c:pt>
                <c:pt idx="587">
                  <c:v>5743</c:v>
                </c:pt>
                <c:pt idx="588">
                  <c:v>5816</c:v>
                </c:pt>
                <c:pt idx="589">
                  <c:v>5825</c:v>
                </c:pt>
                <c:pt idx="590">
                  <c:v>5821</c:v>
                </c:pt>
                <c:pt idx="591">
                  <c:v>5818</c:v>
                </c:pt>
                <c:pt idx="592">
                  <c:v>5877</c:v>
                </c:pt>
                <c:pt idx="593">
                  <c:v>5878</c:v>
                </c:pt>
                <c:pt idx="594">
                  <c:v>5877</c:v>
                </c:pt>
                <c:pt idx="595">
                  <c:v>5880</c:v>
                </c:pt>
                <c:pt idx="596">
                  <c:v>5822</c:v>
                </c:pt>
                <c:pt idx="597">
                  <c:v>5877</c:v>
                </c:pt>
                <c:pt idx="598">
                  <c:v>5818</c:v>
                </c:pt>
                <c:pt idx="599">
                  <c:v>5810</c:v>
                </c:pt>
                <c:pt idx="600">
                  <c:v>5878</c:v>
                </c:pt>
                <c:pt idx="601">
                  <c:v>5812</c:v>
                </c:pt>
                <c:pt idx="602">
                  <c:v>5801</c:v>
                </c:pt>
                <c:pt idx="603">
                  <c:v>5808</c:v>
                </c:pt>
                <c:pt idx="604">
                  <c:v>5813</c:v>
                </c:pt>
                <c:pt idx="605">
                  <c:v>5875</c:v>
                </c:pt>
                <c:pt idx="606">
                  <c:v>5806</c:v>
                </c:pt>
                <c:pt idx="607">
                  <c:v>5811</c:v>
                </c:pt>
                <c:pt idx="608">
                  <c:v>5874</c:v>
                </c:pt>
                <c:pt idx="609">
                  <c:v>5816</c:v>
                </c:pt>
                <c:pt idx="610">
                  <c:v>5814</c:v>
                </c:pt>
                <c:pt idx="611">
                  <c:v>5875</c:v>
                </c:pt>
                <c:pt idx="612">
                  <c:v>5813</c:v>
                </c:pt>
                <c:pt idx="613">
                  <c:v>5873</c:v>
                </c:pt>
                <c:pt idx="614">
                  <c:v>5873</c:v>
                </c:pt>
                <c:pt idx="615">
                  <c:v>5882</c:v>
                </c:pt>
                <c:pt idx="616">
                  <c:v>5882</c:v>
                </c:pt>
                <c:pt idx="617">
                  <c:v>5877</c:v>
                </c:pt>
                <c:pt idx="618">
                  <c:v>5880</c:v>
                </c:pt>
                <c:pt idx="619">
                  <c:v>5859</c:v>
                </c:pt>
                <c:pt idx="620">
                  <c:v>5878</c:v>
                </c:pt>
                <c:pt idx="621">
                  <c:v>5876</c:v>
                </c:pt>
                <c:pt idx="622">
                  <c:v>5854</c:v>
                </c:pt>
                <c:pt idx="623">
                  <c:v>5804</c:v>
                </c:pt>
                <c:pt idx="624">
                  <c:v>5879</c:v>
                </c:pt>
                <c:pt idx="625">
                  <c:v>5858</c:v>
                </c:pt>
                <c:pt idx="626">
                  <c:v>5859</c:v>
                </c:pt>
                <c:pt idx="627">
                  <c:v>5935</c:v>
                </c:pt>
                <c:pt idx="628">
                  <c:v>5870</c:v>
                </c:pt>
                <c:pt idx="629">
                  <c:v>5936</c:v>
                </c:pt>
                <c:pt idx="630">
                  <c:v>5861</c:v>
                </c:pt>
                <c:pt idx="631">
                  <c:v>5937</c:v>
                </c:pt>
                <c:pt idx="632">
                  <c:v>6010</c:v>
                </c:pt>
                <c:pt idx="633">
                  <c:v>6001</c:v>
                </c:pt>
                <c:pt idx="634">
                  <c:v>6001</c:v>
                </c:pt>
                <c:pt idx="635">
                  <c:v>6004</c:v>
                </c:pt>
                <c:pt idx="636">
                  <c:v>5996</c:v>
                </c:pt>
                <c:pt idx="637">
                  <c:v>6003</c:v>
                </c:pt>
                <c:pt idx="638">
                  <c:v>6012</c:v>
                </c:pt>
                <c:pt idx="639">
                  <c:v>6004</c:v>
                </c:pt>
                <c:pt idx="640">
                  <c:v>5997</c:v>
                </c:pt>
                <c:pt idx="641">
                  <c:v>5995</c:v>
                </c:pt>
                <c:pt idx="642">
                  <c:v>5998</c:v>
                </c:pt>
                <c:pt idx="643">
                  <c:v>6067</c:v>
                </c:pt>
                <c:pt idx="644">
                  <c:v>6063</c:v>
                </c:pt>
                <c:pt idx="645">
                  <c:v>6054</c:v>
                </c:pt>
                <c:pt idx="646">
                  <c:v>6147</c:v>
                </c:pt>
                <c:pt idx="647">
                  <c:v>6078</c:v>
                </c:pt>
                <c:pt idx="648">
                  <c:v>6066</c:v>
                </c:pt>
                <c:pt idx="649">
                  <c:v>6070</c:v>
                </c:pt>
                <c:pt idx="650">
                  <c:v>6062</c:v>
                </c:pt>
                <c:pt idx="651">
                  <c:v>6151</c:v>
                </c:pt>
                <c:pt idx="652">
                  <c:v>6140</c:v>
                </c:pt>
                <c:pt idx="653">
                  <c:v>6149</c:v>
                </c:pt>
                <c:pt idx="654">
                  <c:v>6143</c:v>
                </c:pt>
                <c:pt idx="655">
                  <c:v>6150</c:v>
                </c:pt>
                <c:pt idx="656">
                  <c:v>6144</c:v>
                </c:pt>
                <c:pt idx="657">
                  <c:v>6150</c:v>
                </c:pt>
                <c:pt idx="658">
                  <c:v>6142</c:v>
                </c:pt>
                <c:pt idx="659">
                  <c:v>6144</c:v>
                </c:pt>
                <c:pt idx="660">
                  <c:v>6146</c:v>
                </c:pt>
                <c:pt idx="661">
                  <c:v>6151</c:v>
                </c:pt>
                <c:pt idx="662">
                  <c:v>6143</c:v>
                </c:pt>
                <c:pt idx="663">
                  <c:v>6213</c:v>
                </c:pt>
                <c:pt idx="664">
                  <c:v>6280</c:v>
                </c:pt>
                <c:pt idx="665">
                  <c:v>6213</c:v>
                </c:pt>
                <c:pt idx="666">
                  <c:v>6293</c:v>
                </c:pt>
                <c:pt idx="667">
                  <c:v>6290</c:v>
                </c:pt>
                <c:pt idx="668">
                  <c:v>6285</c:v>
                </c:pt>
                <c:pt idx="669">
                  <c:v>6299</c:v>
                </c:pt>
                <c:pt idx="670">
                  <c:v>6297</c:v>
                </c:pt>
                <c:pt idx="671">
                  <c:v>6278</c:v>
                </c:pt>
                <c:pt idx="672">
                  <c:v>6302</c:v>
                </c:pt>
                <c:pt idx="673">
                  <c:v>6301</c:v>
                </c:pt>
                <c:pt idx="674">
                  <c:v>6283</c:v>
                </c:pt>
                <c:pt idx="675">
                  <c:v>6293</c:v>
                </c:pt>
                <c:pt idx="676">
                  <c:v>6362</c:v>
                </c:pt>
                <c:pt idx="677">
                  <c:v>6359</c:v>
                </c:pt>
                <c:pt idx="678">
                  <c:v>6302</c:v>
                </c:pt>
                <c:pt idx="679">
                  <c:v>6287</c:v>
                </c:pt>
                <c:pt idx="680">
                  <c:v>6291</c:v>
                </c:pt>
                <c:pt idx="681">
                  <c:v>6233</c:v>
                </c:pt>
                <c:pt idx="682">
                  <c:v>6222</c:v>
                </c:pt>
                <c:pt idx="683">
                  <c:v>6221</c:v>
                </c:pt>
                <c:pt idx="684">
                  <c:v>6216</c:v>
                </c:pt>
                <c:pt idx="685">
                  <c:v>6218</c:v>
                </c:pt>
                <c:pt idx="686">
                  <c:v>6222</c:v>
                </c:pt>
                <c:pt idx="687">
                  <c:v>6222</c:v>
                </c:pt>
                <c:pt idx="688">
                  <c:v>6212</c:v>
                </c:pt>
                <c:pt idx="689">
                  <c:v>6214</c:v>
                </c:pt>
                <c:pt idx="690">
                  <c:v>6210</c:v>
                </c:pt>
                <c:pt idx="691">
                  <c:v>6219</c:v>
                </c:pt>
                <c:pt idx="692">
                  <c:v>6221</c:v>
                </c:pt>
                <c:pt idx="693">
                  <c:v>6220</c:v>
                </c:pt>
                <c:pt idx="694">
                  <c:v>6216</c:v>
                </c:pt>
                <c:pt idx="695">
                  <c:v>6225</c:v>
                </c:pt>
                <c:pt idx="696">
                  <c:v>6294</c:v>
                </c:pt>
                <c:pt idx="697">
                  <c:v>6222</c:v>
                </c:pt>
                <c:pt idx="698">
                  <c:v>6291</c:v>
                </c:pt>
                <c:pt idx="699">
                  <c:v>6223</c:v>
                </c:pt>
                <c:pt idx="700">
                  <c:v>6211</c:v>
                </c:pt>
                <c:pt idx="701">
                  <c:v>6216</c:v>
                </c:pt>
                <c:pt idx="702">
                  <c:v>6220</c:v>
                </c:pt>
                <c:pt idx="703">
                  <c:v>6287</c:v>
                </c:pt>
                <c:pt idx="704">
                  <c:v>6292</c:v>
                </c:pt>
                <c:pt idx="705">
                  <c:v>6357</c:v>
                </c:pt>
                <c:pt idx="706">
                  <c:v>6300</c:v>
                </c:pt>
                <c:pt idx="707">
                  <c:v>6292</c:v>
                </c:pt>
                <c:pt idx="708">
                  <c:v>6287</c:v>
                </c:pt>
                <c:pt idx="709">
                  <c:v>6292</c:v>
                </c:pt>
                <c:pt idx="710">
                  <c:v>6357</c:v>
                </c:pt>
                <c:pt idx="711">
                  <c:v>6355</c:v>
                </c:pt>
                <c:pt idx="712">
                  <c:v>6371</c:v>
                </c:pt>
                <c:pt idx="713">
                  <c:v>6370</c:v>
                </c:pt>
                <c:pt idx="714">
                  <c:v>6353</c:v>
                </c:pt>
                <c:pt idx="715">
                  <c:v>6437</c:v>
                </c:pt>
                <c:pt idx="716">
                  <c:v>6299</c:v>
                </c:pt>
                <c:pt idx="717">
                  <c:v>6434</c:v>
                </c:pt>
                <c:pt idx="718">
                  <c:v>6442</c:v>
                </c:pt>
                <c:pt idx="719">
                  <c:v>6377</c:v>
                </c:pt>
                <c:pt idx="720">
                  <c:v>6377</c:v>
                </c:pt>
                <c:pt idx="721">
                  <c:v>6445</c:v>
                </c:pt>
                <c:pt idx="722">
                  <c:v>6450</c:v>
                </c:pt>
                <c:pt idx="723">
                  <c:v>6516</c:v>
                </c:pt>
                <c:pt idx="724">
                  <c:v>6511</c:v>
                </c:pt>
                <c:pt idx="725">
                  <c:v>6516</c:v>
                </c:pt>
                <c:pt idx="726">
                  <c:v>6523</c:v>
                </c:pt>
                <c:pt idx="727">
                  <c:v>6458</c:v>
                </c:pt>
                <c:pt idx="728">
                  <c:v>6454</c:v>
                </c:pt>
                <c:pt idx="729">
                  <c:v>6524</c:v>
                </c:pt>
                <c:pt idx="730">
                  <c:v>6449</c:v>
                </c:pt>
                <c:pt idx="731">
                  <c:v>6449.090909090909</c:v>
                </c:pt>
                <c:pt idx="732">
                  <c:v>6449.181818181818</c:v>
                </c:pt>
                <c:pt idx="733">
                  <c:v>6449.272727272727</c:v>
                </c:pt>
                <c:pt idx="734">
                  <c:v>6449.363636363636</c:v>
                </c:pt>
                <c:pt idx="735">
                  <c:v>6449.454545454545</c:v>
                </c:pt>
                <c:pt idx="736">
                  <c:v>6449.545454545455</c:v>
                </c:pt>
                <c:pt idx="737">
                  <c:v>6449.636363636364</c:v>
                </c:pt>
                <c:pt idx="738">
                  <c:v>6449.727272727273</c:v>
                </c:pt>
                <c:pt idx="739">
                  <c:v>6449.818181818182</c:v>
                </c:pt>
                <c:pt idx="740">
                  <c:v>6449.909090909091</c:v>
                </c:pt>
                <c:pt idx="741">
                  <c:v>6450</c:v>
                </c:pt>
                <c:pt idx="742">
                  <c:v>6450.090909090909</c:v>
                </c:pt>
                <c:pt idx="743">
                  <c:v>6450.181818181818</c:v>
                </c:pt>
                <c:pt idx="744">
                  <c:v>6450.272727272727</c:v>
                </c:pt>
                <c:pt idx="745">
                  <c:v>6450.363636363636</c:v>
                </c:pt>
                <c:pt idx="746">
                  <c:v>6450.454545454545</c:v>
                </c:pt>
                <c:pt idx="747">
                  <c:v>6450.545454545455</c:v>
                </c:pt>
                <c:pt idx="748">
                  <c:v>6450.636363636364</c:v>
                </c:pt>
                <c:pt idx="749">
                  <c:v>6450.727272727273</c:v>
                </c:pt>
                <c:pt idx="750">
                  <c:v>6450.818181818182</c:v>
                </c:pt>
                <c:pt idx="751">
                  <c:v>6450.909090909091</c:v>
                </c:pt>
                <c:pt idx="752">
                  <c:v>6451</c:v>
                </c:pt>
                <c:pt idx="753">
                  <c:v>6451.090909090909</c:v>
                </c:pt>
                <c:pt idx="754">
                  <c:v>6451.181818181818</c:v>
                </c:pt>
                <c:pt idx="755">
                  <c:v>6451.272727272727</c:v>
                </c:pt>
                <c:pt idx="756">
                  <c:v>6451.363636363636</c:v>
                </c:pt>
                <c:pt idx="757">
                  <c:v>6451.454545454545</c:v>
                </c:pt>
                <c:pt idx="758">
                  <c:v>6451.545454545455</c:v>
                </c:pt>
                <c:pt idx="759">
                  <c:v>6451.636363636364</c:v>
                </c:pt>
                <c:pt idx="760">
                  <c:v>6451.727272727273</c:v>
                </c:pt>
                <c:pt idx="761">
                  <c:v>6451.818181818182</c:v>
                </c:pt>
                <c:pt idx="762">
                  <c:v>6451.909090909091</c:v>
                </c:pt>
                <c:pt idx="763">
                  <c:v>6452</c:v>
                </c:pt>
                <c:pt idx="764">
                  <c:v>6452.090909090909</c:v>
                </c:pt>
                <c:pt idx="765">
                  <c:v>6452.181818181818</c:v>
                </c:pt>
                <c:pt idx="766">
                  <c:v>6452.272727272727</c:v>
                </c:pt>
                <c:pt idx="767">
                  <c:v>6452.363636363636</c:v>
                </c:pt>
                <c:pt idx="768">
                  <c:v>6452.454545454545</c:v>
                </c:pt>
                <c:pt idx="769">
                  <c:v>6452.545454545455</c:v>
                </c:pt>
                <c:pt idx="770">
                  <c:v>6452.636363636364</c:v>
                </c:pt>
                <c:pt idx="771">
                  <c:v>6452.727272727273</c:v>
                </c:pt>
                <c:pt idx="772">
                  <c:v>6452.818181818182</c:v>
                </c:pt>
                <c:pt idx="773">
                  <c:v>6452.909090909091</c:v>
                </c:pt>
                <c:pt idx="774">
                  <c:v>6453</c:v>
                </c:pt>
                <c:pt idx="775">
                  <c:v>6453</c:v>
                </c:pt>
                <c:pt idx="776">
                  <c:v>6435</c:v>
                </c:pt>
                <c:pt idx="777">
                  <c:v>6373</c:v>
                </c:pt>
                <c:pt idx="778">
                  <c:v>6380</c:v>
                </c:pt>
                <c:pt idx="779">
                  <c:v>6441</c:v>
                </c:pt>
                <c:pt idx="780">
                  <c:v>6381</c:v>
                </c:pt>
                <c:pt idx="781">
                  <c:v>6446</c:v>
                </c:pt>
                <c:pt idx="782">
                  <c:v>6445</c:v>
                </c:pt>
                <c:pt idx="783">
                  <c:v>6380</c:v>
                </c:pt>
                <c:pt idx="784">
                  <c:v>6447</c:v>
                </c:pt>
                <c:pt idx="785">
                  <c:v>6376</c:v>
                </c:pt>
                <c:pt idx="786">
                  <c:v>6457</c:v>
                </c:pt>
                <c:pt idx="787">
                  <c:v>6442</c:v>
                </c:pt>
                <c:pt idx="788">
                  <c:v>6443</c:v>
                </c:pt>
                <c:pt idx="789">
                  <c:v>6371</c:v>
                </c:pt>
                <c:pt idx="790">
                  <c:v>6369</c:v>
                </c:pt>
                <c:pt idx="791">
                  <c:v>6374</c:v>
                </c:pt>
                <c:pt idx="792">
                  <c:v>6450</c:v>
                </c:pt>
                <c:pt idx="793">
                  <c:v>6374</c:v>
                </c:pt>
                <c:pt idx="794">
                  <c:v>6368</c:v>
                </c:pt>
                <c:pt idx="795">
                  <c:v>6383</c:v>
                </c:pt>
                <c:pt idx="796">
                  <c:v>6370</c:v>
                </c:pt>
                <c:pt idx="797">
                  <c:v>6380</c:v>
                </c:pt>
                <c:pt idx="798">
                  <c:v>6450</c:v>
                </c:pt>
                <c:pt idx="799">
                  <c:v>6382</c:v>
                </c:pt>
                <c:pt idx="800">
                  <c:v>6451</c:v>
                </c:pt>
                <c:pt idx="801">
                  <c:v>6445</c:v>
                </c:pt>
                <c:pt idx="802">
                  <c:v>6446</c:v>
                </c:pt>
                <c:pt idx="803">
                  <c:v>6521</c:v>
                </c:pt>
                <c:pt idx="804">
                  <c:v>6520</c:v>
                </c:pt>
                <c:pt idx="805">
                  <c:v>6526</c:v>
                </c:pt>
                <c:pt idx="806">
                  <c:v>6521</c:v>
                </c:pt>
                <c:pt idx="807">
                  <c:v>6526</c:v>
                </c:pt>
                <c:pt idx="808">
                  <c:v>6604</c:v>
                </c:pt>
                <c:pt idx="809">
                  <c:v>6523</c:v>
                </c:pt>
                <c:pt idx="810">
                  <c:v>6523</c:v>
                </c:pt>
                <c:pt idx="811">
                  <c:v>6608</c:v>
                </c:pt>
                <c:pt idx="812">
                  <c:v>6603</c:v>
                </c:pt>
                <c:pt idx="813">
                  <c:v>6608</c:v>
                </c:pt>
                <c:pt idx="814">
                  <c:v>6601</c:v>
                </c:pt>
                <c:pt idx="815">
                  <c:v>6598</c:v>
                </c:pt>
                <c:pt idx="816">
                  <c:v>6607</c:v>
                </c:pt>
                <c:pt idx="817">
                  <c:v>6537</c:v>
                </c:pt>
                <c:pt idx="818">
                  <c:v>6529</c:v>
                </c:pt>
                <c:pt idx="819">
                  <c:v>6529.7285714285717</c:v>
                </c:pt>
                <c:pt idx="820">
                  <c:v>6530.4571428571426</c:v>
                </c:pt>
                <c:pt idx="821">
                  <c:v>6531.1857142857143</c:v>
                </c:pt>
                <c:pt idx="822">
                  <c:v>6531.9142857142861</c:v>
                </c:pt>
                <c:pt idx="823">
                  <c:v>6532.6428571428569</c:v>
                </c:pt>
                <c:pt idx="824">
                  <c:v>6533.3714285714286</c:v>
                </c:pt>
                <c:pt idx="825">
                  <c:v>6534.1</c:v>
                </c:pt>
                <c:pt idx="826">
                  <c:v>6534.8285714285712</c:v>
                </c:pt>
                <c:pt idx="827">
                  <c:v>6535.5571428571429</c:v>
                </c:pt>
                <c:pt idx="828">
                  <c:v>6536.2857142857147</c:v>
                </c:pt>
                <c:pt idx="829">
                  <c:v>6537.0142857142855</c:v>
                </c:pt>
                <c:pt idx="830">
                  <c:v>6537.7428571428572</c:v>
                </c:pt>
                <c:pt idx="831">
                  <c:v>6538.471428571429</c:v>
                </c:pt>
                <c:pt idx="832">
                  <c:v>6539.2</c:v>
                </c:pt>
                <c:pt idx="833">
                  <c:v>6539.9285714285716</c:v>
                </c:pt>
                <c:pt idx="834">
                  <c:v>6540.6571428571433</c:v>
                </c:pt>
                <c:pt idx="835">
                  <c:v>6541.3857142857141</c:v>
                </c:pt>
                <c:pt idx="836">
                  <c:v>6542.1142857142859</c:v>
                </c:pt>
                <c:pt idx="837">
                  <c:v>6542.8428571428567</c:v>
                </c:pt>
                <c:pt idx="838">
                  <c:v>6543.5714285714284</c:v>
                </c:pt>
                <c:pt idx="839">
                  <c:v>6544.3</c:v>
                </c:pt>
                <c:pt idx="840">
                  <c:v>6545.028571428571</c:v>
                </c:pt>
                <c:pt idx="841">
                  <c:v>6545.7571428571428</c:v>
                </c:pt>
                <c:pt idx="842">
                  <c:v>6546.4857142857145</c:v>
                </c:pt>
                <c:pt idx="843">
                  <c:v>6547.2142857142853</c:v>
                </c:pt>
                <c:pt idx="844">
                  <c:v>6547.9428571428571</c:v>
                </c:pt>
                <c:pt idx="845">
                  <c:v>6548.6714285714288</c:v>
                </c:pt>
                <c:pt idx="846">
                  <c:v>6549.4</c:v>
                </c:pt>
                <c:pt idx="847">
                  <c:v>6550.1285714285714</c:v>
                </c:pt>
                <c:pt idx="848">
                  <c:v>6550.8571428571431</c:v>
                </c:pt>
                <c:pt idx="849">
                  <c:v>6551.5857142857139</c:v>
                </c:pt>
                <c:pt idx="850">
                  <c:v>6552.3142857142857</c:v>
                </c:pt>
                <c:pt idx="851">
                  <c:v>6553.0428571428574</c:v>
                </c:pt>
                <c:pt idx="852">
                  <c:v>6553.7714285714283</c:v>
                </c:pt>
                <c:pt idx="853">
                  <c:v>6554.5</c:v>
                </c:pt>
                <c:pt idx="854">
                  <c:v>6555.2285714285717</c:v>
                </c:pt>
                <c:pt idx="855">
                  <c:v>6555.9571428571426</c:v>
                </c:pt>
                <c:pt idx="856">
                  <c:v>6556.6857142857143</c:v>
                </c:pt>
                <c:pt idx="857">
                  <c:v>6557.4142857142861</c:v>
                </c:pt>
                <c:pt idx="858">
                  <c:v>6558.1428571428569</c:v>
                </c:pt>
                <c:pt idx="859">
                  <c:v>6558.8714285714286</c:v>
                </c:pt>
                <c:pt idx="860">
                  <c:v>6559.6</c:v>
                </c:pt>
                <c:pt idx="861">
                  <c:v>6560.3285714285712</c:v>
                </c:pt>
                <c:pt idx="862">
                  <c:v>6561.0571428571429</c:v>
                </c:pt>
                <c:pt idx="863">
                  <c:v>6561.7857142857147</c:v>
                </c:pt>
                <c:pt idx="864">
                  <c:v>6562.5142857142855</c:v>
                </c:pt>
                <c:pt idx="865">
                  <c:v>6563.2428571428572</c:v>
                </c:pt>
                <c:pt idx="866">
                  <c:v>6563.971428571429</c:v>
                </c:pt>
                <c:pt idx="867">
                  <c:v>6564.7</c:v>
                </c:pt>
                <c:pt idx="868">
                  <c:v>6565.4285714285716</c:v>
                </c:pt>
                <c:pt idx="869">
                  <c:v>6566.1571428571433</c:v>
                </c:pt>
                <c:pt idx="870">
                  <c:v>6566.8857142857141</c:v>
                </c:pt>
                <c:pt idx="871">
                  <c:v>6567.6142857142859</c:v>
                </c:pt>
                <c:pt idx="872">
                  <c:v>6568.3428571428567</c:v>
                </c:pt>
                <c:pt idx="873">
                  <c:v>6569.0714285714284</c:v>
                </c:pt>
                <c:pt idx="874">
                  <c:v>6569.8</c:v>
                </c:pt>
                <c:pt idx="875">
                  <c:v>6570.528571428571</c:v>
                </c:pt>
                <c:pt idx="876">
                  <c:v>6571.2571428571428</c:v>
                </c:pt>
                <c:pt idx="877">
                  <c:v>6571.9857142857145</c:v>
                </c:pt>
                <c:pt idx="878">
                  <c:v>6572.7142857142853</c:v>
                </c:pt>
                <c:pt idx="879">
                  <c:v>6573.4428571428571</c:v>
                </c:pt>
                <c:pt idx="880">
                  <c:v>6574.1714285714288</c:v>
                </c:pt>
                <c:pt idx="881">
                  <c:v>6574.9</c:v>
                </c:pt>
                <c:pt idx="882">
                  <c:v>6575.6285714285714</c:v>
                </c:pt>
                <c:pt idx="883">
                  <c:v>6576.3571428571431</c:v>
                </c:pt>
                <c:pt idx="884">
                  <c:v>6577.0857142857139</c:v>
                </c:pt>
                <c:pt idx="885">
                  <c:v>6577.8142857142857</c:v>
                </c:pt>
                <c:pt idx="886">
                  <c:v>6578.5428571428574</c:v>
                </c:pt>
                <c:pt idx="887">
                  <c:v>6579.2714285714283</c:v>
                </c:pt>
                <c:pt idx="888">
                  <c:v>6580</c:v>
                </c:pt>
                <c:pt idx="889">
                  <c:v>6580</c:v>
                </c:pt>
                <c:pt idx="890">
                  <c:v>6506</c:v>
                </c:pt>
                <c:pt idx="891">
                  <c:v>6580</c:v>
                </c:pt>
                <c:pt idx="892">
                  <c:v>6581</c:v>
                </c:pt>
                <c:pt idx="893">
                  <c:v>6573</c:v>
                </c:pt>
                <c:pt idx="894">
                  <c:v>6584</c:v>
                </c:pt>
                <c:pt idx="895">
                  <c:v>6653</c:v>
                </c:pt>
                <c:pt idx="896">
                  <c:v>6573</c:v>
                </c:pt>
                <c:pt idx="897">
                  <c:v>6654</c:v>
                </c:pt>
                <c:pt idx="898">
                  <c:v>6650</c:v>
                </c:pt>
                <c:pt idx="899">
                  <c:v>6504</c:v>
                </c:pt>
                <c:pt idx="900">
                  <c:v>6496</c:v>
                </c:pt>
                <c:pt idx="901">
                  <c:v>6675</c:v>
                </c:pt>
                <c:pt idx="902">
                  <c:v>6668</c:v>
                </c:pt>
                <c:pt idx="903">
                  <c:v>6675</c:v>
                </c:pt>
                <c:pt idx="904">
                  <c:v>6736</c:v>
                </c:pt>
                <c:pt idx="905">
                  <c:v>6745</c:v>
                </c:pt>
                <c:pt idx="906">
                  <c:v>6734</c:v>
                </c:pt>
                <c:pt idx="907">
                  <c:v>6741</c:v>
                </c:pt>
                <c:pt idx="908">
                  <c:v>6675</c:v>
                </c:pt>
                <c:pt idx="909">
                  <c:v>6746</c:v>
                </c:pt>
                <c:pt idx="910">
                  <c:v>6742</c:v>
                </c:pt>
                <c:pt idx="911">
                  <c:v>6677</c:v>
                </c:pt>
                <c:pt idx="912">
                  <c:v>6674</c:v>
                </c:pt>
                <c:pt idx="913">
                  <c:v>6743</c:v>
                </c:pt>
                <c:pt idx="914">
                  <c:v>6675</c:v>
                </c:pt>
                <c:pt idx="915">
                  <c:v>6674</c:v>
                </c:pt>
                <c:pt idx="916">
                  <c:v>6741</c:v>
                </c:pt>
                <c:pt idx="917">
                  <c:v>6745</c:v>
                </c:pt>
                <c:pt idx="918">
                  <c:v>6748</c:v>
                </c:pt>
                <c:pt idx="919">
                  <c:v>6750</c:v>
                </c:pt>
                <c:pt idx="920">
                  <c:v>6678</c:v>
                </c:pt>
                <c:pt idx="921">
                  <c:v>6671</c:v>
                </c:pt>
                <c:pt idx="922">
                  <c:v>6670</c:v>
                </c:pt>
                <c:pt idx="923">
                  <c:v>6668</c:v>
                </c:pt>
                <c:pt idx="924">
                  <c:v>6668</c:v>
                </c:pt>
                <c:pt idx="925">
                  <c:v>6585</c:v>
                </c:pt>
                <c:pt idx="926">
                  <c:v>6662</c:v>
                </c:pt>
                <c:pt idx="927">
                  <c:v>6666</c:v>
                </c:pt>
                <c:pt idx="928">
                  <c:v>6677</c:v>
                </c:pt>
                <c:pt idx="929">
                  <c:v>6663</c:v>
                </c:pt>
                <c:pt idx="930">
                  <c:v>6656</c:v>
                </c:pt>
                <c:pt idx="931">
                  <c:v>6672</c:v>
                </c:pt>
                <c:pt idx="932">
                  <c:v>6667</c:v>
                </c:pt>
                <c:pt idx="933">
                  <c:v>6659</c:v>
                </c:pt>
                <c:pt idx="934">
                  <c:v>6637</c:v>
                </c:pt>
                <c:pt idx="935">
                  <c:v>6639</c:v>
                </c:pt>
                <c:pt idx="936">
                  <c:v>6644</c:v>
                </c:pt>
                <c:pt idx="937">
                  <c:v>6734</c:v>
                </c:pt>
                <c:pt idx="938">
                  <c:v>6741</c:v>
                </c:pt>
                <c:pt idx="939">
                  <c:v>6640</c:v>
                </c:pt>
                <c:pt idx="940">
                  <c:v>6657</c:v>
                </c:pt>
                <c:pt idx="941">
                  <c:v>6744</c:v>
                </c:pt>
                <c:pt idx="942">
                  <c:v>6749</c:v>
                </c:pt>
                <c:pt idx="943">
                  <c:v>6739</c:v>
                </c:pt>
                <c:pt idx="944">
                  <c:v>6806</c:v>
                </c:pt>
                <c:pt idx="945">
                  <c:v>6811</c:v>
                </c:pt>
                <c:pt idx="946">
                  <c:v>6800</c:v>
                </c:pt>
                <c:pt idx="947">
                  <c:v>6723</c:v>
                </c:pt>
                <c:pt idx="948">
                  <c:v>6796</c:v>
                </c:pt>
                <c:pt idx="949">
                  <c:v>6717</c:v>
                </c:pt>
                <c:pt idx="950">
                  <c:v>6798</c:v>
                </c:pt>
                <c:pt idx="951">
                  <c:v>6724</c:v>
                </c:pt>
                <c:pt idx="952">
                  <c:v>6805</c:v>
                </c:pt>
                <c:pt idx="953">
                  <c:v>6806</c:v>
                </c:pt>
                <c:pt idx="954">
                  <c:v>6805</c:v>
                </c:pt>
                <c:pt idx="955">
                  <c:v>6804</c:v>
                </c:pt>
                <c:pt idx="956">
                  <c:v>6792</c:v>
                </c:pt>
                <c:pt idx="957">
                  <c:v>6711</c:v>
                </c:pt>
                <c:pt idx="958">
                  <c:v>6804</c:v>
                </c:pt>
                <c:pt idx="959">
                  <c:v>6888</c:v>
                </c:pt>
                <c:pt idx="960">
                  <c:v>6811</c:v>
                </c:pt>
                <c:pt idx="961">
                  <c:v>6807</c:v>
                </c:pt>
                <c:pt idx="962">
                  <c:v>6801</c:v>
                </c:pt>
                <c:pt idx="963">
                  <c:v>6800</c:v>
                </c:pt>
                <c:pt idx="964">
                  <c:v>6883</c:v>
                </c:pt>
                <c:pt idx="965">
                  <c:v>6887</c:v>
                </c:pt>
                <c:pt idx="966">
                  <c:v>6806</c:v>
                </c:pt>
                <c:pt idx="967">
                  <c:v>6813</c:v>
                </c:pt>
                <c:pt idx="968">
                  <c:v>6798</c:v>
                </c:pt>
                <c:pt idx="969">
                  <c:v>6802</c:v>
                </c:pt>
                <c:pt idx="970">
                  <c:v>6796</c:v>
                </c:pt>
                <c:pt idx="971">
                  <c:v>6803</c:v>
                </c:pt>
                <c:pt idx="972">
                  <c:v>6808</c:v>
                </c:pt>
                <c:pt idx="973">
                  <c:v>6877</c:v>
                </c:pt>
                <c:pt idx="974">
                  <c:v>6801</c:v>
                </c:pt>
                <c:pt idx="975">
                  <c:v>6798</c:v>
                </c:pt>
                <c:pt idx="976">
                  <c:v>6881</c:v>
                </c:pt>
                <c:pt idx="977">
                  <c:v>6799</c:v>
                </c:pt>
                <c:pt idx="978">
                  <c:v>6795</c:v>
                </c:pt>
                <c:pt idx="979">
                  <c:v>6800</c:v>
                </c:pt>
                <c:pt idx="980">
                  <c:v>6794</c:v>
                </c:pt>
                <c:pt idx="981">
                  <c:v>6802</c:v>
                </c:pt>
                <c:pt idx="982">
                  <c:v>6798</c:v>
                </c:pt>
                <c:pt idx="983">
                  <c:v>6798</c:v>
                </c:pt>
                <c:pt idx="984">
                  <c:v>6806</c:v>
                </c:pt>
                <c:pt idx="985">
                  <c:v>6806</c:v>
                </c:pt>
                <c:pt idx="986">
                  <c:v>6803</c:v>
                </c:pt>
                <c:pt idx="987">
                  <c:v>6804</c:v>
                </c:pt>
                <c:pt idx="988">
                  <c:v>6809</c:v>
                </c:pt>
                <c:pt idx="989">
                  <c:v>6719</c:v>
                </c:pt>
                <c:pt idx="990">
                  <c:v>6798</c:v>
                </c:pt>
              </c:numCache>
            </c:numRef>
          </c:val>
          <c:smooth val="0"/>
          <c:extLst>
            <c:ext xmlns:c16="http://schemas.microsoft.com/office/drawing/2014/chart" uri="{C3380CC4-5D6E-409C-BE32-E72D297353CC}">
              <c16:uniqueId val="{00000002-6054-467D-ABFF-B071DE65768C}"/>
            </c:ext>
          </c:extLst>
        </c:ser>
        <c:dLbls>
          <c:showLegendKey val="0"/>
          <c:showVal val="0"/>
          <c:showCatName val="0"/>
          <c:showSerName val="0"/>
          <c:showPercent val="0"/>
          <c:showBubbleSize val="0"/>
        </c:dLbls>
        <c:marker val="1"/>
        <c:smooth val="0"/>
        <c:axId val="1251842680"/>
        <c:axId val="1251841960"/>
        <c:extLst>
          <c:ext xmlns:c15="http://schemas.microsoft.com/office/drawing/2012/chart" uri="{02D57815-91ED-43cb-92C2-25804820EDAC}">
            <c15:filteredLineSeries>
              <c15:ser>
                <c:idx val="3"/>
                <c:order val="3"/>
                <c:tx>
                  <c:strRef>
                    <c:extLst>
                      <c:ext uri="{02D57815-91ED-43cb-92C2-25804820EDAC}">
                        <c15:formulaRef>
                          <c15:sqref>発表用!$B:$B</c15:sqref>
                        </c15:formulaRef>
                      </c:ext>
                    </c:extLst>
                    <c:strCache>
                      <c:ptCount val="1048576"/>
                      <c:pt idx="0">
                        <c:v>経過時間</c:v>
                      </c:pt>
                      <c:pt idx="1">
                        <c:v>[ms]</c:v>
                      </c:pt>
                      <c:pt idx="2">
                        <c:v>612</c:v>
                      </c:pt>
                      <c:pt idx="3">
                        <c:v>646</c:v>
                      </c:pt>
                      <c:pt idx="4">
                        <c:v>679</c:v>
                      </c:pt>
                      <c:pt idx="5">
                        <c:v>712</c:v>
                      </c:pt>
                      <c:pt idx="6">
                        <c:v>746</c:v>
                      </c:pt>
                      <c:pt idx="7">
                        <c:v>779</c:v>
                      </c:pt>
                      <c:pt idx="8">
                        <c:v>812</c:v>
                      </c:pt>
                      <c:pt idx="9">
                        <c:v>846</c:v>
                      </c:pt>
                      <c:pt idx="10">
                        <c:v>879</c:v>
                      </c:pt>
                      <c:pt idx="11">
                        <c:v>912</c:v>
                      </c:pt>
                      <c:pt idx="12">
                        <c:v>946</c:v>
                      </c:pt>
                      <c:pt idx="13">
                        <c:v>979</c:v>
                      </c:pt>
                      <c:pt idx="14">
                        <c:v>1012</c:v>
                      </c:pt>
                      <c:pt idx="15">
                        <c:v>1046</c:v>
                      </c:pt>
                      <c:pt idx="16">
                        <c:v>1079</c:v>
                      </c:pt>
                      <c:pt idx="17">
                        <c:v>1112</c:v>
                      </c:pt>
                      <c:pt idx="18">
                        <c:v>1146</c:v>
                      </c:pt>
                      <c:pt idx="19">
                        <c:v>1179</c:v>
                      </c:pt>
                      <c:pt idx="20">
                        <c:v>1212</c:v>
                      </c:pt>
                      <c:pt idx="21">
                        <c:v>1246</c:v>
                      </c:pt>
                      <c:pt idx="22">
                        <c:v>1279</c:v>
                      </c:pt>
                      <c:pt idx="23">
                        <c:v>1312</c:v>
                      </c:pt>
                      <c:pt idx="24">
                        <c:v>1346</c:v>
                      </c:pt>
                      <c:pt idx="25">
                        <c:v>1379</c:v>
                      </c:pt>
                      <c:pt idx="26">
                        <c:v>1412</c:v>
                      </c:pt>
                      <c:pt idx="27">
                        <c:v>1446</c:v>
                      </c:pt>
                      <c:pt idx="28">
                        <c:v>1479</c:v>
                      </c:pt>
                      <c:pt idx="29">
                        <c:v>1512</c:v>
                      </c:pt>
                      <c:pt idx="30">
                        <c:v>1546</c:v>
                      </c:pt>
                      <c:pt idx="31">
                        <c:v>1579</c:v>
                      </c:pt>
                      <c:pt idx="32">
                        <c:v>1612</c:v>
                      </c:pt>
                      <c:pt idx="33">
                        <c:v>1646</c:v>
                      </c:pt>
                      <c:pt idx="34">
                        <c:v>1679</c:v>
                      </c:pt>
                      <c:pt idx="35">
                        <c:v>1712</c:v>
                      </c:pt>
                      <c:pt idx="36">
                        <c:v>1746</c:v>
                      </c:pt>
                      <c:pt idx="37">
                        <c:v>1779</c:v>
                      </c:pt>
                      <c:pt idx="38">
                        <c:v>1812</c:v>
                      </c:pt>
                      <c:pt idx="39">
                        <c:v>1846</c:v>
                      </c:pt>
                      <c:pt idx="40">
                        <c:v>1879</c:v>
                      </c:pt>
                      <c:pt idx="41">
                        <c:v>1912</c:v>
                      </c:pt>
                      <c:pt idx="42">
                        <c:v>1946</c:v>
                      </c:pt>
                      <c:pt idx="43">
                        <c:v>1979</c:v>
                      </c:pt>
                      <c:pt idx="44">
                        <c:v>2012</c:v>
                      </c:pt>
                      <c:pt idx="45">
                        <c:v>2046</c:v>
                      </c:pt>
                      <c:pt idx="46">
                        <c:v>2079</c:v>
                      </c:pt>
                      <c:pt idx="47">
                        <c:v>2112</c:v>
                      </c:pt>
                      <c:pt idx="48">
                        <c:v>2146</c:v>
                      </c:pt>
                      <c:pt idx="49">
                        <c:v>2179</c:v>
                      </c:pt>
                      <c:pt idx="50">
                        <c:v>2212</c:v>
                      </c:pt>
                      <c:pt idx="51">
                        <c:v>2246</c:v>
                      </c:pt>
                      <c:pt idx="52">
                        <c:v>2279</c:v>
                      </c:pt>
                      <c:pt idx="53">
                        <c:v>2312</c:v>
                      </c:pt>
                      <c:pt idx="54">
                        <c:v>2346</c:v>
                      </c:pt>
                      <c:pt idx="55">
                        <c:v>2379</c:v>
                      </c:pt>
                      <c:pt idx="56">
                        <c:v>2412</c:v>
                      </c:pt>
                      <c:pt idx="57">
                        <c:v>2446</c:v>
                      </c:pt>
                      <c:pt idx="58">
                        <c:v>2479</c:v>
                      </c:pt>
                      <c:pt idx="59">
                        <c:v>2512</c:v>
                      </c:pt>
                      <c:pt idx="60">
                        <c:v>2546</c:v>
                      </c:pt>
                      <c:pt idx="61">
                        <c:v>2579</c:v>
                      </c:pt>
                      <c:pt idx="62">
                        <c:v>2612</c:v>
                      </c:pt>
                      <c:pt idx="63">
                        <c:v>2646</c:v>
                      </c:pt>
                      <c:pt idx="64">
                        <c:v>2679</c:v>
                      </c:pt>
                      <c:pt idx="65">
                        <c:v>2712</c:v>
                      </c:pt>
                      <c:pt idx="66">
                        <c:v>2746</c:v>
                      </c:pt>
                      <c:pt idx="67">
                        <c:v>2779</c:v>
                      </c:pt>
                      <c:pt idx="68">
                        <c:v>2812</c:v>
                      </c:pt>
                      <c:pt idx="69">
                        <c:v>2846</c:v>
                      </c:pt>
                      <c:pt idx="70">
                        <c:v>2879</c:v>
                      </c:pt>
                      <c:pt idx="71">
                        <c:v>2912</c:v>
                      </c:pt>
                      <c:pt idx="72">
                        <c:v>2946</c:v>
                      </c:pt>
                      <c:pt idx="73">
                        <c:v>2979</c:v>
                      </c:pt>
                      <c:pt idx="74">
                        <c:v>3012</c:v>
                      </c:pt>
                      <c:pt idx="75">
                        <c:v>3046</c:v>
                      </c:pt>
                      <c:pt idx="76">
                        <c:v>3079</c:v>
                      </c:pt>
                      <c:pt idx="77">
                        <c:v>3112</c:v>
                      </c:pt>
                      <c:pt idx="78">
                        <c:v>3146</c:v>
                      </c:pt>
                      <c:pt idx="79">
                        <c:v>3179</c:v>
                      </c:pt>
                      <c:pt idx="80">
                        <c:v>3212</c:v>
                      </c:pt>
                      <c:pt idx="81">
                        <c:v>3246</c:v>
                      </c:pt>
                      <c:pt idx="82">
                        <c:v>3279</c:v>
                      </c:pt>
                      <c:pt idx="83">
                        <c:v>3312</c:v>
                      </c:pt>
                      <c:pt idx="84">
                        <c:v>3346</c:v>
                      </c:pt>
                      <c:pt idx="85">
                        <c:v>3379</c:v>
                      </c:pt>
                      <c:pt idx="86">
                        <c:v>3412</c:v>
                      </c:pt>
                      <c:pt idx="87">
                        <c:v>3446</c:v>
                      </c:pt>
                      <c:pt idx="88">
                        <c:v>3479</c:v>
                      </c:pt>
                      <c:pt idx="89">
                        <c:v>3512</c:v>
                      </c:pt>
                      <c:pt idx="90">
                        <c:v>3546</c:v>
                      </c:pt>
                      <c:pt idx="91">
                        <c:v>3579</c:v>
                      </c:pt>
                      <c:pt idx="92">
                        <c:v>3612</c:v>
                      </c:pt>
                      <c:pt idx="93">
                        <c:v>3646</c:v>
                      </c:pt>
                      <c:pt idx="94">
                        <c:v>3679</c:v>
                      </c:pt>
                      <c:pt idx="95">
                        <c:v>3712</c:v>
                      </c:pt>
                      <c:pt idx="96">
                        <c:v>3746</c:v>
                      </c:pt>
                      <c:pt idx="97">
                        <c:v>3779</c:v>
                      </c:pt>
                      <c:pt idx="98">
                        <c:v>3812</c:v>
                      </c:pt>
                      <c:pt idx="99">
                        <c:v>3846</c:v>
                      </c:pt>
                      <c:pt idx="100">
                        <c:v>3879</c:v>
                      </c:pt>
                      <c:pt idx="101">
                        <c:v>3912</c:v>
                      </c:pt>
                      <c:pt idx="102">
                        <c:v>3946</c:v>
                      </c:pt>
                      <c:pt idx="103">
                        <c:v>3979</c:v>
                      </c:pt>
                      <c:pt idx="104">
                        <c:v>4012</c:v>
                      </c:pt>
                      <c:pt idx="105">
                        <c:v>4046</c:v>
                      </c:pt>
                      <c:pt idx="106">
                        <c:v>4079</c:v>
                      </c:pt>
                      <c:pt idx="107">
                        <c:v>4112</c:v>
                      </c:pt>
                      <c:pt idx="108">
                        <c:v>4146</c:v>
                      </c:pt>
                      <c:pt idx="109">
                        <c:v>4179</c:v>
                      </c:pt>
                      <c:pt idx="110">
                        <c:v>4212</c:v>
                      </c:pt>
                      <c:pt idx="111">
                        <c:v>4246</c:v>
                      </c:pt>
                      <c:pt idx="112">
                        <c:v>4279</c:v>
                      </c:pt>
                      <c:pt idx="113">
                        <c:v>4312</c:v>
                      </c:pt>
                      <c:pt idx="114">
                        <c:v>4346</c:v>
                      </c:pt>
                      <c:pt idx="115">
                        <c:v>4379</c:v>
                      </c:pt>
                      <c:pt idx="116">
                        <c:v>4412</c:v>
                      </c:pt>
                      <c:pt idx="117">
                        <c:v>4446</c:v>
                      </c:pt>
                      <c:pt idx="118">
                        <c:v>4479</c:v>
                      </c:pt>
                      <c:pt idx="119">
                        <c:v>4512</c:v>
                      </c:pt>
                      <c:pt idx="120">
                        <c:v>4546</c:v>
                      </c:pt>
                      <c:pt idx="121">
                        <c:v>4579</c:v>
                      </c:pt>
                      <c:pt idx="122">
                        <c:v>4612</c:v>
                      </c:pt>
                      <c:pt idx="123">
                        <c:v>4646</c:v>
                      </c:pt>
                      <c:pt idx="124">
                        <c:v>4679</c:v>
                      </c:pt>
                      <c:pt idx="125">
                        <c:v>4712</c:v>
                      </c:pt>
                      <c:pt idx="126">
                        <c:v>4746</c:v>
                      </c:pt>
                      <c:pt idx="127">
                        <c:v>4779</c:v>
                      </c:pt>
                      <c:pt idx="128">
                        <c:v>4812</c:v>
                      </c:pt>
                      <c:pt idx="129">
                        <c:v>4846</c:v>
                      </c:pt>
                      <c:pt idx="130">
                        <c:v>4879</c:v>
                      </c:pt>
                      <c:pt idx="131">
                        <c:v>4912</c:v>
                      </c:pt>
                      <c:pt idx="132">
                        <c:v>4946</c:v>
                      </c:pt>
                      <c:pt idx="133">
                        <c:v>4979</c:v>
                      </c:pt>
                      <c:pt idx="134">
                        <c:v>5012</c:v>
                      </c:pt>
                      <c:pt idx="135">
                        <c:v>5046</c:v>
                      </c:pt>
                      <c:pt idx="136">
                        <c:v>5079</c:v>
                      </c:pt>
                      <c:pt idx="137">
                        <c:v>5112</c:v>
                      </c:pt>
                      <c:pt idx="138">
                        <c:v>5146</c:v>
                      </c:pt>
                      <c:pt idx="139">
                        <c:v>5179</c:v>
                      </c:pt>
                      <c:pt idx="140">
                        <c:v>5212</c:v>
                      </c:pt>
                      <c:pt idx="141">
                        <c:v>5246</c:v>
                      </c:pt>
                      <c:pt idx="142">
                        <c:v>5279</c:v>
                      </c:pt>
                      <c:pt idx="143">
                        <c:v>5312</c:v>
                      </c:pt>
                      <c:pt idx="144">
                        <c:v>5346</c:v>
                      </c:pt>
                      <c:pt idx="145">
                        <c:v>5379</c:v>
                      </c:pt>
                      <c:pt idx="146">
                        <c:v>5412</c:v>
                      </c:pt>
                      <c:pt idx="147">
                        <c:v>5446</c:v>
                      </c:pt>
                      <c:pt idx="148">
                        <c:v>5479</c:v>
                      </c:pt>
                      <c:pt idx="149">
                        <c:v>5512</c:v>
                      </c:pt>
                      <c:pt idx="150">
                        <c:v>5546</c:v>
                      </c:pt>
                      <c:pt idx="151">
                        <c:v>5579</c:v>
                      </c:pt>
                      <c:pt idx="152">
                        <c:v>5612</c:v>
                      </c:pt>
                      <c:pt idx="153">
                        <c:v>5646</c:v>
                      </c:pt>
                      <c:pt idx="154">
                        <c:v>5679</c:v>
                      </c:pt>
                      <c:pt idx="155">
                        <c:v>5712</c:v>
                      </c:pt>
                      <c:pt idx="156">
                        <c:v>5746</c:v>
                      </c:pt>
                      <c:pt idx="157">
                        <c:v>5779</c:v>
                      </c:pt>
                      <c:pt idx="158">
                        <c:v>5812</c:v>
                      </c:pt>
                      <c:pt idx="159">
                        <c:v>5846</c:v>
                      </c:pt>
                      <c:pt idx="160">
                        <c:v>5879</c:v>
                      </c:pt>
                      <c:pt idx="161">
                        <c:v>5912</c:v>
                      </c:pt>
                      <c:pt idx="162">
                        <c:v>5946</c:v>
                      </c:pt>
                      <c:pt idx="163">
                        <c:v>5979</c:v>
                      </c:pt>
                      <c:pt idx="164">
                        <c:v>6012</c:v>
                      </c:pt>
                      <c:pt idx="165">
                        <c:v>6046</c:v>
                      </c:pt>
                      <c:pt idx="166">
                        <c:v>6079</c:v>
                      </c:pt>
                      <c:pt idx="167">
                        <c:v>6112</c:v>
                      </c:pt>
                      <c:pt idx="168">
                        <c:v>6146</c:v>
                      </c:pt>
                      <c:pt idx="169">
                        <c:v>6179</c:v>
                      </c:pt>
                      <c:pt idx="170">
                        <c:v>6212</c:v>
                      </c:pt>
                      <c:pt idx="171">
                        <c:v>6246</c:v>
                      </c:pt>
                      <c:pt idx="172">
                        <c:v>6279</c:v>
                      </c:pt>
                      <c:pt idx="173">
                        <c:v>6312</c:v>
                      </c:pt>
                      <c:pt idx="174">
                        <c:v>6346</c:v>
                      </c:pt>
                      <c:pt idx="175">
                        <c:v>6379</c:v>
                      </c:pt>
                      <c:pt idx="176">
                        <c:v>6412</c:v>
                      </c:pt>
                      <c:pt idx="177">
                        <c:v>6446</c:v>
                      </c:pt>
                      <c:pt idx="178">
                        <c:v>6479</c:v>
                      </c:pt>
                      <c:pt idx="179">
                        <c:v>6512</c:v>
                      </c:pt>
                      <c:pt idx="180">
                        <c:v>6546</c:v>
                      </c:pt>
                      <c:pt idx="181">
                        <c:v>6579</c:v>
                      </c:pt>
                      <c:pt idx="182">
                        <c:v>6612</c:v>
                      </c:pt>
                      <c:pt idx="183">
                        <c:v>6646</c:v>
                      </c:pt>
                      <c:pt idx="184">
                        <c:v>6679</c:v>
                      </c:pt>
                      <c:pt idx="185">
                        <c:v>6712</c:v>
                      </c:pt>
                      <c:pt idx="186">
                        <c:v>6746</c:v>
                      </c:pt>
                      <c:pt idx="187">
                        <c:v>6779</c:v>
                      </c:pt>
                      <c:pt idx="188">
                        <c:v>6812</c:v>
                      </c:pt>
                      <c:pt idx="189">
                        <c:v>6846</c:v>
                      </c:pt>
                      <c:pt idx="190">
                        <c:v>6879</c:v>
                      </c:pt>
                      <c:pt idx="191">
                        <c:v>6912</c:v>
                      </c:pt>
                      <c:pt idx="192">
                        <c:v>6946</c:v>
                      </c:pt>
                      <c:pt idx="193">
                        <c:v>6979</c:v>
                      </c:pt>
                      <c:pt idx="194">
                        <c:v>7012</c:v>
                      </c:pt>
                      <c:pt idx="195">
                        <c:v>7046</c:v>
                      </c:pt>
                      <c:pt idx="196">
                        <c:v>7079</c:v>
                      </c:pt>
                      <c:pt idx="197">
                        <c:v>7112</c:v>
                      </c:pt>
                      <c:pt idx="198">
                        <c:v>7146</c:v>
                      </c:pt>
                      <c:pt idx="199">
                        <c:v>7179</c:v>
                      </c:pt>
                      <c:pt idx="200">
                        <c:v>7212</c:v>
                      </c:pt>
                      <c:pt idx="201">
                        <c:v>7246</c:v>
                      </c:pt>
                      <c:pt idx="202">
                        <c:v>7279</c:v>
                      </c:pt>
                      <c:pt idx="203">
                        <c:v>7312</c:v>
                      </c:pt>
                      <c:pt idx="204">
                        <c:v>7346</c:v>
                      </c:pt>
                      <c:pt idx="205">
                        <c:v>7379</c:v>
                      </c:pt>
                      <c:pt idx="206">
                        <c:v>7412</c:v>
                      </c:pt>
                      <c:pt idx="207">
                        <c:v>7446</c:v>
                      </c:pt>
                      <c:pt idx="208">
                        <c:v>7479</c:v>
                      </c:pt>
                      <c:pt idx="209">
                        <c:v>7512</c:v>
                      </c:pt>
                      <c:pt idx="210">
                        <c:v>7546</c:v>
                      </c:pt>
                      <c:pt idx="211">
                        <c:v>7579</c:v>
                      </c:pt>
                      <c:pt idx="212">
                        <c:v>7612</c:v>
                      </c:pt>
                      <c:pt idx="213">
                        <c:v>7646</c:v>
                      </c:pt>
                      <c:pt idx="214">
                        <c:v>7679</c:v>
                      </c:pt>
                      <c:pt idx="215">
                        <c:v>7712</c:v>
                      </c:pt>
                      <c:pt idx="216">
                        <c:v>7746</c:v>
                      </c:pt>
                      <c:pt idx="217">
                        <c:v>7779</c:v>
                      </c:pt>
                      <c:pt idx="218">
                        <c:v>7812</c:v>
                      </c:pt>
                      <c:pt idx="219">
                        <c:v>7846</c:v>
                      </c:pt>
                      <c:pt idx="220">
                        <c:v>7879</c:v>
                      </c:pt>
                      <c:pt idx="221">
                        <c:v>7912</c:v>
                      </c:pt>
                      <c:pt idx="222">
                        <c:v>7946</c:v>
                      </c:pt>
                      <c:pt idx="223">
                        <c:v>7979</c:v>
                      </c:pt>
                      <c:pt idx="224">
                        <c:v>8012</c:v>
                      </c:pt>
                      <c:pt idx="225">
                        <c:v>8046</c:v>
                      </c:pt>
                      <c:pt idx="226">
                        <c:v>8079</c:v>
                      </c:pt>
                      <c:pt idx="227">
                        <c:v>8112</c:v>
                      </c:pt>
                      <c:pt idx="228">
                        <c:v>8146</c:v>
                      </c:pt>
                      <c:pt idx="229">
                        <c:v>8179</c:v>
                      </c:pt>
                      <c:pt idx="230">
                        <c:v>8212</c:v>
                      </c:pt>
                      <c:pt idx="231">
                        <c:v>8246</c:v>
                      </c:pt>
                      <c:pt idx="232">
                        <c:v>8279</c:v>
                      </c:pt>
                      <c:pt idx="233">
                        <c:v>8312</c:v>
                      </c:pt>
                      <c:pt idx="234">
                        <c:v>8346</c:v>
                      </c:pt>
                      <c:pt idx="235">
                        <c:v>8379</c:v>
                      </c:pt>
                      <c:pt idx="236">
                        <c:v>8412</c:v>
                      </c:pt>
                      <c:pt idx="237">
                        <c:v>8446</c:v>
                      </c:pt>
                      <c:pt idx="238">
                        <c:v>8479</c:v>
                      </c:pt>
                      <c:pt idx="239">
                        <c:v>8512</c:v>
                      </c:pt>
                      <c:pt idx="240">
                        <c:v>8546</c:v>
                      </c:pt>
                      <c:pt idx="241">
                        <c:v>8579</c:v>
                      </c:pt>
                      <c:pt idx="242">
                        <c:v>8612</c:v>
                      </c:pt>
                      <c:pt idx="243">
                        <c:v>8646</c:v>
                      </c:pt>
                      <c:pt idx="244">
                        <c:v>8679</c:v>
                      </c:pt>
                      <c:pt idx="245">
                        <c:v>8712</c:v>
                      </c:pt>
                      <c:pt idx="246">
                        <c:v>8746</c:v>
                      </c:pt>
                      <c:pt idx="247">
                        <c:v>8779</c:v>
                      </c:pt>
                      <c:pt idx="248">
                        <c:v>8812</c:v>
                      </c:pt>
                      <c:pt idx="249">
                        <c:v>8846</c:v>
                      </c:pt>
                      <c:pt idx="250">
                        <c:v>8879</c:v>
                      </c:pt>
                      <c:pt idx="251">
                        <c:v>8912</c:v>
                      </c:pt>
                      <c:pt idx="252">
                        <c:v>8946</c:v>
                      </c:pt>
                      <c:pt idx="253">
                        <c:v>8979</c:v>
                      </c:pt>
                      <c:pt idx="254">
                        <c:v>9012</c:v>
                      </c:pt>
                      <c:pt idx="255">
                        <c:v>9046</c:v>
                      </c:pt>
                      <c:pt idx="256">
                        <c:v>9079</c:v>
                      </c:pt>
                      <c:pt idx="257">
                        <c:v>9112</c:v>
                      </c:pt>
                      <c:pt idx="258">
                        <c:v>9146</c:v>
                      </c:pt>
                      <c:pt idx="259">
                        <c:v>9179</c:v>
                      </c:pt>
                      <c:pt idx="260">
                        <c:v>9212</c:v>
                      </c:pt>
                      <c:pt idx="261">
                        <c:v>9246</c:v>
                      </c:pt>
                      <c:pt idx="262">
                        <c:v>9279</c:v>
                      </c:pt>
                      <c:pt idx="263">
                        <c:v>9312</c:v>
                      </c:pt>
                      <c:pt idx="264">
                        <c:v>9346</c:v>
                      </c:pt>
                      <c:pt idx="265">
                        <c:v>9379</c:v>
                      </c:pt>
                      <c:pt idx="266">
                        <c:v>9412</c:v>
                      </c:pt>
                      <c:pt idx="267">
                        <c:v>9446</c:v>
                      </c:pt>
                      <c:pt idx="268">
                        <c:v>9479</c:v>
                      </c:pt>
                      <c:pt idx="269">
                        <c:v>9512</c:v>
                      </c:pt>
                      <c:pt idx="270">
                        <c:v>9546</c:v>
                      </c:pt>
                      <c:pt idx="271">
                        <c:v>9579</c:v>
                      </c:pt>
                      <c:pt idx="272">
                        <c:v>9612</c:v>
                      </c:pt>
                      <c:pt idx="273">
                        <c:v>9646</c:v>
                      </c:pt>
                      <c:pt idx="274">
                        <c:v>9679</c:v>
                      </c:pt>
                      <c:pt idx="275">
                        <c:v>9712</c:v>
                      </c:pt>
                      <c:pt idx="276">
                        <c:v>9746</c:v>
                      </c:pt>
                      <c:pt idx="277">
                        <c:v>9779</c:v>
                      </c:pt>
                      <c:pt idx="278">
                        <c:v>9812</c:v>
                      </c:pt>
                      <c:pt idx="279">
                        <c:v>9846</c:v>
                      </c:pt>
                      <c:pt idx="280">
                        <c:v>9879</c:v>
                      </c:pt>
                      <c:pt idx="281">
                        <c:v>9912</c:v>
                      </c:pt>
                      <c:pt idx="282">
                        <c:v>9946</c:v>
                      </c:pt>
                      <c:pt idx="283">
                        <c:v>9979</c:v>
                      </c:pt>
                      <c:pt idx="284">
                        <c:v>10012</c:v>
                      </c:pt>
                      <c:pt idx="285">
                        <c:v>10046</c:v>
                      </c:pt>
                      <c:pt idx="286">
                        <c:v>10079</c:v>
                      </c:pt>
                      <c:pt idx="287">
                        <c:v>10112</c:v>
                      </c:pt>
                      <c:pt idx="288">
                        <c:v>10146</c:v>
                      </c:pt>
                      <c:pt idx="289">
                        <c:v>10179</c:v>
                      </c:pt>
                      <c:pt idx="290">
                        <c:v>10212</c:v>
                      </c:pt>
                      <c:pt idx="291">
                        <c:v>10246</c:v>
                      </c:pt>
                      <c:pt idx="292">
                        <c:v>10279</c:v>
                      </c:pt>
                      <c:pt idx="293">
                        <c:v>10312</c:v>
                      </c:pt>
                      <c:pt idx="294">
                        <c:v>10346</c:v>
                      </c:pt>
                      <c:pt idx="295">
                        <c:v>10379</c:v>
                      </c:pt>
                      <c:pt idx="296">
                        <c:v>10412</c:v>
                      </c:pt>
                      <c:pt idx="297">
                        <c:v>10446</c:v>
                      </c:pt>
                      <c:pt idx="298">
                        <c:v>10479</c:v>
                      </c:pt>
                      <c:pt idx="299">
                        <c:v>10512</c:v>
                      </c:pt>
                      <c:pt idx="300">
                        <c:v>10546</c:v>
                      </c:pt>
                      <c:pt idx="301">
                        <c:v>10579</c:v>
                      </c:pt>
                      <c:pt idx="302">
                        <c:v>10613</c:v>
                      </c:pt>
                      <c:pt idx="303">
                        <c:v>10646</c:v>
                      </c:pt>
                      <c:pt idx="304">
                        <c:v>10679</c:v>
                      </c:pt>
                      <c:pt idx="305">
                        <c:v>10713</c:v>
                      </c:pt>
                      <c:pt idx="306">
                        <c:v>10746</c:v>
                      </c:pt>
                      <c:pt idx="307">
                        <c:v>10779</c:v>
                      </c:pt>
                      <c:pt idx="308">
                        <c:v>10813</c:v>
                      </c:pt>
                      <c:pt idx="309">
                        <c:v>10846</c:v>
                      </c:pt>
                      <c:pt idx="310">
                        <c:v>10879</c:v>
                      </c:pt>
                      <c:pt idx="311">
                        <c:v>10913</c:v>
                      </c:pt>
                      <c:pt idx="312">
                        <c:v>10946</c:v>
                      </c:pt>
                      <c:pt idx="313">
                        <c:v>10979</c:v>
                      </c:pt>
                      <c:pt idx="314">
                        <c:v>11013</c:v>
                      </c:pt>
                      <c:pt idx="315">
                        <c:v>11046</c:v>
                      </c:pt>
                      <c:pt idx="316">
                        <c:v>11079</c:v>
                      </c:pt>
                      <c:pt idx="317">
                        <c:v>11113</c:v>
                      </c:pt>
                      <c:pt idx="318">
                        <c:v>11146</c:v>
                      </c:pt>
                      <c:pt idx="319">
                        <c:v>11179</c:v>
                      </c:pt>
                      <c:pt idx="320">
                        <c:v>11213</c:v>
                      </c:pt>
                      <c:pt idx="321">
                        <c:v>11246</c:v>
                      </c:pt>
                      <c:pt idx="322">
                        <c:v>11279</c:v>
                      </c:pt>
                      <c:pt idx="323">
                        <c:v>11313</c:v>
                      </c:pt>
                      <c:pt idx="324">
                        <c:v>11346</c:v>
                      </c:pt>
                      <c:pt idx="325">
                        <c:v>11379</c:v>
                      </c:pt>
                      <c:pt idx="326">
                        <c:v>11413</c:v>
                      </c:pt>
                      <c:pt idx="327">
                        <c:v>11446</c:v>
                      </c:pt>
                      <c:pt idx="328">
                        <c:v>11479</c:v>
                      </c:pt>
                      <c:pt idx="329">
                        <c:v>11513</c:v>
                      </c:pt>
                      <c:pt idx="330">
                        <c:v>11546</c:v>
                      </c:pt>
                      <c:pt idx="331">
                        <c:v>11579</c:v>
                      </c:pt>
                      <c:pt idx="332">
                        <c:v>11613</c:v>
                      </c:pt>
                      <c:pt idx="333">
                        <c:v>11646</c:v>
                      </c:pt>
                      <c:pt idx="334">
                        <c:v>11679</c:v>
                      </c:pt>
                      <c:pt idx="335">
                        <c:v>11713</c:v>
                      </c:pt>
                      <c:pt idx="336">
                        <c:v>11746</c:v>
                      </c:pt>
                      <c:pt idx="337">
                        <c:v>11779</c:v>
                      </c:pt>
                      <c:pt idx="338">
                        <c:v>11813</c:v>
                      </c:pt>
                      <c:pt idx="339">
                        <c:v>11846</c:v>
                      </c:pt>
                      <c:pt idx="340">
                        <c:v>11879</c:v>
                      </c:pt>
                      <c:pt idx="341">
                        <c:v>11913</c:v>
                      </c:pt>
                      <c:pt idx="342">
                        <c:v>11946</c:v>
                      </c:pt>
                      <c:pt idx="343">
                        <c:v>11979</c:v>
                      </c:pt>
                      <c:pt idx="344">
                        <c:v>12013</c:v>
                      </c:pt>
                      <c:pt idx="345">
                        <c:v>12046</c:v>
                      </c:pt>
                      <c:pt idx="346">
                        <c:v>12079</c:v>
                      </c:pt>
                      <c:pt idx="347">
                        <c:v>12113</c:v>
                      </c:pt>
                      <c:pt idx="348">
                        <c:v>12146</c:v>
                      </c:pt>
                      <c:pt idx="349">
                        <c:v>12179</c:v>
                      </c:pt>
                      <c:pt idx="350">
                        <c:v>12213</c:v>
                      </c:pt>
                      <c:pt idx="351">
                        <c:v>12246</c:v>
                      </c:pt>
                      <c:pt idx="352">
                        <c:v>12279</c:v>
                      </c:pt>
                      <c:pt idx="353">
                        <c:v>12313</c:v>
                      </c:pt>
                      <c:pt idx="354">
                        <c:v>12346</c:v>
                      </c:pt>
                      <c:pt idx="355">
                        <c:v>12379</c:v>
                      </c:pt>
                      <c:pt idx="356">
                        <c:v>12413</c:v>
                      </c:pt>
                      <c:pt idx="357">
                        <c:v>12446</c:v>
                      </c:pt>
                      <c:pt idx="358">
                        <c:v>12479</c:v>
                      </c:pt>
                      <c:pt idx="359">
                        <c:v>12513</c:v>
                      </c:pt>
                      <c:pt idx="360">
                        <c:v>12546</c:v>
                      </c:pt>
                      <c:pt idx="361">
                        <c:v>12579</c:v>
                      </c:pt>
                      <c:pt idx="362">
                        <c:v>12613</c:v>
                      </c:pt>
                      <c:pt idx="363">
                        <c:v>12646</c:v>
                      </c:pt>
                      <c:pt idx="364">
                        <c:v>12679</c:v>
                      </c:pt>
                      <c:pt idx="365">
                        <c:v>12713</c:v>
                      </c:pt>
                      <c:pt idx="366">
                        <c:v>12746</c:v>
                      </c:pt>
                      <c:pt idx="367">
                        <c:v>12779</c:v>
                      </c:pt>
                      <c:pt idx="368">
                        <c:v>12813</c:v>
                      </c:pt>
                      <c:pt idx="369">
                        <c:v>12846</c:v>
                      </c:pt>
                      <c:pt idx="370">
                        <c:v>12879</c:v>
                      </c:pt>
                      <c:pt idx="371">
                        <c:v>12913</c:v>
                      </c:pt>
                      <c:pt idx="372">
                        <c:v>12946</c:v>
                      </c:pt>
                      <c:pt idx="373">
                        <c:v>12980</c:v>
                      </c:pt>
                      <c:pt idx="374">
                        <c:v>13013</c:v>
                      </c:pt>
                      <c:pt idx="375">
                        <c:v>13046</c:v>
                      </c:pt>
                      <c:pt idx="376">
                        <c:v>13080</c:v>
                      </c:pt>
                      <c:pt idx="377">
                        <c:v>13113</c:v>
                      </c:pt>
                      <c:pt idx="378">
                        <c:v>13146</c:v>
                      </c:pt>
                      <c:pt idx="379">
                        <c:v>13180</c:v>
                      </c:pt>
                      <c:pt idx="380">
                        <c:v>13213</c:v>
                      </c:pt>
                      <c:pt idx="381">
                        <c:v>13246</c:v>
                      </c:pt>
                      <c:pt idx="382">
                        <c:v>13280</c:v>
                      </c:pt>
                      <c:pt idx="383">
                        <c:v>13313</c:v>
                      </c:pt>
                      <c:pt idx="384">
                        <c:v>13346</c:v>
                      </c:pt>
                      <c:pt idx="385">
                        <c:v>13380</c:v>
                      </c:pt>
                      <c:pt idx="386">
                        <c:v>13413</c:v>
                      </c:pt>
                      <c:pt idx="387">
                        <c:v>13446</c:v>
                      </c:pt>
                      <c:pt idx="388">
                        <c:v>13480</c:v>
                      </c:pt>
                      <c:pt idx="389">
                        <c:v>13513</c:v>
                      </c:pt>
                      <c:pt idx="390">
                        <c:v>13546</c:v>
                      </c:pt>
                      <c:pt idx="391">
                        <c:v>13580</c:v>
                      </c:pt>
                      <c:pt idx="392">
                        <c:v>13613</c:v>
                      </c:pt>
                      <c:pt idx="393">
                        <c:v>13646</c:v>
                      </c:pt>
                      <c:pt idx="394">
                        <c:v>13680</c:v>
                      </c:pt>
                      <c:pt idx="395">
                        <c:v>13713</c:v>
                      </c:pt>
                      <c:pt idx="396">
                        <c:v>13746</c:v>
                      </c:pt>
                      <c:pt idx="397">
                        <c:v>13780</c:v>
                      </c:pt>
                      <c:pt idx="398">
                        <c:v>13813</c:v>
                      </c:pt>
                      <c:pt idx="399">
                        <c:v>13846</c:v>
                      </c:pt>
                      <c:pt idx="400">
                        <c:v>13880</c:v>
                      </c:pt>
                      <c:pt idx="401">
                        <c:v>13913</c:v>
                      </c:pt>
                      <c:pt idx="402">
                        <c:v>13946</c:v>
                      </c:pt>
                      <c:pt idx="403">
                        <c:v>13980</c:v>
                      </c:pt>
                      <c:pt idx="404">
                        <c:v>14013</c:v>
                      </c:pt>
                      <c:pt idx="405">
                        <c:v>14046</c:v>
                      </c:pt>
                      <c:pt idx="406">
                        <c:v>14080</c:v>
                      </c:pt>
                      <c:pt idx="407">
                        <c:v>14113</c:v>
                      </c:pt>
                      <c:pt idx="408">
                        <c:v>14146</c:v>
                      </c:pt>
                      <c:pt idx="409">
                        <c:v>14180</c:v>
                      </c:pt>
                      <c:pt idx="410">
                        <c:v>14213</c:v>
                      </c:pt>
                      <c:pt idx="411">
                        <c:v>14246</c:v>
                      </c:pt>
                      <c:pt idx="412">
                        <c:v>14280</c:v>
                      </c:pt>
                      <c:pt idx="413">
                        <c:v>14313</c:v>
                      </c:pt>
                      <c:pt idx="414">
                        <c:v>14346</c:v>
                      </c:pt>
                      <c:pt idx="415">
                        <c:v>14380</c:v>
                      </c:pt>
                      <c:pt idx="416">
                        <c:v>14413</c:v>
                      </c:pt>
                      <c:pt idx="417">
                        <c:v>14446</c:v>
                      </c:pt>
                      <c:pt idx="418">
                        <c:v>14480</c:v>
                      </c:pt>
                      <c:pt idx="419">
                        <c:v>14513</c:v>
                      </c:pt>
                      <c:pt idx="420">
                        <c:v>14546</c:v>
                      </c:pt>
                      <c:pt idx="421">
                        <c:v>14580</c:v>
                      </c:pt>
                      <c:pt idx="422">
                        <c:v>14613</c:v>
                      </c:pt>
                      <c:pt idx="423">
                        <c:v>14646</c:v>
                      </c:pt>
                      <c:pt idx="424">
                        <c:v>14680</c:v>
                      </c:pt>
                      <c:pt idx="425">
                        <c:v>14713</c:v>
                      </c:pt>
                      <c:pt idx="426">
                        <c:v>14746</c:v>
                      </c:pt>
                      <c:pt idx="427">
                        <c:v>14780</c:v>
                      </c:pt>
                      <c:pt idx="428">
                        <c:v>14813</c:v>
                      </c:pt>
                      <c:pt idx="429">
                        <c:v>14846</c:v>
                      </c:pt>
                      <c:pt idx="430">
                        <c:v>14880</c:v>
                      </c:pt>
                      <c:pt idx="431">
                        <c:v>14913</c:v>
                      </c:pt>
                      <c:pt idx="432">
                        <c:v>14946</c:v>
                      </c:pt>
                      <c:pt idx="433">
                        <c:v>14980</c:v>
                      </c:pt>
                      <c:pt idx="434">
                        <c:v>15013</c:v>
                      </c:pt>
                      <c:pt idx="435">
                        <c:v>15046</c:v>
                      </c:pt>
                      <c:pt idx="436">
                        <c:v>15080</c:v>
                      </c:pt>
                      <c:pt idx="437">
                        <c:v>15113</c:v>
                      </c:pt>
                      <c:pt idx="438">
                        <c:v>15146</c:v>
                      </c:pt>
                      <c:pt idx="439">
                        <c:v>15180</c:v>
                      </c:pt>
                      <c:pt idx="440">
                        <c:v>15213</c:v>
                      </c:pt>
                      <c:pt idx="441">
                        <c:v>15247</c:v>
                      </c:pt>
                      <c:pt idx="442">
                        <c:v>15280</c:v>
                      </c:pt>
                      <c:pt idx="443">
                        <c:v>15313</c:v>
                      </c:pt>
                      <c:pt idx="444">
                        <c:v>15347</c:v>
                      </c:pt>
                      <c:pt idx="445">
                        <c:v>15380</c:v>
                      </c:pt>
                      <c:pt idx="446">
                        <c:v>15413</c:v>
                      </c:pt>
                      <c:pt idx="447">
                        <c:v>15447</c:v>
                      </c:pt>
                      <c:pt idx="448">
                        <c:v>15480</c:v>
                      </c:pt>
                      <c:pt idx="449">
                        <c:v>15513</c:v>
                      </c:pt>
                      <c:pt idx="450">
                        <c:v>15547</c:v>
                      </c:pt>
                      <c:pt idx="451">
                        <c:v>15580</c:v>
                      </c:pt>
                      <c:pt idx="452">
                        <c:v>15613</c:v>
                      </c:pt>
                      <c:pt idx="453">
                        <c:v>15647</c:v>
                      </c:pt>
                      <c:pt idx="454">
                        <c:v>15680</c:v>
                      </c:pt>
                      <c:pt idx="455">
                        <c:v>15713</c:v>
                      </c:pt>
                      <c:pt idx="456">
                        <c:v>15747</c:v>
                      </c:pt>
                      <c:pt idx="457">
                        <c:v>15780</c:v>
                      </c:pt>
                      <c:pt idx="458">
                        <c:v>15813</c:v>
                      </c:pt>
                      <c:pt idx="459">
                        <c:v>15847</c:v>
                      </c:pt>
                      <c:pt idx="460">
                        <c:v>15880</c:v>
                      </c:pt>
                      <c:pt idx="461">
                        <c:v>15913</c:v>
                      </c:pt>
                      <c:pt idx="462">
                        <c:v>15947</c:v>
                      </c:pt>
                      <c:pt idx="463">
                        <c:v>15980</c:v>
                      </c:pt>
                      <c:pt idx="464">
                        <c:v>16013</c:v>
                      </c:pt>
                      <c:pt idx="465">
                        <c:v>16047</c:v>
                      </c:pt>
                      <c:pt idx="466">
                        <c:v>16080</c:v>
                      </c:pt>
                      <c:pt idx="467">
                        <c:v>16113</c:v>
                      </c:pt>
                      <c:pt idx="468">
                        <c:v>16147</c:v>
                      </c:pt>
                      <c:pt idx="469">
                        <c:v>16180</c:v>
                      </c:pt>
                      <c:pt idx="470">
                        <c:v>16213</c:v>
                      </c:pt>
                      <c:pt idx="471">
                        <c:v>16247</c:v>
                      </c:pt>
                      <c:pt idx="472">
                        <c:v>16280</c:v>
                      </c:pt>
                      <c:pt idx="473">
                        <c:v>16313</c:v>
                      </c:pt>
                      <c:pt idx="474">
                        <c:v>16347</c:v>
                      </c:pt>
                      <c:pt idx="475">
                        <c:v>16380</c:v>
                      </c:pt>
                      <c:pt idx="476">
                        <c:v>16413</c:v>
                      </c:pt>
                      <c:pt idx="477">
                        <c:v>16447</c:v>
                      </c:pt>
                      <c:pt idx="478">
                        <c:v>16480</c:v>
                      </c:pt>
                      <c:pt idx="479">
                        <c:v>16513</c:v>
                      </c:pt>
                      <c:pt idx="480">
                        <c:v>16547</c:v>
                      </c:pt>
                      <c:pt idx="481">
                        <c:v>16580</c:v>
                      </c:pt>
                      <c:pt idx="482">
                        <c:v>16613</c:v>
                      </c:pt>
                      <c:pt idx="483">
                        <c:v>16647</c:v>
                      </c:pt>
                      <c:pt idx="484">
                        <c:v>16680</c:v>
                      </c:pt>
                      <c:pt idx="485">
                        <c:v>16713</c:v>
                      </c:pt>
                      <c:pt idx="486">
                        <c:v>16747</c:v>
                      </c:pt>
                      <c:pt idx="487">
                        <c:v>16780</c:v>
                      </c:pt>
                      <c:pt idx="488">
                        <c:v>16813</c:v>
                      </c:pt>
                      <c:pt idx="489">
                        <c:v>16847</c:v>
                      </c:pt>
                      <c:pt idx="490">
                        <c:v>16880</c:v>
                      </c:pt>
                      <c:pt idx="491">
                        <c:v>16913</c:v>
                      </c:pt>
                      <c:pt idx="492">
                        <c:v>16947</c:v>
                      </c:pt>
                      <c:pt idx="493">
                        <c:v>16980</c:v>
                      </c:pt>
                      <c:pt idx="494">
                        <c:v>17013</c:v>
                      </c:pt>
                      <c:pt idx="495">
                        <c:v>17047</c:v>
                      </c:pt>
                      <c:pt idx="496">
                        <c:v>17080</c:v>
                      </c:pt>
                      <c:pt idx="497">
                        <c:v>17113</c:v>
                      </c:pt>
                      <c:pt idx="498">
                        <c:v>17147</c:v>
                      </c:pt>
                      <c:pt idx="499">
                        <c:v>17180</c:v>
                      </c:pt>
                      <c:pt idx="500">
                        <c:v>17213</c:v>
                      </c:pt>
                      <c:pt idx="501">
                        <c:v>17247</c:v>
                      </c:pt>
                      <c:pt idx="502">
                        <c:v>17280</c:v>
                      </c:pt>
                      <c:pt idx="503">
                        <c:v>17313</c:v>
                      </c:pt>
                      <c:pt idx="504">
                        <c:v>17347</c:v>
                      </c:pt>
                      <c:pt idx="505">
                        <c:v>17380</c:v>
                      </c:pt>
                      <c:pt idx="506">
                        <c:v>17414</c:v>
                      </c:pt>
                      <c:pt idx="507">
                        <c:v>17447</c:v>
                      </c:pt>
                      <c:pt idx="508">
                        <c:v>17480</c:v>
                      </c:pt>
                      <c:pt idx="509">
                        <c:v>17514</c:v>
                      </c:pt>
                      <c:pt idx="510">
                        <c:v>17547</c:v>
                      </c:pt>
                      <c:pt idx="511">
                        <c:v>17580</c:v>
                      </c:pt>
                      <c:pt idx="512">
                        <c:v>17614</c:v>
                      </c:pt>
                      <c:pt idx="513">
                        <c:v>17647</c:v>
                      </c:pt>
                      <c:pt idx="514">
                        <c:v>17680</c:v>
                      </c:pt>
                      <c:pt idx="515">
                        <c:v>17714</c:v>
                      </c:pt>
                      <c:pt idx="516">
                        <c:v>17747</c:v>
                      </c:pt>
                      <c:pt idx="517">
                        <c:v>17780</c:v>
                      </c:pt>
                      <c:pt idx="518">
                        <c:v>17814</c:v>
                      </c:pt>
                      <c:pt idx="519">
                        <c:v>17847</c:v>
                      </c:pt>
                      <c:pt idx="520">
                        <c:v>17880</c:v>
                      </c:pt>
                      <c:pt idx="521">
                        <c:v>17914</c:v>
                      </c:pt>
                      <c:pt idx="522">
                        <c:v>17947</c:v>
                      </c:pt>
                      <c:pt idx="523">
                        <c:v>17980</c:v>
                      </c:pt>
                      <c:pt idx="524">
                        <c:v>18014</c:v>
                      </c:pt>
                      <c:pt idx="525">
                        <c:v>18047</c:v>
                      </c:pt>
                      <c:pt idx="526">
                        <c:v>18080</c:v>
                      </c:pt>
                      <c:pt idx="527">
                        <c:v>18114</c:v>
                      </c:pt>
                      <c:pt idx="528">
                        <c:v>18147</c:v>
                      </c:pt>
                      <c:pt idx="529">
                        <c:v>18180</c:v>
                      </c:pt>
                      <c:pt idx="530">
                        <c:v>18214</c:v>
                      </c:pt>
                      <c:pt idx="531">
                        <c:v>18247</c:v>
                      </c:pt>
                      <c:pt idx="532">
                        <c:v>18280</c:v>
                      </c:pt>
                      <c:pt idx="533">
                        <c:v>18314</c:v>
                      </c:pt>
                      <c:pt idx="534">
                        <c:v>18347</c:v>
                      </c:pt>
                      <c:pt idx="535">
                        <c:v>18380</c:v>
                      </c:pt>
                      <c:pt idx="536">
                        <c:v>18414</c:v>
                      </c:pt>
                      <c:pt idx="537">
                        <c:v>18447</c:v>
                      </c:pt>
                      <c:pt idx="538">
                        <c:v>18480</c:v>
                      </c:pt>
                      <c:pt idx="539">
                        <c:v>18514</c:v>
                      </c:pt>
                      <c:pt idx="540">
                        <c:v>18547</c:v>
                      </c:pt>
                      <c:pt idx="541">
                        <c:v>18580</c:v>
                      </c:pt>
                      <c:pt idx="542">
                        <c:v>18614</c:v>
                      </c:pt>
                      <c:pt idx="543">
                        <c:v>18647</c:v>
                      </c:pt>
                      <c:pt idx="544">
                        <c:v>18680</c:v>
                      </c:pt>
                      <c:pt idx="545">
                        <c:v>18714</c:v>
                      </c:pt>
                      <c:pt idx="546">
                        <c:v>18747</c:v>
                      </c:pt>
                      <c:pt idx="547">
                        <c:v>18780</c:v>
                      </c:pt>
                      <c:pt idx="548">
                        <c:v>18814</c:v>
                      </c:pt>
                      <c:pt idx="549">
                        <c:v>18847</c:v>
                      </c:pt>
                      <c:pt idx="550">
                        <c:v>18880</c:v>
                      </c:pt>
                      <c:pt idx="551">
                        <c:v>18914</c:v>
                      </c:pt>
                      <c:pt idx="552">
                        <c:v>18947</c:v>
                      </c:pt>
                      <c:pt idx="553">
                        <c:v>18980</c:v>
                      </c:pt>
                      <c:pt idx="554">
                        <c:v>19014</c:v>
                      </c:pt>
                      <c:pt idx="555">
                        <c:v>19047</c:v>
                      </c:pt>
                      <c:pt idx="556">
                        <c:v>19080</c:v>
                      </c:pt>
                      <c:pt idx="557">
                        <c:v>19114</c:v>
                      </c:pt>
                      <c:pt idx="558">
                        <c:v>19147</c:v>
                      </c:pt>
                      <c:pt idx="559">
                        <c:v>19180</c:v>
                      </c:pt>
                      <c:pt idx="560">
                        <c:v>19214</c:v>
                      </c:pt>
                      <c:pt idx="561">
                        <c:v>19247</c:v>
                      </c:pt>
                      <c:pt idx="562">
                        <c:v>19280</c:v>
                      </c:pt>
                      <c:pt idx="563">
                        <c:v>19314</c:v>
                      </c:pt>
                      <c:pt idx="564">
                        <c:v>19347</c:v>
                      </c:pt>
                      <c:pt idx="565">
                        <c:v>19380</c:v>
                      </c:pt>
                      <c:pt idx="566">
                        <c:v>19414</c:v>
                      </c:pt>
                      <c:pt idx="567">
                        <c:v>19447</c:v>
                      </c:pt>
                      <c:pt idx="568">
                        <c:v>19480</c:v>
                      </c:pt>
                      <c:pt idx="569">
                        <c:v>19514</c:v>
                      </c:pt>
                      <c:pt idx="570">
                        <c:v>19547</c:v>
                      </c:pt>
                      <c:pt idx="571">
                        <c:v>19580</c:v>
                      </c:pt>
                      <c:pt idx="572">
                        <c:v>19614</c:v>
                      </c:pt>
                      <c:pt idx="573">
                        <c:v>19647</c:v>
                      </c:pt>
                      <c:pt idx="574">
                        <c:v>19681</c:v>
                      </c:pt>
                      <c:pt idx="575">
                        <c:v>19714</c:v>
                      </c:pt>
                      <c:pt idx="576">
                        <c:v>19747</c:v>
                      </c:pt>
                      <c:pt idx="577">
                        <c:v>19781</c:v>
                      </c:pt>
                      <c:pt idx="578">
                        <c:v>19814</c:v>
                      </c:pt>
                      <c:pt idx="579">
                        <c:v>19847</c:v>
                      </c:pt>
                      <c:pt idx="580">
                        <c:v>19881</c:v>
                      </c:pt>
                      <c:pt idx="581">
                        <c:v>19914</c:v>
                      </c:pt>
                      <c:pt idx="582">
                        <c:v>19947</c:v>
                      </c:pt>
                      <c:pt idx="583">
                        <c:v>19981</c:v>
                      </c:pt>
                      <c:pt idx="584">
                        <c:v>20014</c:v>
                      </c:pt>
                      <c:pt idx="585">
                        <c:v>20047</c:v>
                      </c:pt>
                      <c:pt idx="586">
                        <c:v>20081</c:v>
                      </c:pt>
                      <c:pt idx="587">
                        <c:v>20114</c:v>
                      </c:pt>
                      <c:pt idx="588">
                        <c:v>20147</c:v>
                      </c:pt>
                      <c:pt idx="589">
                        <c:v>20181</c:v>
                      </c:pt>
                      <c:pt idx="590">
                        <c:v>20214</c:v>
                      </c:pt>
                      <c:pt idx="591">
                        <c:v>20247</c:v>
                      </c:pt>
                      <c:pt idx="592">
                        <c:v>20281</c:v>
                      </c:pt>
                      <c:pt idx="593">
                        <c:v>20314</c:v>
                      </c:pt>
                      <c:pt idx="594">
                        <c:v>20347</c:v>
                      </c:pt>
                      <c:pt idx="595">
                        <c:v>20381</c:v>
                      </c:pt>
                      <c:pt idx="596">
                        <c:v>20414</c:v>
                      </c:pt>
                      <c:pt idx="597">
                        <c:v>20447</c:v>
                      </c:pt>
                      <c:pt idx="598">
                        <c:v>20481</c:v>
                      </c:pt>
                      <c:pt idx="599">
                        <c:v>20514</c:v>
                      </c:pt>
                      <c:pt idx="600">
                        <c:v>20547</c:v>
                      </c:pt>
                      <c:pt idx="601">
                        <c:v>20581</c:v>
                      </c:pt>
                      <c:pt idx="602">
                        <c:v>20614</c:v>
                      </c:pt>
                      <c:pt idx="603">
                        <c:v>20647</c:v>
                      </c:pt>
                      <c:pt idx="604">
                        <c:v>20681</c:v>
                      </c:pt>
                      <c:pt idx="605">
                        <c:v>20714</c:v>
                      </c:pt>
                      <c:pt idx="606">
                        <c:v>20747</c:v>
                      </c:pt>
                      <c:pt idx="607">
                        <c:v>20781</c:v>
                      </c:pt>
                      <c:pt idx="608">
                        <c:v>20814</c:v>
                      </c:pt>
                      <c:pt idx="609">
                        <c:v>20847</c:v>
                      </c:pt>
                      <c:pt idx="610">
                        <c:v>20881</c:v>
                      </c:pt>
                      <c:pt idx="611">
                        <c:v>20914</c:v>
                      </c:pt>
                      <c:pt idx="612">
                        <c:v>20947</c:v>
                      </c:pt>
                      <c:pt idx="613">
                        <c:v>20981</c:v>
                      </c:pt>
                      <c:pt idx="614">
                        <c:v>21014</c:v>
                      </c:pt>
                      <c:pt idx="615">
                        <c:v>21047</c:v>
                      </c:pt>
                      <c:pt idx="616">
                        <c:v>21081</c:v>
                      </c:pt>
                      <c:pt idx="617">
                        <c:v>21114</c:v>
                      </c:pt>
                      <c:pt idx="618">
                        <c:v>21147</c:v>
                      </c:pt>
                      <c:pt idx="619">
                        <c:v>21181</c:v>
                      </c:pt>
                      <c:pt idx="620">
                        <c:v>21214</c:v>
                      </c:pt>
                      <c:pt idx="621">
                        <c:v>21247</c:v>
                      </c:pt>
                      <c:pt idx="622">
                        <c:v>21281</c:v>
                      </c:pt>
                      <c:pt idx="623">
                        <c:v>21314</c:v>
                      </c:pt>
                      <c:pt idx="624">
                        <c:v>21347</c:v>
                      </c:pt>
                      <c:pt idx="625">
                        <c:v>21381</c:v>
                      </c:pt>
                      <c:pt idx="626">
                        <c:v>21414</c:v>
                      </c:pt>
                      <c:pt idx="627">
                        <c:v>21447</c:v>
                      </c:pt>
                      <c:pt idx="628">
                        <c:v>21481</c:v>
                      </c:pt>
                      <c:pt idx="629">
                        <c:v>21514</c:v>
                      </c:pt>
                      <c:pt idx="630">
                        <c:v>21547</c:v>
                      </c:pt>
                      <c:pt idx="631">
                        <c:v>21581</c:v>
                      </c:pt>
                      <c:pt idx="632">
                        <c:v>21614</c:v>
                      </c:pt>
                      <c:pt idx="633">
                        <c:v>21647</c:v>
                      </c:pt>
                      <c:pt idx="634">
                        <c:v>21681</c:v>
                      </c:pt>
                      <c:pt idx="635">
                        <c:v>21714</c:v>
                      </c:pt>
                      <c:pt idx="636">
                        <c:v>21747</c:v>
                      </c:pt>
                      <c:pt idx="637">
                        <c:v>21781</c:v>
                      </c:pt>
                      <c:pt idx="638">
                        <c:v>21814</c:v>
                      </c:pt>
                      <c:pt idx="639">
                        <c:v>21847</c:v>
                      </c:pt>
                      <c:pt idx="640">
                        <c:v>21881</c:v>
                      </c:pt>
                      <c:pt idx="641">
                        <c:v>21914</c:v>
                      </c:pt>
                      <c:pt idx="642">
                        <c:v>21948</c:v>
                      </c:pt>
                      <c:pt idx="643">
                        <c:v>21981</c:v>
                      </c:pt>
                      <c:pt idx="644">
                        <c:v>22014</c:v>
                      </c:pt>
                      <c:pt idx="645">
                        <c:v>22048</c:v>
                      </c:pt>
                      <c:pt idx="646">
                        <c:v>22081</c:v>
                      </c:pt>
                      <c:pt idx="647">
                        <c:v>22114</c:v>
                      </c:pt>
                      <c:pt idx="648">
                        <c:v>22148</c:v>
                      </c:pt>
                      <c:pt idx="649">
                        <c:v>22181</c:v>
                      </c:pt>
                      <c:pt idx="650">
                        <c:v>22214</c:v>
                      </c:pt>
                      <c:pt idx="651">
                        <c:v>22248</c:v>
                      </c:pt>
                      <c:pt idx="652">
                        <c:v>22281</c:v>
                      </c:pt>
                      <c:pt idx="653">
                        <c:v>22314</c:v>
                      </c:pt>
                      <c:pt idx="654">
                        <c:v>22348</c:v>
                      </c:pt>
                      <c:pt idx="655">
                        <c:v>22381</c:v>
                      </c:pt>
                      <c:pt idx="656">
                        <c:v>22414</c:v>
                      </c:pt>
                      <c:pt idx="657">
                        <c:v>22448</c:v>
                      </c:pt>
                      <c:pt idx="658">
                        <c:v>22481</c:v>
                      </c:pt>
                      <c:pt idx="659">
                        <c:v>22514</c:v>
                      </c:pt>
                      <c:pt idx="660">
                        <c:v>22548</c:v>
                      </c:pt>
                      <c:pt idx="661">
                        <c:v>22581</c:v>
                      </c:pt>
                      <c:pt idx="662">
                        <c:v>22614</c:v>
                      </c:pt>
                      <c:pt idx="663">
                        <c:v>22648</c:v>
                      </c:pt>
                      <c:pt idx="664">
                        <c:v>22681</c:v>
                      </c:pt>
                      <c:pt idx="665">
                        <c:v>22714</c:v>
                      </c:pt>
                      <c:pt idx="666">
                        <c:v>22748</c:v>
                      </c:pt>
                      <c:pt idx="667">
                        <c:v>22781</c:v>
                      </c:pt>
                      <c:pt idx="668">
                        <c:v>22814</c:v>
                      </c:pt>
                      <c:pt idx="669">
                        <c:v>22848</c:v>
                      </c:pt>
                      <c:pt idx="670">
                        <c:v>22881</c:v>
                      </c:pt>
                      <c:pt idx="671">
                        <c:v>22914</c:v>
                      </c:pt>
                      <c:pt idx="672">
                        <c:v>22948</c:v>
                      </c:pt>
                      <c:pt idx="673">
                        <c:v>22981</c:v>
                      </c:pt>
                      <c:pt idx="674">
                        <c:v>23014</c:v>
                      </c:pt>
                      <c:pt idx="675">
                        <c:v>23048</c:v>
                      </c:pt>
                      <c:pt idx="676">
                        <c:v>23081</c:v>
                      </c:pt>
                      <c:pt idx="677">
                        <c:v>23114</c:v>
                      </c:pt>
                      <c:pt idx="678">
                        <c:v>23148</c:v>
                      </c:pt>
                      <c:pt idx="679">
                        <c:v>23181</c:v>
                      </c:pt>
                      <c:pt idx="680">
                        <c:v>23214</c:v>
                      </c:pt>
                      <c:pt idx="681">
                        <c:v>23248</c:v>
                      </c:pt>
                      <c:pt idx="682">
                        <c:v>23281</c:v>
                      </c:pt>
                      <c:pt idx="683">
                        <c:v>23314</c:v>
                      </c:pt>
                      <c:pt idx="684">
                        <c:v>23348</c:v>
                      </c:pt>
                      <c:pt idx="685">
                        <c:v>23381</c:v>
                      </c:pt>
                      <c:pt idx="686">
                        <c:v>23414</c:v>
                      </c:pt>
                      <c:pt idx="687">
                        <c:v>23448</c:v>
                      </c:pt>
                      <c:pt idx="688">
                        <c:v>23481</c:v>
                      </c:pt>
                      <c:pt idx="689">
                        <c:v>23514</c:v>
                      </c:pt>
                      <c:pt idx="690">
                        <c:v>23548</c:v>
                      </c:pt>
                      <c:pt idx="691">
                        <c:v>23581</c:v>
                      </c:pt>
                      <c:pt idx="692">
                        <c:v>23614</c:v>
                      </c:pt>
                      <c:pt idx="693">
                        <c:v>23648</c:v>
                      </c:pt>
                      <c:pt idx="694">
                        <c:v>23681</c:v>
                      </c:pt>
                      <c:pt idx="695">
                        <c:v>23714</c:v>
                      </c:pt>
                      <c:pt idx="696">
                        <c:v>23748</c:v>
                      </c:pt>
                      <c:pt idx="697">
                        <c:v>23781</c:v>
                      </c:pt>
                      <c:pt idx="698">
                        <c:v>23814</c:v>
                      </c:pt>
                      <c:pt idx="699">
                        <c:v>23848</c:v>
                      </c:pt>
                      <c:pt idx="700">
                        <c:v>23881</c:v>
                      </c:pt>
                      <c:pt idx="701">
                        <c:v>23914</c:v>
                      </c:pt>
                      <c:pt idx="702">
                        <c:v>23948</c:v>
                      </c:pt>
                      <c:pt idx="703">
                        <c:v>23981</c:v>
                      </c:pt>
                      <c:pt idx="704">
                        <c:v>24014</c:v>
                      </c:pt>
                      <c:pt idx="705">
                        <c:v>24048</c:v>
                      </c:pt>
                      <c:pt idx="706">
                        <c:v>24081</c:v>
                      </c:pt>
                      <c:pt idx="707">
                        <c:v>24114</c:v>
                      </c:pt>
                      <c:pt idx="708">
                        <c:v>24148</c:v>
                      </c:pt>
                      <c:pt idx="709">
                        <c:v>24181</c:v>
                      </c:pt>
                      <c:pt idx="710">
                        <c:v>24215</c:v>
                      </c:pt>
                      <c:pt idx="711">
                        <c:v>24248</c:v>
                      </c:pt>
                      <c:pt idx="712">
                        <c:v>24281</c:v>
                      </c:pt>
                      <c:pt idx="713">
                        <c:v>24315</c:v>
                      </c:pt>
                      <c:pt idx="714">
                        <c:v>24348</c:v>
                      </c:pt>
                      <c:pt idx="715">
                        <c:v>24381</c:v>
                      </c:pt>
                      <c:pt idx="716">
                        <c:v>24415</c:v>
                      </c:pt>
                      <c:pt idx="717">
                        <c:v>24448</c:v>
                      </c:pt>
                      <c:pt idx="718">
                        <c:v>24481</c:v>
                      </c:pt>
                      <c:pt idx="719">
                        <c:v>24515</c:v>
                      </c:pt>
                      <c:pt idx="720">
                        <c:v>24548</c:v>
                      </c:pt>
                      <c:pt idx="721">
                        <c:v>24581</c:v>
                      </c:pt>
                      <c:pt idx="722">
                        <c:v>24615</c:v>
                      </c:pt>
                      <c:pt idx="723">
                        <c:v>24648</c:v>
                      </c:pt>
                      <c:pt idx="724">
                        <c:v>24681</c:v>
                      </c:pt>
                      <c:pt idx="725">
                        <c:v>24715</c:v>
                      </c:pt>
                      <c:pt idx="726">
                        <c:v>24748</c:v>
                      </c:pt>
                      <c:pt idx="727">
                        <c:v>24781</c:v>
                      </c:pt>
                      <c:pt idx="728">
                        <c:v>24815</c:v>
                      </c:pt>
                      <c:pt idx="729">
                        <c:v>24848</c:v>
                      </c:pt>
                      <c:pt idx="730">
                        <c:v>24881</c:v>
                      </c:pt>
                      <c:pt idx="731">
                        <c:v>24915</c:v>
                      </c:pt>
                      <c:pt idx="732">
                        <c:v>24948</c:v>
                      </c:pt>
                      <c:pt idx="733">
                        <c:v>24981</c:v>
                      </c:pt>
                      <c:pt idx="734">
                        <c:v>25015</c:v>
                      </c:pt>
                      <c:pt idx="735">
                        <c:v>25048</c:v>
                      </c:pt>
                      <c:pt idx="736">
                        <c:v>25081</c:v>
                      </c:pt>
                      <c:pt idx="737">
                        <c:v>25115</c:v>
                      </c:pt>
                      <c:pt idx="738">
                        <c:v>25148</c:v>
                      </c:pt>
                      <c:pt idx="739">
                        <c:v>25181</c:v>
                      </c:pt>
                      <c:pt idx="740">
                        <c:v>25215</c:v>
                      </c:pt>
                      <c:pt idx="741">
                        <c:v>25248</c:v>
                      </c:pt>
                      <c:pt idx="742">
                        <c:v>25281</c:v>
                      </c:pt>
                      <c:pt idx="743">
                        <c:v>25315</c:v>
                      </c:pt>
                      <c:pt idx="744">
                        <c:v>25348</c:v>
                      </c:pt>
                      <c:pt idx="745">
                        <c:v>25381</c:v>
                      </c:pt>
                      <c:pt idx="746">
                        <c:v>25415</c:v>
                      </c:pt>
                      <c:pt idx="747">
                        <c:v>25448</c:v>
                      </c:pt>
                      <c:pt idx="748">
                        <c:v>25481</c:v>
                      </c:pt>
                      <c:pt idx="749">
                        <c:v>25515</c:v>
                      </c:pt>
                      <c:pt idx="750">
                        <c:v>25548</c:v>
                      </c:pt>
                      <c:pt idx="751">
                        <c:v>25581</c:v>
                      </c:pt>
                      <c:pt idx="752">
                        <c:v>25615</c:v>
                      </c:pt>
                      <c:pt idx="753">
                        <c:v>25648</c:v>
                      </c:pt>
                      <c:pt idx="754">
                        <c:v>25681</c:v>
                      </c:pt>
                      <c:pt idx="755">
                        <c:v>25715</c:v>
                      </c:pt>
                      <c:pt idx="756">
                        <c:v>25748</c:v>
                      </c:pt>
                      <c:pt idx="757">
                        <c:v>25781</c:v>
                      </c:pt>
                      <c:pt idx="758">
                        <c:v>25815</c:v>
                      </c:pt>
                      <c:pt idx="759">
                        <c:v>25848</c:v>
                      </c:pt>
                      <c:pt idx="760">
                        <c:v>25881</c:v>
                      </c:pt>
                      <c:pt idx="761">
                        <c:v>25915</c:v>
                      </c:pt>
                      <c:pt idx="762">
                        <c:v>25948</c:v>
                      </c:pt>
                      <c:pt idx="763">
                        <c:v>25981</c:v>
                      </c:pt>
                      <c:pt idx="764">
                        <c:v>26015</c:v>
                      </c:pt>
                      <c:pt idx="765">
                        <c:v>26048</c:v>
                      </c:pt>
                      <c:pt idx="766">
                        <c:v>26081</c:v>
                      </c:pt>
                      <c:pt idx="767">
                        <c:v>26115</c:v>
                      </c:pt>
                      <c:pt idx="768">
                        <c:v>26148</c:v>
                      </c:pt>
                      <c:pt idx="769">
                        <c:v>26181</c:v>
                      </c:pt>
                      <c:pt idx="770">
                        <c:v>26215</c:v>
                      </c:pt>
                      <c:pt idx="771">
                        <c:v>26248</c:v>
                      </c:pt>
                      <c:pt idx="772">
                        <c:v>26281</c:v>
                      </c:pt>
                      <c:pt idx="773">
                        <c:v>26315</c:v>
                      </c:pt>
                      <c:pt idx="774">
                        <c:v>26348</c:v>
                      </c:pt>
                      <c:pt idx="775">
                        <c:v>26382</c:v>
                      </c:pt>
                      <c:pt idx="776">
                        <c:v>26415</c:v>
                      </c:pt>
                      <c:pt idx="777">
                        <c:v>26448</c:v>
                      </c:pt>
                      <c:pt idx="778">
                        <c:v>26482</c:v>
                      </c:pt>
                      <c:pt idx="779">
                        <c:v>26515</c:v>
                      </c:pt>
                      <c:pt idx="780">
                        <c:v>26548</c:v>
                      </c:pt>
                      <c:pt idx="781">
                        <c:v>26582</c:v>
                      </c:pt>
                      <c:pt idx="782">
                        <c:v>26615</c:v>
                      </c:pt>
                      <c:pt idx="783">
                        <c:v>26648</c:v>
                      </c:pt>
                      <c:pt idx="784">
                        <c:v>26682</c:v>
                      </c:pt>
                      <c:pt idx="785">
                        <c:v>26715</c:v>
                      </c:pt>
                      <c:pt idx="786">
                        <c:v>26748</c:v>
                      </c:pt>
                      <c:pt idx="787">
                        <c:v>26782</c:v>
                      </c:pt>
                      <c:pt idx="788">
                        <c:v>26815</c:v>
                      </c:pt>
                      <c:pt idx="789">
                        <c:v>26848</c:v>
                      </c:pt>
                      <c:pt idx="790">
                        <c:v>26882</c:v>
                      </c:pt>
                      <c:pt idx="791">
                        <c:v>26915</c:v>
                      </c:pt>
                      <c:pt idx="792">
                        <c:v>26948</c:v>
                      </c:pt>
                      <c:pt idx="793">
                        <c:v>26982</c:v>
                      </c:pt>
                      <c:pt idx="794">
                        <c:v>27015</c:v>
                      </c:pt>
                      <c:pt idx="795">
                        <c:v>27048</c:v>
                      </c:pt>
                      <c:pt idx="796">
                        <c:v>27082</c:v>
                      </c:pt>
                      <c:pt idx="797">
                        <c:v>27115</c:v>
                      </c:pt>
                      <c:pt idx="798">
                        <c:v>27148</c:v>
                      </c:pt>
                      <c:pt idx="799">
                        <c:v>27182</c:v>
                      </c:pt>
                      <c:pt idx="800">
                        <c:v>27215</c:v>
                      </c:pt>
                      <c:pt idx="801">
                        <c:v>27248</c:v>
                      </c:pt>
                      <c:pt idx="802">
                        <c:v>27282</c:v>
                      </c:pt>
                      <c:pt idx="803">
                        <c:v>27315</c:v>
                      </c:pt>
                      <c:pt idx="804">
                        <c:v>27348</c:v>
                      </c:pt>
                      <c:pt idx="805">
                        <c:v>27382</c:v>
                      </c:pt>
                      <c:pt idx="806">
                        <c:v>27415</c:v>
                      </c:pt>
                      <c:pt idx="807">
                        <c:v>27448</c:v>
                      </c:pt>
                      <c:pt idx="808">
                        <c:v>27482</c:v>
                      </c:pt>
                      <c:pt idx="809">
                        <c:v>27515</c:v>
                      </c:pt>
                      <c:pt idx="810">
                        <c:v>27548</c:v>
                      </c:pt>
                      <c:pt idx="811">
                        <c:v>27582</c:v>
                      </c:pt>
                      <c:pt idx="812">
                        <c:v>27615</c:v>
                      </c:pt>
                      <c:pt idx="813">
                        <c:v>27648</c:v>
                      </c:pt>
                      <c:pt idx="814">
                        <c:v>27682</c:v>
                      </c:pt>
                      <c:pt idx="815">
                        <c:v>27715</c:v>
                      </c:pt>
                      <c:pt idx="816">
                        <c:v>27748</c:v>
                      </c:pt>
                      <c:pt idx="817">
                        <c:v>27782</c:v>
                      </c:pt>
                      <c:pt idx="818">
                        <c:v>27815</c:v>
                      </c:pt>
                      <c:pt idx="819">
                        <c:v>27848</c:v>
                      </c:pt>
                      <c:pt idx="820">
                        <c:v>27882</c:v>
                      </c:pt>
                      <c:pt idx="821">
                        <c:v>27915</c:v>
                      </c:pt>
                      <c:pt idx="822">
                        <c:v>27948</c:v>
                      </c:pt>
                      <c:pt idx="823">
                        <c:v>27982</c:v>
                      </c:pt>
                      <c:pt idx="824">
                        <c:v>28015</c:v>
                      </c:pt>
                      <c:pt idx="825">
                        <c:v>28048</c:v>
                      </c:pt>
                      <c:pt idx="826">
                        <c:v>28082</c:v>
                      </c:pt>
                      <c:pt idx="827">
                        <c:v>28115</c:v>
                      </c:pt>
                      <c:pt idx="828">
                        <c:v>28148</c:v>
                      </c:pt>
                      <c:pt idx="829">
                        <c:v>28182</c:v>
                      </c:pt>
                      <c:pt idx="830">
                        <c:v>28215</c:v>
                      </c:pt>
                      <c:pt idx="831">
                        <c:v>28248</c:v>
                      </c:pt>
                      <c:pt idx="832">
                        <c:v>28282</c:v>
                      </c:pt>
                      <c:pt idx="833">
                        <c:v>28315</c:v>
                      </c:pt>
                      <c:pt idx="834">
                        <c:v>28348</c:v>
                      </c:pt>
                      <c:pt idx="835">
                        <c:v>28382</c:v>
                      </c:pt>
                      <c:pt idx="836">
                        <c:v>28415</c:v>
                      </c:pt>
                      <c:pt idx="837">
                        <c:v>28448</c:v>
                      </c:pt>
                      <c:pt idx="838">
                        <c:v>28482</c:v>
                      </c:pt>
                      <c:pt idx="839">
                        <c:v>28515</c:v>
                      </c:pt>
                      <c:pt idx="840">
                        <c:v>28548</c:v>
                      </c:pt>
                      <c:pt idx="841">
                        <c:v>28582</c:v>
                      </c:pt>
                      <c:pt idx="842">
                        <c:v>28615</c:v>
                      </c:pt>
                      <c:pt idx="843">
                        <c:v>28649</c:v>
                      </c:pt>
                      <c:pt idx="844">
                        <c:v>28682</c:v>
                      </c:pt>
                      <c:pt idx="845">
                        <c:v>28715</c:v>
                      </c:pt>
                      <c:pt idx="846">
                        <c:v>28749</c:v>
                      </c:pt>
                      <c:pt idx="847">
                        <c:v>28782</c:v>
                      </c:pt>
                      <c:pt idx="848">
                        <c:v>28815</c:v>
                      </c:pt>
                      <c:pt idx="849">
                        <c:v>28849</c:v>
                      </c:pt>
                      <c:pt idx="850">
                        <c:v>28882</c:v>
                      </c:pt>
                      <c:pt idx="851">
                        <c:v>28915</c:v>
                      </c:pt>
                      <c:pt idx="852">
                        <c:v>28949</c:v>
                      </c:pt>
                      <c:pt idx="853">
                        <c:v>28982</c:v>
                      </c:pt>
                      <c:pt idx="854">
                        <c:v>29015</c:v>
                      </c:pt>
                      <c:pt idx="855">
                        <c:v>29049</c:v>
                      </c:pt>
                      <c:pt idx="856">
                        <c:v>29082</c:v>
                      </c:pt>
                      <c:pt idx="857">
                        <c:v>29115</c:v>
                      </c:pt>
                      <c:pt idx="858">
                        <c:v>29149</c:v>
                      </c:pt>
                      <c:pt idx="859">
                        <c:v>29182</c:v>
                      </c:pt>
                      <c:pt idx="860">
                        <c:v>29215</c:v>
                      </c:pt>
                      <c:pt idx="861">
                        <c:v>29249</c:v>
                      </c:pt>
                      <c:pt idx="862">
                        <c:v>29282</c:v>
                      </c:pt>
                      <c:pt idx="863">
                        <c:v>29315</c:v>
                      </c:pt>
                      <c:pt idx="864">
                        <c:v>29349</c:v>
                      </c:pt>
                      <c:pt idx="865">
                        <c:v>29382</c:v>
                      </c:pt>
                      <c:pt idx="866">
                        <c:v>29415</c:v>
                      </c:pt>
                      <c:pt idx="867">
                        <c:v>29449</c:v>
                      </c:pt>
                      <c:pt idx="868">
                        <c:v>29482</c:v>
                      </c:pt>
                      <c:pt idx="869">
                        <c:v>29515</c:v>
                      </c:pt>
                      <c:pt idx="870">
                        <c:v>29549</c:v>
                      </c:pt>
                      <c:pt idx="871">
                        <c:v>29582</c:v>
                      </c:pt>
                      <c:pt idx="872">
                        <c:v>29615</c:v>
                      </c:pt>
                      <c:pt idx="873">
                        <c:v>29649</c:v>
                      </c:pt>
                      <c:pt idx="874">
                        <c:v>29682</c:v>
                      </c:pt>
                      <c:pt idx="875">
                        <c:v>29715</c:v>
                      </c:pt>
                      <c:pt idx="876">
                        <c:v>29749</c:v>
                      </c:pt>
                      <c:pt idx="877">
                        <c:v>29782</c:v>
                      </c:pt>
                      <c:pt idx="878">
                        <c:v>29815</c:v>
                      </c:pt>
                      <c:pt idx="879">
                        <c:v>29849</c:v>
                      </c:pt>
                      <c:pt idx="880">
                        <c:v>29882</c:v>
                      </c:pt>
                      <c:pt idx="881">
                        <c:v>29915</c:v>
                      </c:pt>
                      <c:pt idx="882">
                        <c:v>29949</c:v>
                      </c:pt>
                      <c:pt idx="883">
                        <c:v>29982</c:v>
                      </c:pt>
                      <c:pt idx="884">
                        <c:v>30015</c:v>
                      </c:pt>
                      <c:pt idx="885">
                        <c:v>30049</c:v>
                      </c:pt>
                      <c:pt idx="886">
                        <c:v>30082</c:v>
                      </c:pt>
                      <c:pt idx="887">
                        <c:v>30115</c:v>
                      </c:pt>
                      <c:pt idx="888">
                        <c:v>30149</c:v>
                      </c:pt>
                      <c:pt idx="889">
                        <c:v>30182</c:v>
                      </c:pt>
                      <c:pt idx="890">
                        <c:v>30215</c:v>
                      </c:pt>
                      <c:pt idx="891">
                        <c:v>30249</c:v>
                      </c:pt>
                      <c:pt idx="892">
                        <c:v>30282</c:v>
                      </c:pt>
                      <c:pt idx="893">
                        <c:v>30315</c:v>
                      </c:pt>
                      <c:pt idx="894">
                        <c:v>30349</c:v>
                      </c:pt>
                      <c:pt idx="895">
                        <c:v>30382</c:v>
                      </c:pt>
                      <c:pt idx="896">
                        <c:v>30415</c:v>
                      </c:pt>
                      <c:pt idx="897">
                        <c:v>30449</c:v>
                      </c:pt>
                      <c:pt idx="898">
                        <c:v>30482</c:v>
                      </c:pt>
                      <c:pt idx="899">
                        <c:v>30515</c:v>
                      </c:pt>
                      <c:pt idx="900">
                        <c:v>30549</c:v>
                      </c:pt>
                      <c:pt idx="901">
                        <c:v>30582</c:v>
                      </c:pt>
                      <c:pt idx="902">
                        <c:v>30615</c:v>
                      </c:pt>
                      <c:pt idx="903">
                        <c:v>30649</c:v>
                      </c:pt>
                      <c:pt idx="904">
                        <c:v>30682</c:v>
                      </c:pt>
                      <c:pt idx="905">
                        <c:v>30715</c:v>
                      </c:pt>
                      <c:pt idx="906">
                        <c:v>30749</c:v>
                      </c:pt>
                      <c:pt idx="907">
                        <c:v>30782</c:v>
                      </c:pt>
                      <c:pt idx="908">
                        <c:v>30815</c:v>
                      </c:pt>
                      <c:pt idx="909">
                        <c:v>30849</c:v>
                      </c:pt>
                      <c:pt idx="910">
                        <c:v>30882</c:v>
                      </c:pt>
                      <c:pt idx="911">
                        <c:v>30916</c:v>
                      </c:pt>
                      <c:pt idx="912">
                        <c:v>30949</c:v>
                      </c:pt>
                      <c:pt idx="913">
                        <c:v>30982</c:v>
                      </c:pt>
                      <c:pt idx="914">
                        <c:v>31016</c:v>
                      </c:pt>
                      <c:pt idx="915">
                        <c:v>31049</c:v>
                      </c:pt>
                      <c:pt idx="916">
                        <c:v>31082</c:v>
                      </c:pt>
                      <c:pt idx="917">
                        <c:v>31116</c:v>
                      </c:pt>
                      <c:pt idx="918">
                        <c:v>31149</c:v>
                      </c:pt>
                      <c:pt idx="919">
                        <c:v>31182</c:v>
                      </c:pt>
                      <c:pt idx="920">
                        <c:v>31216</c:v>
                      </c:pt>
                      <c:pt idx="921">
                        <c:v>31249</c:v>
                      </c:pt>
                      <c:pt idx="922">
                        <c:v>31282</c:v>
                      </c:pt>
                      <c:pt idx="923">
                        <c:v>31316</c:v>
                      </c:pt>
                      <c:pt idx="924">
                        <c:v>31349</c:v>
                      </c:pt>
                      <c:pt idx="925">
                        <c:v>31382</c:v>
                      </c:pt>
                      <c:pt idx="926">
                        <c:v>31416</c:v>
                      </c:pt>
                      <c:pt idx="927">
                        <c:v>31449</c:v>
                      </c:pt>
                      <c:pt idx="928">
                        <c:v>31482</c:v>
                      </c:pt>
                      <c:pt idx="929">
                        <c:v>31516</c:v>
                      </c:pt>
                      <c:pt idx="930">
                        <c:v>31549</c:v>
                      </c:pt>
                      <c:pt idx="931">
                        <c:v>31582</c:v>
                      </c:pt>
                      <c:pt idx="932">
                        <c:v>31616</c:v>
                      </c:pt>
                      <c:pt idx="933">
                        <c:v>31649</c:v>
                      </c:pt>
                      <c:pt idx="934">
                        <c:v>31682</c:v>
                      </c:pt>
                      <c:pt idx="935">
                        <c:v>31716</c:v>
                      </c:pt>
                      <c:pt idx="936">
                        <c:v>31749</c:v>
                      </c:pt>
                      <c:pt idx="937">
                        <c:v>31782</c:v>
                      </c:pt>
                      <c:pt idx="938">
                        <c:v>31816</c:v>
                      </c:pt>
                      <c:pt idx="939">
                        <c:v>31849</c:v>
                      </c:pt>
                      <c:pt idx="940">
                        <c:v>31882</c:v>
                      </c:pt>
                      <c:pt idx="941">
                        <c:v>31916</c:v>
                      </c:pt>
                      <c:pt idx="942">
                        <c:v>31949</c:v>
                      </c:pt>
                      <c:pt idx="943">
                        <c:v>31982</c:v>
                      </c:pt>
                      <c:pt idx="944">
                        <c:v>32016</c:v>
                      </c:pt>
                      <c:pt idx="945">
                        <c:v>32049</c:v>
                      </c:pt>
                      <c:pt idx="946">
                        <c:v>32082</c:v>
                      </c:pt>
                      <c:pt idx="947">
                        <c:v>32116</c:v>
                      </c:pt>
                      <c:pt idx="948">
                        <c:v>32149</c:v>
                      </c:pt>
                      <c:pt idx="949">
                        <c:v>32182</c:v>
                      </c:pt>
                      <c:pt idx="950">
                        <c:v>32216</c:v>
                      </c:pt>
                      <c:pt idx="951">
                        <c:v>32249</c:v>
                      </c:pt>
                      <c:pt idx="952">
                        <c:v>32282</c:v>
                      </c:pt>
                      <c:pt idx="953">
                        <c:v>32316</c:v>
                      </c:pt>
                      <c:pt idx="954">
                        <c:v>32349</c:v>
                      </c:pt>
                      <c:pt idx="955">
                        <c:v>32382</c:v>
                      </c:pt>
                      <c:pt idx="956">
                        <c:v>32416</c:v>
                      </c:pt>
                      <c:pt idx="957">
                        <c:v>32449</c:v>
                      </c:pt>
                      <c:pt idx="958">
                        <c:v>32482</c:v>
                      </c:pt>
                      <c:pt idx="959">
                        <c:v>32516</c:v>
                      </c:pt>
                      <c:pt idx="960">
                        <c:v>32549</c:v>
                      </c:pt>
                      <c:pt idx="961">
                        <c:v>32582</c:v>
                      </c:pt>
                      <c:pt idx="962">
                        <c:v>32616</c:v>
                      </c:pt>
                      <c:pt idx="963">
                        <c:v>32649</c:v>
                      </c:pt>
                      <c:pt idx="964">
                        <c:v>32682</c:v>
                      </c:pt>
                      <c:pt idx="965">
                        <c:v>32716</c:v>
                      </c:pt>
                      <c:pt idx="966">
                        <c:v>32749</c:v>
                      </c:pt>
                      <c:pt idx="967">
                        <c:v>32782</c:v>
                      </c:pt>
                      <c:pt idx="968">
                        <c:v>32816</c:v>
                      </c:pt>
                      <c:pt idx="969">
                        <c:v>32849</c:v>
                      </c:pt>
                      <c:pt idx="970">
                        <c:v>32882</c:v>
                      </c:pt>
                      <c:pt idx="971">
                        <c:v>32916</c:v>
                      </c:pt>
                      <c:pt idx="972">
                        <c:v>32949</c:v>
                      </c:pt>
                      <c:pt idx="973">
                        <c:v>32982</c:v>
                      </c:pt>
                      <c:pt idx="974">
                        <c:v>33016</c:v>
                      </c:pt>
                      <c:pt idx="975">
                        <c:v>33049</c:v>
                      </c:pt>
                      <c:pt idx="976">
                        <c:v>33083</c:v>
                      </c:pt>
                      <c:pt idx="977">
                        <c:v>33116</c:v>
                      </c:pt>
                      <c:pt idx="978">
                        <c:v>33149</c:v>
                      </c:pt>
                      <c:pt idx="979">
                        <c:v>33183</c:v>
                      </c:pt>
                      <c:pt idx="980">
                        <c:v>33216</c:v>
                      </c:pt>
                      <c:pt idx="981">
                        <c:v>33249</c:v>
                      </c:pt>
                      <c:pt idx="982">
                        <c:v>33283</c:v>
                      </c:pt>
                      <c:pt idx="983">
                        <c:v>33316</c:v>
                      </c:pt>
                      <c:pt idx="984">
                        <c:v>33349</c:v>
                      </c:pt>
                      <c:pt idx="985">
                        <c:v>33383</c:v>
                      </c:pt>
                      <c:pt idx="986">
                        <c:v>33416</c:v>
                      </c:pt>
                      <c:pt idx="987">
                        <c:v>33449</c:v>
                      </c:pt>
                      <c:pt idx="988">
                        <c:v>33483</c:v>
                      </c:pt>
                      <c:pt idx="989">
                        <c:v>33516</c:v>
                      </c:pt>
                      <c:pt idx="990">
                        <c:v>33549</c:v>
                      </c:pt>
                      <c:pt idx="991">
                        <c:v>33583</c:v>
                      </c:pt>
                      <c:pt idx="992">
                        <c:v>33616</c:v>
                      </c:pt>
                    </c:strCache>
                  </c:strRef>
                </c:tx>
                <c:spPr>
                  <a:ln w="28575" cap="rnd">
                    <a:solidFill>
                      <a:schemeClr val="accent4"/>
                    </a:solidFill>
                    <a:round/>
                  </a:ln>
                  <a:effectLst/>
                </c:spPr>
                <c:marker>
                  <c:symbol val="none"/>
                </c:marker>
                <c:cat>
                  <c:numRef>
                    <c:extLst>
                      <c:ext uri="{02D57815-91ED-43cb-92C2-25804820EDAC}">
                        <c15:formulaRef>
                          <c15:sqref>発表用!$B$3:$B$993</c15:sqref>
                        </c15:formulaRef>
                      </c:ext>
                    </c:extLst>
                    <c:numCache>
                      <c:formatCode>General</c:formatCode>
                      <c:ptCount val="991"/>
                      <c:pt idx="0">
                        <c:v>612</c:v>
                      </c:pt>
                      <c:pt idx="1">
                        <c:v>646</c:v>
                      </c:pt>
                      <c:pt idx="2">
                        <c:v>679</c:v>
                      </c:pt>
                      <c:pt idx="3">
                        <c:v>712</c:v>
                      </c:pt>
                      <c:pt idx="4">
                        <c:v>746</c:v>
                      </c:pt>
                      <c:pt idx="5">
                        <c:v>779</c:v>
                      </c:pt>
                      <c:pt idx="6">
                        <c:v>812</c:v>
                      </c:pt>
                      <c:pt idx="7">
                        <c:v>846</c:v>
                      </c:pt>
                      <c:pt idx="8">
                        <c:v>879</c:v>
                      </c:pt>
                      <c:pt idx="9">
                        <c:v>912</c:v>
                      </c:pt>
                      <c:pt idx="10">
                        <c:v>946</c:v>
                      </c:pt>
                      <c:pt idx="11">
                        <c:v>979</c:v>
                      </c:pt>
                      <c:pt idx="12">
                        <c:v>1012</c:v>
                      </c:pt>
                      <c:pt idx="13">
                        <c:v>1046</c:v>
                      </c:pt>
                      <c:pt idx="14">
                        <c:v>1079</c:v>
                      </c:pt>
                      <c:pt idx="15">
                        <c:v>1112</c:v>
                      </c:pt>
                      <c:pt idx="16">
                        <c:v>1146</c:v>
                      </c:pt>
                      <c:pt idx="17">
                        <c:v>1179</c:v>
                      </c:pt>
                      <c:pt idx="18">
                        <c:v>1212</c:v>
                      </c:pt>
                      <c:pt idx="19">
                        <c:v>1246</c:v>
                      </c:pt>
                      <c:pt idx="20">
                        <c:v>1279</c:v>
                      </c:pt>
                      <c:pt idx="21">
                        <c:v>1312</c:v>
                      </c:pt>
                      <c:pt idx="22">
                        <c:v>1346</c:v>
                      </c:pt>
                      <c:pt idx="23">
                        <c:v>1379</c:v>
                      </c:pt>
                      <c:pt idx="24">
                        <c:v>1412</c:v>
                      </c:pt>
                      <c:pt idx="25">
                        <c:v>1446</c:v>
                      </c:pt>
                      <c:pt idx="26">
                        <c:v>1479</c:v>
                      </c:pt>
                      <c:pt idx="27">
                        <c:v>1512</c:v>
                      </c:pt>
                      <c:pt idx="28">
                        <c:v>1546</c:v>
                      </c:pt>
                      <c:pt idx="29">
                        <c:v>1579</c:v>
                      </c:pt>
                      <c:pt idx="30">
                        <c:v>1612</c:v>
                      </c:pt>
                      <c:pt idx="31">
                        <c:v>1646</c:v>
                      </c:pt>
                      <c:pt idx="32">
                        <c:v>1679</c:v>
                      </c:pt>
                      <c:pt idx="33">
                        <c:v>1712</c:v>
                      </c:pt>
                      <c:pt idx="34">
                        <c:v>1746</c:v>
                      </c:pt>
                      <c:pt idx="35">
                        <c:v>1779</c:v>
                      </c:pt>
                      <c:pt idx="36">
                        <c:v>1812</c:v>
                      </c:pt>
                      <c:pt idx="37">
                        <c:v>1846</c:v>
                      </c:pt>
                      <c:pt idx="38">
                        <c:v>1879</c:v>
                      </c:pt>
                      <c:pt idx="39">
                        <c:v>1912</c:v>
                      </c:pt>
                      <c:pt idx="40">
                        <c:v>1946</c:v>
                      </c:pt>
                      <c:pt idx="41">
                        <c:v>1979</c:v>
                      </c:pt>
                      <c:pt idx="42">
                        <c:v>2012</c:v>
                      </c:pt>
                      <c:pt idx="43">
                        <c:v>2046</c:v>
                      </c:pt>
                      <c:pt idx="44">
                        <c:v>2079</c:v>
                      </c:pt>
                      <c:pt idx="45">
                        <c:v>2112</c:v>
                      </c:pt>
                      <c:pt idx="46">
                        <c:v>2146</c:v>
                      </c:pt>
                      <c:pt idx="47">
                        <c:v>2179</c:v>
                      </c:pt>
                      <c:pt idx="48">
                        <c:v>2212</c:v>
                      </c:pt>
                      <c:pt idx="49">
                        <c:v>2246</c:v>
                      </c:pt>
                      <c:pt idx="50">
                        <c:v>2279</c:v>
                      </c:pt>
                      <c:pt idx="51">
                        <c:v>2312</c:v>
                      </c:pt>
                      <c:pt idx="52">
                        <c:v>2346</c:v>
                      </c:pt>
                      <c:pt idx="53">
                        <c:v>2379</c:v>
                      </c:pt>
                      <c:pt idx="54">
                        <c:v>2412</c:v>
                      </c:pt>
                      <c:pt idx="55">
                        <c:v>2446</c:v>
                      </c:pt>
                      <c:pt idx="56">
                        <c:v>2479</c:v>
                      </c:pt>
                      <c:pt idx="57">
                        <c:v>2512</c:v>
                      </c:pt>
                      <c:pt idx="58">
                        <c:v>2546</c:v>
                      </c:pt>
                      <c:pt idx="59">
                        <c:v>2579</c:v>
                      </c:pt>
                      <c:pt idx="60">
                        <c:v>2612</c:v>
                      </c:pt>
                      <c:pt idx="61">
                        <c:v>2646</c:v>
                      </c:pt>
                      <c:pt idx="62">
                        <c:v>2679</c:v>
                      </c:pt>
                      <c:pt idx="63">
                        <c:v>2712</c:v>
                      </c:pt>
                      <c:pt idx="64">
                        <c:v>2746</c:v>
                      </c:pt>
                      <c:pt idx="65">
                        <c:v>2779</c:v>
                      </c:pt>
                      <c:pt idx="66">
                        <c:v>2812</c:v>
                      </c:pt>
                      <c:pt idx="67">
                        <c:v>2846</c:v>
                      </c:pt>
                      <c:pt idx="68">
                        <c:v>2879</c:v>
                      </c:pt>
                      <c:pt idx="69">
                        <c:v>2912</c:v>
                      </c:pt>
                      <c:pt idx="70">
                        <c:v>2946</c:v>
                      </c:pt>
                      <c:pt idx="71">
                        <c:v>2979</c:v>
                      </c:pt>
                      <c:pt idx="72">
                        <c:v>3012</c:v>
                      </c:pt>
                      <c:pt idx="73">
                        <c:v>3046</c:v>
                      </c:pt>
                      <c:pt idx="74">
                        <c:v>3079</c:v>
                      </c:pt>
                      <c:pt idx="75">
                        <c:v>3112</c:v>
                      </c:pt>
                      <c:pt idx="76">
                        <c:v>3146</c:v>
                      </c:pt>
                      <c:pt idx="77">
                        <c:v>3179</c:v>
                      </c:pt>
                      <c:pt idx="78">
                        <c:v>3212</c:v>
                      </c:pt>
                      <c:pt idx="79">
                        <c:v>3246</c:v>
                      </c:pt>
                      <c:pt idx="80">
                        <c:v>3279</c:v>
                      </c:pt>
                      <c:pt idx="81">
                        <c:v>3312</c:v>
                      </c:pt>
                      <c:pt idx="82">
                        <c:v>3346</c:v>
                      </c:pt>
                      <c:pt idx="83">
                        <c:v>3379</c:v>
                      </c:pt>
                      <c:pt idx="84">
                        <c:v>3412</c:v>
                      </c:pt>
                      <c:pt idx="85">
                        <c:v>3446</c:v>
                      </c:pt>
                      <c:pt idx="86">
                        <c:v>3479</c:v>
                      </c:pt>
                      <c:pt idx="87">
                        <c:v>3512</c:v>
                      </c:pt>
                      <c:pt idx="88">
                        <c:v>3546</c:v>
                      </c:pt>
                      <c:pt idx="89">
                        <c:v>3579</c:v>
                      </c:pt>
                      <c:pt idx="90">
                        <c:v>3612</c:v>
                      </c:pt>
                      <c:pt idx="91">
                        <c:v>3646</c:v>
                      </c:pt>
                      <c:pt idx="92">
                        <c:v>3679</c:v>
                      </c:pt>
                      <c:pt idx="93">
                        <c:v>3712</c:v>
                      </c:pt>
                      <c:pt idx="94">
                        <c:v>3746</c:v>
                      </c:pt>
                      <c:pt idx="95">
                        <c:v>3779</c:v>
                      </c:pt>
                      <c:pt idx="96">
                        <c:v>3812</c:v>
                      </c:pt>
                      <c:pt idx="97">
                        <c:v>3846</c:v>
                      </c:pt>
                      <c:pt idx="98">
                        <c:v>3879</c:v>
                      </c:pt>
                      <c:pt idx="99">
                        <c:v>3912</c:v>
                      </c:pt>
                      <c:pt idx="100">
                        <c:v>3946</c:v>
                      </c:pt>
                      <c:pt idx="101">
                        <c:v>3979</c:v>
                      </c:pt>
                      <c:pt idx="102">
                        <c:v>4012</c:v>
                      </c:pt>
                      <c:pt idx="103">
                        <c:v>4046</c:v>
                      </c:pt>
                      <c:pt idx="104">
                        <c:v>4079</c:v>
                      </c:pt>
                      <c:pt idx="105">
                        <c:v>4112</c:v>
                      </c:pt>
                      <c:pt idx="106">
                        <c:v>4146</c:v>
                      </c:pt>
                      <c:pt idx="107">
                        <c:v>4179</c:v>
                      </c:pt>
                      <c:pt idx="108">
                        <c:v>4212</c:v>
                      </c:pt>
                      <c:pt idx="109">
                        <c:v>4246</c:v>
                      </c:pt>
                      <c:pt idx="110">
                        <c:v>4279</c:v>
                      </c:pt>
                      <c:pt idx="111">
                        <c:v>4312</c:v>
                      </c:pt>
                      <c:pt idx="112">
                        <c:v>4346</c:v>
                      </c:pt>
                      <c:pt idx="113">
                        <c:v>4379</c:v>
                      </c:pt>
                      <c:pt idx="114">
                        <c:v>4412</c:v>
                      </c:pt>
                      <c:pt idx="115">
                        <c:v>4446</c:v>
                      </c:pt>
                      <c:pt idx="116">
                        <c:v>4479</c:v>
                      </c:pt>
                      <c:pt idx="117">
                        <c:v>4512</c:v>
                      </c:pt>
                      <c:pt idx="118">
                        <c:v>4546</c:v>
                      </c:pt>
                      <c:pt idx="119">
                        <c:v>4579</c:v>
                      </c:pt>
                      <c:pt idx="120">
                        <c:v>4612</c:v>
                      </c:pt>
                      <c:pt idx="121">
                        <c:v>4646</c:v>
                      </c:pt>
                      <c:pt idx="122">
                        <c:v>4679</c:v>
                      </c:pt>
                      <c:pt idx="123">
                        <c:v>4712</c:v>
                      </c:pt>
                      <c:pt idx="124">
                        <c:v>4746</c:v>
                      </c:pt>
                      <c:pt idx="125">
                        <c:v>4779</c:v>
                      </c:pt>
                      <c:pt idx="126">
                        <c:v>4812</c:v>
                      </c:pt>
                      <c:pt idx="127">
                        <c:v>4846</c:v>
                      </c:pt>
                      <c:pt idx="128">
                        <c:v>4879</c:v>
                      </c:pt>
                      <c:pt idx="129">
                        <c:v>4912</c:v>
                      </c:pt>
                      <c:pt idx="130">
                        <c:v>4946</c:v>
                      </c:pt>
                      <c:pt idx="131">
                        <c:v>4979</c:v>
                      </c:pt>
                      <c:pt idx="132">
                        <c:v>5012</c:v>
                      </c:pt>
                      <c:pt idx="133">
                        <c:v>5046</c:v>
                      </c:pt>
                      <c:pt idx="134">
                        <c:v>5079</c:v>
                      </c:pt>
                      <c:pt idx="135">
                        <c:v>5112</c:v>
                      </c:pt>
                      <c:pt idx="136">
                        <c:v>5146</c:v>
                      </c:pt>
                      <c:pt idx="137">
                        <c:v>5179</c:v>
                      </c:pt>
                      <c:pt idx="138">
                        <c:v>5212</c:v>
                      </c:pt>
                      <c:pt idx="139">
                        <c:v>5246</c:v>
                      </c:pt>
                      <c:pt idx="140">
                        <c:v>5279</c:v>
                      </c:pt>
                      <c:pt idx="141">
                        <c:v>5312</c:v>
                      </c:pt>
                      <c:pt idx="142">
                        <c:v>5346</c:v>
                      </c:pt>
                      <c:pt idx="143">
                        <c:v>5379</c:v>
                      </c:pt>
                      <c:pt idx="144">
                        <c:v>5412</c:v>
                      </c:pt>
                      <c:pt idx="145">
                        <c:v>5446</c:v>
                      </c:pt>
                      <c:pt idx="146">
                        <c:v>5479</c:v>
                      </c:pt>
                      <c:pt idx="147">
                        <c:v>5512</c:v>
                      </c:pt>
                      <c:pt idx="148">
                        <c:v>5546</c:v>
                      </c:pt>
                      <c:pt idx="149">
                        <c:v>5579</c:v>
                      </c:pt>
                      <c:pt idx="150">
                        <c:v>5612</c:v>
                      </c:pt>
                      <c:pt idx="151">
                        <c:v>5646</c:v>
                      </c:pt>
                      <c:pt idx="152">
                        <c:v>5679</c:v>
                      </c:pt>
                      <c:pt idx="153">
                        <c:v>5712</c:v>
                      </c:pt>
                      <c:pt idx="154">
                        <c:v>5746</c:v>
                      </c:pt>
                      <c:pt idx="155">
                        <c:v>5779</c:v>
                      </c:pt>
                      <c:pt idx="156">
                        <c:v>5812</c:v>
                      </c:pt>
                      <c:pt idx="157">
                        <c:v>5846</c:v>
                      </c:pt>
                      <c:pt idx="158">
                        <c:v>5879</c:v>
                      </c:pt>
                      <c:pt idx="159">
                        <c:v>5912</c:v>
                      </c:pt>
                      <c:pt idx="160">
                        <c:v>5946</c:v>
                      </c:pt>
                      <c:pt idx="161">
                        <c:v>5979</c:v>
                      </c:pt>
                      <c:pt idx="162">
                        <c:v>6012</c:v>
                      </c:pt>
                      <c:pt idx="163">
                        <c:v>6046</c:v>
                      </c:pt>
                      <c:pt idx="164">
                        <c:v>6079</c:v>
                      </c:pt>
                      <c:pt idx="165">
                        <c:v>6112</c:v>
                      </c:pt>
                      <c:pt idx="166">
                        <c:v>6146</c:v>
                      </c:pt>
                      <c:pt idx="167">
                        <c:v>6179</c:v>
                      </c:pt>
                      <c:pt idx="168">
                        <c:v>6212</c:v>
                      </c:pt>
                      <c:pt idx="169">
                        <c:v>6246</c:v>
                      </c:pt>
                      <c:pt idx="170">
                        <c:v>6279</c:v>
                      </c:pt>
                      <c:pt idx="171">
                        <c:v>6312</c:v>
                      </c:pt>
                      <c:pt idx="172">
                        <c:v>6346</c:v>
                      </c:pt>
                      <c:pt idx="173">
                        <c:v>6379</c:v>
                      </c:pt>
                      <c:pt idx="174">
                        <c:v>6412</c:v>
                      </c:pt>
                      <c:pt idx="175">
                        <c:v>6446</c:v>
                      </c:pt>
                      <c:pt idx="176">
                        <c:v>6479</c:v>
                      </c:pt>
                      <c:pt idx="177">
                        <c:v>6512</c:v>
                      </c:pt>
                      <c:pt idx="178">
                        <c:v>6546</c:v>
                      </c:pt>
                      <c:pt idx="179">
                        <c:v>6579</c:v>
                      </c:pt>
                      <c:pt idx="180">
                        <c:v>6612</c:v>
                      </c:pt>
                      <c:pt idx="181">
                        <c:v>6646</c:v>
                      </c:pt>
                      <c:pt idx="182">
                        <c:v>6679</c:v>
                      </c:pt>
                      <c:pt idx="183">
                        <c:v>6712</c:v>
                      </c:pt>
                      <c:pt idx="184">
                        <c:v>6746</c:v>
                      </c:pt>
                      <c:pt idx="185">
                        <c:v>6779</c:v>
                      </c:pt>
                      <c:pt idx="186">
                        <c:v>6812</c:v>
                      </c:pt>
                      <c:pt idx="187">
                        <c:v>6846</c:v>
                      </c:pt>
                      <c:pt idx="188">
                        <c:v>6879</c:v>
                      </c:pt>
                      <c:pt idx="189">
                        <c:v>6912</c:v>
                      </c:pt>
                      <c:pt idx="190">
                        <c:v>6946</c:v>
                      </c:pt>
                      <c:pt idx="191">
                        <c:v>6979</c:v>
                      </c:pt>
                      <c:pt idx="192">
                        <c:v>7012</c:v>
                      </c:pt>
                      <c:pt idx="193">
                        <c:v>7046</c:v>
                      </c:pt>
                      <c:pt idx="194">
                        <c:v>7079</c:v>
                      </c:pt>
                      <c:pt idx="195">
                        <c:v>7112</c:v>
                      </c:pt>
                      <c:pt idx="196">
                        <c:v>7146</c:v>
                      </c:pt>
                      <c:pt idx="197">
                        <c:v>7179</c:v>
                      </c:pt>
                      <c:pt idx="198">
                        <c:v>7212</c:v>
                      </c:pt>
                      <c:pt idx="199">
                        <c:v>7246</c:v>
                      </c:pt>
                      <c:pt idx="200">
                        <c:v>7279</c:v>
                      </c:pt>
                      <c:pt idx="201">
                        <c:v>7312</c:v>
                      </c:pt>
                      <c:pt idx="202">
                        <c:v>7346</c:v>
                      </c:pt>
                      <c:pt idx="203">
                        <c:v>7379</c:v>
                      </c:pt>
                      <c:pt idx="204">
                        <c:v>7412</c:v>
                      </c:pt>
                      <c:pt idx="205">
                        <c:v>7446</c:v>
                      </c:pt>
                      <c:pt idx="206">
                        <c:v>7479</c:v>
                      </c:pt>
                      <c:pt idx="207">
                        <c:v>7512</c:v>
                      </c:pt>
                      <c:pt idx="208">
                        <c:v>7546</c:v>
                      </c:pt>
                      <c:pt idx="209">
                        <c:v>7579</c:v>
                      </c:pt>
                      <c:pt idx="210">
                        <c:v>7612</c:v>
                      </c:pt>
                      <c:pt idx="211">
                        <c:v>7646</c:v>
                      </c:pt>
                      <c:pt idx="212">
                        <c:v>7679</c:v>
                      </c:pt>
                      <c:pt idx="213">
                        <c:v>7712</c:v>
                      </c:pt>
                      <c:pt idx="214">
                        <c:v>7746</c:v>
                      </c:pt>
                      <c:pt idx="215">
                        <c:v>7779</c:v>
                      </c:pt>
                      <c:pt idx="216">
                        <c:v>7812</c:v>
                      </c:pt>
                      <c:pt idx="217">
                        <c:v>7846</c:v>
                      </c:pt>
                      <c:pt idx="218">
                        <c:v>7879</c:v>
                      </c:pt>
                      <c:pt idx="219">
                        <c:v>7912</c:v>
                      </c:pt>
                      <c:pt idx="220">
                        <c:v>7946</c:v>
                      </c:pt>
                      <c:pt idx="221">
                        <c:v>7979</c:v>
                      </c:pt>
                      <c:pt idx="222">
                        <c:v>8012</c:v>
                      </c:pt>
                      <c:pt idx="223">
                        <c:v>8046</c:v>
                      </c:pt>
                      <c:pt idx="224">
                        <c:v>8079</c:v>
                      </c:pt>
                      <c:pt idx="225">
                        <c:v>8112</c:v>
                      </c:pt>
                      <c:pt idx="226">
                        <c:v>8146</c:v>
                      </c:pt>
                      <c:pt idx="227">
                        <c:v>8179</c:v>
                      </c:pt>
                      <c:pt idx="228">
                        <c:v>8212</c:v>
                      </c:pt>
                      <c:pt idx="229">
                        <c:v>8246</c:v>
                      </c:pt>
                      <c:pt idx="230">
                        <c:v>8279</c:v>
                      </c:pt>
                      <c:pt idx="231">
                        <c:v>8312</c:v>
                      </c:pt>
                      <c:pt idx="232">
                        <c:v>8346</c:v>
                      </c:pt>
                      <c:pt idx="233">
                        <c:v>8379</c:v>
                      </c:pt>
                      <c:pt idx="234">
                        <c:v>8412</c:v>
                      </c:pt>
                      <c:pt idx="235">
                        <c:v>8446</c:v>
                      </c:pt>
                      <c:pt idx="236">
                        <c:v>8479</c:v>
                      </c:pt>
                      <c:pt idx="237">
                        <c:v>8512</c:v>
                      </c:pt>
                      <c:pt idx="238">
                        <c:v>8546</c:v>
                      </c:pt>
                      <c:pt idx="239">
                        <c:v>8579</c:v>
                      </c:pt>
                      <c:pt idx="240">
                        <c:v>8612</c:v>
                      </c:pt>
                      <c:pt idx="241">
                        <c:v>8646</c:v>
                      </c:pt>
                      <c:pt idx="242">
                        <c:v>8679</c:v>
                      </c:pt>
                      <c:pt idx="243">
                        <c:v>8712</c:v>
                      </c:pt>
                      <c:pt idx="244">
                        <c:v>8746</c:v>
                      </c:pt>
                      <c:pt idx="245">
                        <c:v>8779</c:v>
                      </c:pt>
                      <c:pt idx="246">
                        <c:v>8812</c:v>
                      </c:pt>
                      <c:pt idx="247">
                        <c:v>8846</c:v>
                      </c:pt>
                      <c:pt idx="248">
                        <c:v>8879</c:v>
                      </c:pt>
                      <c:pt idx="249">
                        <c:v>8912</c:v>
                      </c:pt>
                      <c:pt idx="250">
                        <c:v>8946</c:v>
                      </c:pt>
                      <c:pt idx="251">
                        <c:v>8979</c:v>
                      </c:pt>
                      <c:pt idx="252">
                        <c:v>9012</c:v>
                      </c:pt>
                      <c:pt idx="253">
                        <c:v>9046</c:v>
                      </c:pt>
                      <c:pt idx="254">
                        <c:v>9079</c:v>
                      </c:pt>
                      <c:pt idx="255">
                        <c:v>9112</c:v>
                      </c:pt>
                      <c:pt idx="256">
                        <c:v>9146</c:v>
                      </c:pt>
                      <c:pt idx="257">
                        <c:v>9179</c:v>
                      </c:pt>
                      <c:pt idx="258">
                        <c:v>9212</c:v>
                      </c:pt>
                      <c:pt idx="259">
                        <c:v>9246</c:v>
                      </c:pt>
                      <c:pt idx="260">
                        <c:v>9279</c:v>
                      </c:pt>
                      <c:pt idx="261">
                        <c:v>9312</c:v>
                      </c:pt>
                      <c:pt idx="262">
                        <c:v>9346</c:v>
                      </c:pt>
                      <c:pt idx="263">
                        <c:v>9379</c:v>
                      </c:pt>
                      <c:pt idx="264">
                        <c:v>9412</c:v>
                      </c:pt>
                      <c:pt idx="265">
                        <c:v>9446</c:v>
                      </c:pt>
                      <c:pt idx="266">
                        <c:v>9479</c:v>
                      </c:pt>
                      <c:pt idx="267">
                        <c:v>9512</c:v>
                      </c:pt>
                      <c:pt idx="268">
                        <c:v>9546</c:v>
                      </c:pt>
                      <c:pt idx="269">
                        <c:v>9579</c:v>
                      </c:pt>
                      <c:pt idx="270">
                        <c:v>9612</c:v>
                      </c:pt>
                      <c:pt idx="271">
                        <c:v>9646</c:v>
                      </c:pt>
                      <c:pt idx="272">
                        <c:v>9679</c:v>
                      </c:pt>
                      <c:pt idx="273">
                        <c:v>9712</c:v>
                      </c:pt>
                      <c:pt idx="274">
                        <c:v>9746</c:v>
                      </c:pt>
                      <c:pt idx="275">
                        <c:v>9779</c:v>
                      </c:pt>
                      <c:pt idx="276">
                        <c:v>9812</c:v>
                      </c:pt>
                      <c:pt idx="277">
                        <c:v>9846</c:v>
                      </c:pt>
                      <c:pt idx="278">
                        <c:v>9879</c:v>
                      </c:pt>
                      <c:pt idx="279">
                        <c:v>9912</c:v>
                      </c:pt>
                      <c:pt idx="280">
                        <c:v>9946</c:v>
                      </c:pt>
                      <c:pt idx="281">
                        <c:v>9979</c:v>
                      </c:pt>
                      <c:pt idx="282">
                        <c:v>10012</c:v>
                      </c:pt>
                      <c:pt idx="283">
                        <c:v>10046</c:v>
                      </c:pt>
                      <c:pt idx="284">
                        <c:v>10079</c:v>
                      </c:pt>
                      <c:pt idx="285">
                        <c:v>10112</c:v>
                      </c:pt>
                      <c:pt idx="286">
                        <c:v>10146</c:v>
                      </c:pt>
                      <c:pt idx="287">
                        <c:v>10179</c:v>
                      </c:pt>
                      <c:pt idx="288">
                        <c:v>10212</c:v>
                      </c:pt>
                      <c:pt idx="289">
                        <c:v>10246</c:v>
                      </c:pt>
                      <c:pt idx="290">
                        <c:v>10279</c:v>
                      </c:pt>
                      <c:pt idx="291">
                        <c:v>10312</c:v>
                      </c:pt>
                      <c:pt idx="292">
                        <c:v>10346</c:v>
                      </c:pt>
                      <c:pt idx="293">
                        <c:v>10379</c:v>
                      </c:pt>
                      <c:pt idx="294">
                        <c:v>10412</c:v>
                      </c:pt>
                      <c:pt idx="295">
                        <c:v>10446</c:v>
                      </c:pt>
                      <c:pt idx="296">
                        <c:v>10479</c:v>
                      </c:pt>
                      <c:pt idx="297">
                        <c:v>10512</c:v>
                      </c:pt>
                      <c:pt idx="298">
                        <c:v>10546</c:v>
                      </c:pt>
                      <c:pt idx="299">
                        <c:v>10579</c:v>
                      </c:pt>
                      <c:pt idx="300">
                        <c:v>10613</c:v>
                      </c:pt>
                      <c:pt idx="301">
                        <c:v>10646</c:v>
                      </c:pt>
                      <c:pt idx="302">
                        <c:v>10679</c:v>
                      </c:pt>
                      <c:pt idx="303">
                        <c:v>10713</c:v>
                      </c:pt>
                      <c:pt idx="304">
                        <c:v>10746</c:v>
                      </c:pt>
                      <c:pt idx="305">
                        <c:v>10779</c:v>
                      </c:pt>
                      <c:pt idx="306">
                        <c:v>10813</c:v>
                      </c:pt>
                      <c:pt idx="307">
                        <c:v>10846</c:v>
                      </c:pt>
                      <c:pt idx="308">
                        <c:v>10879</c:v>
                      </c:pt>
                      <c:pt idx="309">
                        <c:v>10913</c:v>
                      </c:pt>
                      <c:pt idx="310">
                        <c:v>10946</c:v>
                      </c:pt>
                      <c:pt idx="311">
                        <c:v>10979</c:v>
                      </c:pt>
                      <c:pt idx="312">
                        <c:v>11013</c:v>
                      </c:pt>
                      <c:pt idx="313">
                        <c:v>11046</c:v>
                      </c:pt>
                      <c:pt idx="314">
                        <c:v>11079</c:v>
                      </c:pt>
                      <c:pt idx="315">
                        <c:v>11113</c:v>
                      </c:pt>
                      <c:pt idx="316">
                        <c:v>11146</c:v>
                      </c:pt>
                      <c:pt idx="317">
                        <c:v>11179</c:v>
                      </c:pt>
                      <c:pt idx="318">
                        <c:v>11213</c:v>
                      </c:pt>
                      <c:pt idx="319">
                        <c:v>11246</c:v>
                      </c:pt>
                      <c:pt idx="320">
                        <c:v>11279</c:v>
                      </c:pt>
                      <c:pt idx="321">
                        <c:v>11313</c:v>
                      </c:pt>
                      <c:pt idx="322">
                        <c:v>11346</c:v>
                      </c:pt>
                      <c:pt idx="323">
                        <c:v>11379</c:v>
                      </c:pt>
                      <c:pt idx="324">
                        <c:v>11413</c:v>
                      </c:pt>
                      <c:pt idx="325">
                        <c:v>11446</c:v>
                      </c:pt>
                      <c:pt idx="326">
                        <c:v>11479</c:v>
                      </c:pt>
                      <c:pt idx="327">
                        <c:v>11513</c:v>
                      </c:pt>
                      <c:pt idx="328">
                        <c:v>11546</c:v>
                      </c:pt>
                      <c:pt idx="329">
                        <c:v>11579</c:v>
                      </c:pt>
                      <c:pt idx="330">
                        <c:v>11613</c:v>
                      </c:pt>
                      <c:pt idx="331">
                        <c:v>11646</c:v>
                      </c:pt>
                      <c:pt idx="332">
                        <c:v>11679</c:v>
                      </c:pt>
                      <c:pt idx="333">
                        <c:v>11713</c:v>
                      </c:pt>
                      <c:pt idx="334">
                        <c:v>11746</c:v>
                      </c:pt>
                      <c:pt idx="335">
                        <c:v>11779</c:v>
                      </c:pt>
                      <c:pt idx="336">
                        <c:v>11813</c:v>
                      </c:pt>
                      <c:pt idx="337">
                        <c:v>11846</c:v>
                      </c:pt>
                      <c:pt idx="338">
                        <c:v>11879</c:v>
                      </c:pt>
                      <c:pt idx="339">
                        <c:v>11913</c:v>
                      </c:pt>
                      <c:pt idx="340">
                        <c:v>11946</c:v>
                      </c:pt>
                      <c:pt idx="341">
                        <c:v>11979</c:v>
                      </c:pt>
                      <c:pt idx="342">
                        <c:v>12013</c:v>
                      </c:pt>
                      <c:pt idx="343">
                        <c:v>12046</c:v>
                      </c:pt>
                      <c:pt idx="344">
                        <c:v>12079</c:v>
                      </c:pt>
                      <c:pt idx="345">
                        <c:v>12113</c:v>
                      </c:pt>
                      <c:pt idx="346">
                        <c:v>12146</c:v>
                      </c:pt>
                      <c:pt idx="347">
                        <c:v>12179</c:v>
                      </c:pt>
                      <c:pt idx="348">
                        <c:v>12213</c:v>
                      </c:pt>
                      <c:pt idx="349">
                        <c:v>12246</c:v>
                      </c:pt>
                      <c:pt idx="350">
                        <c:v>12279</c:v>
                      </c:pt>
                      <c:pt idx="351">
                        <c:v>12313</c:v>
                      </c:pt>
                      <c:pt idx="352">
                        <c:v>12346</c:v>
                      </c:pt>
                      <c:pt idx="353">
                        <c:v>12379</c:v>
                      </c:pt>
                      <c:pt idx="354">
                        <c:v>12413</c:v>
                      </c:pt>
                      <c:pt idx="355">
                        <c:v>12446</c:v>
                      </c:pt>
                      <c:pt idx="356">
                        <c:v>12479</c:v>
                      </c:pt>
                      <c:pt idx="357">
                        <c:v>12513</c:v>
                      </c:pt>
                      <c:pt idx="358">
                        <c:v>12546</c:v>
                      </c:pt>
                      <c:pt idx="359">
                        <c:v>12579</c:v>
                      </c:pt>
                      <c:pt idx="360">
                        <c:v>12613</c:v>
                      </c:pt>
                      <c:pt idx="361">
                        <c:v>12646</c:v>
                      </c:pt>
                      <c:pt idx="362">
                        <c:v>12679</c:v>
                      </c:pt>
                      <c:pt idx="363">
                        <c:v>12713</c:v>
                      </c:pt>
                      <c:pt idx="364">
                        <c:v>12746</c:v>
                      </c:pt>
                      <c:pt idx="365">
                        <c:v>12779</c:v>
                      </c:pt>
                      <c:pt idx="366">
                        <c:v>12813</c:v>
                      </c:pt>
                      <c:pt idx="367">
                        <c:v>12846</c:v>
                      </c:pt>
                      <c:pt idx="368">
                        <c:v>12879</c:v>
                      </c:pt>
                      <c:pt idx="369">
                        <c:v>12913</c:v>
                      </c:pt>
                      <c:pt idx="370">
                        <c:v>12946</c:v>
                      </c:pt>
                      <c:pt idx="371">
                        <c:v>12980</c:v>
                      </c:pt>
                      <c:pt idx="372">
                        <c:v>13013</c:v>
                      </c:pt>
                      <c:pt idx="373">
                        <c:v>13046</c:v>
                      </c:pt>
                      <c:pt idx="374">
                        <c:v>13080</c:v>
                      </c:pt>
                      <c:pt idx="375">
                        <c:v>13113</c:v>
                      </c:pt>
                      <c:pt idx="376">
                        <c:v>13146</c:v>
                      </c:pt>
                      <c:pt idx="377">
                        <c:v>13180</c:v>
                      </c:pt>
                      <c:pt idx="378">
                        <c:v>13213</c:v>
                      </c:pt>
                      <c:pt idx="379">
                        <c:v>13246</c:v>
                      </c:pt>
                      <c:pt idx="380">
                        <c:v>13280</c:v>
                      </c:pt>
                      <c:pt idx="381">
                        <c:v>13313</c:v>
                      </c:pt>
                      <c:pt idx="382">
                        <c:v>13346</c:v>
                      </c:pt>
                      <c:pt idx="383">
                        <c:v>13380</c:v>
                      </c:pt>
                      <c:pt idx="384">
                        <c:v>13413</c:v>
                      </c:pt>
                      <c:pt idx="385">
                        <c:v>13446</c:v>
                      </c:pt>
                      <c:pt idx="386">
                        <c:v>13480</c:v>
                      </c:pt>
                      <c:pt idx="387">
                        <c:v>13513</c:v>
                      </c:pt>
                      <c:pt idx="388">
                        <c:v>13546</c:v>
                      </c:pt>
                      <c:pt idx="389">
                        <c:v>13580</c:v>
                      </c:pt>
                      <c:pt idx="390">
                        <c:v>13613</c:v>
                      </c:pt>
                      <c:pt idx="391">
                        <c:v>13646</c:v>
                      </c:pt>
                      <c:pt idx="392">
                        <c:v>13680</c:v>
                      </c:pt>
                      <c:pt idx="393">
                        <c:v>13713</c:v>
                      </c:pt>
                      <c:pt idx="394">
                        <c:v>13746</c:v>
                      </c:pt>
                      <c:pt idx="395">
                        <c:v>13780</c:v>
                      </c:pt>
                      <c:pt idx="396">
                        <c:v>13813</c:v>
                      </c:pt>
                      <c:pt idx="397">
                        <c:v>13846</c:v>
                      </c:pt>
                      <c:pt idx="398">
                        <c:v>13880</c:v>
                      </c:pt>
                      <c:pt idx="399">
                        <c:v>13913</c:v>
                      </c:pt>
                      <c:pt idx="400">
                        <c:v>13946</c:v>
                      </c:pt>
                      <c:pt idx="401">
                        <c:v>13980</c:v>
                      </c:pt>
                      <c:pt idx="402">
                        <c:v>14013</c:v>
                      </c:pt>
                      <c:pt idx="403">
                        <c:v>14046</c:v>
                      </c:pt>
                      <c:pt idx="404">
                        <c:v>14080</c:v>
                      </c:pt>
                      <c:pt idx="405">
                        <c:v>14113</c:v>
                      </c:pt>
                      <c:pt idx="406">
                        <c:v>14146</c:v>
                      </c:pt>
                      <c:pt idx="407">
                        <c:v>14180</c:v>
                      </c:pt>
                      <c:pt idx="408">
                        <c:v>14213</c:v>
                      </c:pt>
                      <c:pt idx="409">
                        <c:v>14246</c:v>
                      </c:pt>
                      <c:pt idx="410">
                        <c:v>14280</c:v>
                      </c:pt>
                      <c:pt idx="411">
                        <c:v>14313</c:v>
                      </c:pt>
                      <c:pt idx="412">
                        <c:v>14346</c:v>
                      </c:pt>
                      <c:pt idx="413">
                        <c:v>14380</c:v>
                      </c:pt>
                      <c:pt idx="414">
                        <c:v>14413</c:v>
                      </c:pt>
                      <c:pt idx="415">
                        <c:v>14446</c:v>
                      </c:pt>
                      <c:pt idx="416">
                        <c:v>14480</c:v>
                      </c:pt>
                      <c:pt idx="417">
                        <c:v>14513</c:v>
                      </c:pt>
                      <c:pt idx="418">
                        <c:v>14546</c:v>
                      </c:pt>
                      <c:pt idx="419">
                        <c:v>14580</c:v>
                      </c:pt>
                      <c:pt idx="420">
                        <c:v>14613</c:v>
                      </c:pt>
                      <c:pt idx="421">
                        <c:v>14646</c:v>
                      </c:pt>
                      <c:pt idx="422">
                        <c:v>14680</c:v>
                      </c:pt>
                      <c:pt idx="423">
                        <c:v>14713</c:v>
                      </c:pt>
                      <c:pt idx="424">
                        <c:v>14746</c:v>
                      </c:pt>
                      <c:pt idx="425">
                        <c:v>14780</c:v>
                      </c:pt>
                      <c:pt idx="426">
                        <c:v>14813</c:v>
                      </c:pt>
                      <c:pt idx="427">
                        <c:v>14846</c:v>
                      </c:pt>
                      <c:pt idx="428">
                        <c:v>14880</c:v>
                      </c:pt>
                      <c:pt idx="429">
                        <c:v>14913</c:v>
                      </c:pt>
                      <c:pt idx="430">
                        <c:v>14946</c:v>
                      </c:pt>
                      <c:pt idx="431">
                        <c:v>14980</c:v>
                      </c:pt>
                      <c:pt idx="432">
                        <c:v>15013</c:v>
                      </c:pt>
                      <c:pt idx="433">
                        <c:v>15046</c:v>
                      </c:pt>
                      <c:pt idx="434">
                        <c:v>15080</c:v>
                      </c:pt>
                      <c:pt idx="435">
                        <c:v>15113</c:v>
                      </c:pt>
                      <c:pt idx="436">
                        <c:v>15146</c:v>
                      </c:pt>
                      <c:pt idx="437">
                        <c:v>15180</c:v>
                      </c:pt>
                      <c:pt idx="438">
                        <c:v>15213</c:v>
                      </c:pt>
                      <c:pt idx="439">
                        <c:v>15247</c:v>
                      </c:pt>
                      <c:pt idx="440">
                        <c:v>15280</c:v>
                      </c:pt>
                      <c:pt idx="441">
                        <c:v>15313</c:v>
                      </c:pt>
                      <c:pt idx="442">
                        <c:v>15347</c:v>
                      </c:pt>
                      <c:pt idx="443">
                        <c:v>15380</c:v>
                      </c:pt>
                      <c:pt idx="444">
                        <c:v>15413</c:v>
                      </c:pt>
                      <c:pt idx="445">
                        <c:v>15447</c:v>
                      </c:pt>
                      <c:pt idx="446">
                        <c:v>15480</c:v>
                      </c:pt>
                      <c:pt idx="447">
                        <c:v>15513</c:v>
                      </c:pt>
                      <c:pt idx="448">
                        <c:v>15547</c:v>
                      </c:pt>
                      <c:pt idx="449">
                        <c:v>15580</c:v>
                      </c:pt>
                      <c:pt idx="450">
                        <c:v>15613</c:v>
                      </c:pt>
                      <c:pt idx="451">
                        <c:v>15647</c:v>
                      </c:pt>
                      <c:pt idx="452">
                        <c:v>15680</c:v>
                      </c:pt>
                      <c:pt idx="453">
                        <c:v>15713</c:v>
                      </c:pt>
                      <c:pt idx="454">
                        <c:v>15747</c:v>
                      </c:pt>
                      <c:pt idx="455">
                        <c:v>15780</c:v>
                      </c:pt>
                      <c:pt idx="456">
                        <c:v>15813</c:v>
                      </c:pt>
                      <c:pt idx="457">
                        <c:v>15847</c:v>
                      </c:pt>
                      <c:pt idx="458">
                        <c:v>15880</c:v>
                      </c:pt>
                      <c:pt idx="459">
                        <c:v>15913</c:v>
                      </c:pt>
                      <c:pt idx="460">
                        <c:v>15947</c:v>
                      </c:pt>
                      <c:pt idx="461">
                        <c:v>15980</c:v>
                      </c:pt>
                      <c:pt idx="462">
                        <c:v>16013</c:v>
                      </c:pt>
                      <c:pt idx="463">
                        <c:v>16047</c:v>
                      </c:pt>
                      <c:pt idx="464">
                        <c:v>16080</c:v>
                      </c:pt>
                      <c:pt idx="465">
                        <c:v>16113</c:v>
                      </c:pt>
                      <c:pt idx="466">
                        <c:v>16147</c:v>
                      </c:pt>
                      <c:pt idx="467">
                        <c:v>16180</c:v>
                      </c:pt>
                      <c:pt idx="468">
                        <c:v>16213</c:v>
                      </c:pt>
                      <c:pt idx="469">
                        <c:v>16247</c:v>
                      </c:pt>
                      <c:pt idx="470">
                        <c:v>16280</c:v>
                      </c:pt>
                      <c:pt idx="471">
                        <c:v>16313</c:v>
                      </c:pt>
                      <c:pt idx="472">
                        <c:v>16347</c:v>
                      </c:pt>
                      <c:pt idx="473">
                        <c:v>16380</c:v>
                      </c:pt>
                      <c:pt idx="474">
                        <c:v>16413</c:v>
                      </c:pt>
                      <c:pt idx="475">
                        <c:v>16447</c:v>
                      </c:pt>
                      <c:pt idx="476">
                        <c:v>16480</c:v>
                      </c:pt>
                      <c:pt idx="477">
                        <c:v>16513</c:v>
                      </c:pt>
                      <c:pt idx="478">
                        <c:v>16547</c:v>
                      </c:pt>
                      <c:pt idx="479">
                        <c:v>16580</c:v>
                      </c:pt>
                      <c:pt idx="480">
                        <c:v>16613</c:v>
                      </c:pt>
                      <c:pt idx="481">
                        <c:v>16647</c:v>
                      </c:pt>
                      <c:pt idx="482">
                        <c:v>16680</c:v>
                      </c:pt>
                      <c:pt idx="483">
                        <c:v>16713</c:v>
                      </c:pt>
                      <c:pt idx="484">
                        <c:v>16747</c:v>
                      </c:pt>
                      <c:pt idx="485">
                        <c:v>16780</c:v>
                      </c:pt>
                      <c:pt idx="486">
                        <c:v>16813</c:v>
                      </c:pt>
                      <c:pt idx="487">
                        <c:v>16847</c:v>
                      </c:pt>
                      <c:pt idx="488">
                        <c:v>16880</c:v>
                      </c:pt>
                      <c:pt idx="489">
                        <c:v>16913</c:v>
                      </c:pt>
                      <c:pt idx="490">
                        <c:v>16947</c:v>
                      </c:pt>
                      <c:pt idx="491">
                        <c:v>16980</c:v>
                      </c:pt>
                      <c:pt idx="492">
                        <c:v>17013</c:v>
                      </c:pt>
                      <c:pt idx="493">
                        <c:v>17047</c:v>
                      </c:pt>
                      <c:pt idx="494">
                        <c:v>17080</c:v>
                      </c:pt>
                      <c:pt idx="495">
                        <c:v>17113</c:v>
                      </c:pt>
                      <c:pt idx="496">
                        <c:v>17147</c:v>
                      </c:pt>
                      <c:pt idx="497">
                        <c:v>17180</c:v>
                      </c:pt>
                      <c:pt idx="498">
                        <c:v>17213</c:v>
                      </c:pt>
                      <c:pt idx="499">
                        <c:v>17247</c:v>
                      </c:pt>
                      <c:pt idx="500">
                        <c:v>17280</c:v>
                      </c:pt>
                      <c:pt idx="501">
                        <c:v>17313</c:v>
                      </c:pt>
                      <c:pt idx="502">
                        <c:v>17347</c:v>
                      </c:pt>
                      <c:pt idx="503">
                        <c:v>17380</c:v>
                      </c:pt>
                      <c:pt idx="504">
                        <c:v>17414</c:v>
                      </c:pt>
                      <c:pt idx="505">
                        <c:v>17447</c:v>
                      </c:pt>
                      <c:pt idx="506">
                        <c:v>17480</c:v>
                      </c:pt>
                      <c:pt idx="507">
                        <c:v>17514</c:v>
                      </c:pt>
                      <c:pt idx="508">
                        <c:v>17547</c:v>
                      </c:pt>
                      <c:pt idx="509">
                        <c:v>17580</c:v>
                      </c:pt>
                      <c:pt idx="510">
                        <c:v>17614</c:v>
                      </c:pt>
                      <c:pt idx="511">
                        <c:v>17647</c:v>
                      </c:pt>
                      <c:pt idx="512">
                        <c:v>17680</c:v>
                      </c:pt>
                      <c:pt idx="513">
                        <c:v>17714</c:v>
                      </c:pt>
                      <c:pt idx="514">
                        <c:v>17747</c:v>
                      </c:pt>
                      <c:pt idx="515">
                        <c:v>17780</c:v>
                      </c:pt>
                      <c:pt idx="516">
                        <c:v>17814</c:v>
                      </c:pt>
                      <c:pt idx="517">
                        <c:v>17847</c:v>
                      </c:pt>
                      <c:pt idx="518">
                        <c:v>17880</c:v>
                      </c:pt>
                      <c:pt idx="519">
                        <c:v>17914</c:v>
                      </c:pt>
                      <c:pt idx="520">
                        <c:v>17947</c:v>
                      </c:pt>
                      <c:pt idx="521">
                        <c:v>17980</c:v>
                      </c:pt>
                      <c:pt idx="522">
                        <c:v>18014</c:v>
                      </c:pt>
                      <c:pt idx="523">
                        <c:v>18047</c:v>
                      </c:pt>
                      <c:pt idx="524">
                        <c:v>18080</c:v>
                      </c:pt>
                      <c:pt idx="525">
                        <c:v>18114</c:v>
                      </c:pt>
                      <c:pt idx="526">
                        <c:v>18147</c:v>
                      </c:pt>
                      <c:pt idx="527">
                        <c:v>18180</c:v>
                      </c:pt>
                      <c:pt idx="528">
                        <c:v>18214</c:v>
                      </c:pt>
                      <c:pt idx="529">
                        <c:v>18247</c:v>
                      </c:pt>
                      <c:pt idx="530">
                        <c:v>18280</c:v>
                      </c:pt>
                      <c:pt idx="531">
                        <c:v>18314</c:v>
                      </c:pt>
                      <c:pt idx="532">
                        <c:v>18347</c:v>
                      </c:pt>
                      <c:pt idx="533">
                        <c:v>18380</c:v>
                      </c:pt>
                      <c:pt idx="534">
                        <c:v>18414</c:v>
                      </c:pt>
                      <c:pt idx="535">
                        <c:v>18447</c:v>
                      </c:pt>
                      <c:pt idx="536">
                        <c:v>18480</c:v>
                      </c:pt>
                      <c:pt idx="537">
                        <c:v>18514</c:v>
                      </c:pt>
                      <c:pt idx="538">
                        <c:v>18547</c:v>
                      </c:pt>
                      <c:pt idx="539">
                        <c:v>18580</c:v>
                      </c:pt>
                      <c:pt idx="540">
                        <c:v>18614</c:v>
                      </c:pt>
                      <c:pt idx="541">
                        <c:v>18647</c:v>
                      </c:pt>
                      <c:pt idx="542">
                        <c:v>18680</c:v>
                      </c:pt>
                      <c:pt idx="543">
                        <c:v>18714</c:v>
                      </c:pt>
                      <c:pt idx="544">
                        <c:v>18747</c:v>
                      </c:pt>
                      <c:pt idx="545">
                        <c:v>18780</c:v>
                      </c:pt>
                      <c:pt idx="546">
                        <c:v>18814</c:v>
                      </c:pt>
                      <c:pt idx="547">
                        <c:v>18847</c:v>
                      </c:pt>
                      <c:pt idx="548">
                        <c:v>18880</c:v>
                      </c:pt>
                      <c:pt idx="549">
                        <c:v>18914</c:v>
                      </c:pt>
                      <c:pt idx="550">
                        <c:v>18947</c:v>
                      </c:pt>
                      <c:pt idx="551">
                        <c:v>18980</c:v>
                      </c:pt>
                      <c:pt idx="552">
                        <c:v>19014</c:v>
                      </c:pt>
                      <c:pt idx="553">
                        <c:v>19047</c:v>
                      </c:pt>
                      <c:pt idx="554">
                        <c:v>19080</c:v>
                      </c:pt>
                      <c:pt idx="555">
                        <c:v>19114</c:v>
                      </c:pt>
                      <c:pt idx="556">
                        <c:v>19147</c:v>
                      </c:pt>
                      <c:pt idx="557">
                        <c:v>19180</c:v>
                      </c:pt>
                      <c:pt idx="558">
                        <c:v>19214</c:v>
                      </c:pt>
                      <c:pt idx="559">
                        <c:v>19247</c:v>
                      </c:pt>
                      <c:pt idx="560">
                        <c:v>19280</c:v>
                      </c:pt>
                      <c:pt idx="561">
                        <c:v>19314</c:v>
                      </c:pt>
                      <c:pt idx="562">
                        <c:v>19347</c:v>
                      </c:pt>
                      <c:pt idx="563">
                        <c:v>19380</c:v>
                      </c:pt>
                      <c:pt idx="564">
                        <c:v>19414</c:v>
                      </c:pt>
                      <c:pt idx="565">
                        <c:v>19447</c:v>
                      </c:pt>
                      <c:pt idx="566">
                        <c:v>19480</c:v>
                      </c:pt>
                      <c:pt idx="567">
                        <c:v>19514</c:v>
                      </c:pt>
                      <c:pt idx="568">
                        <c:v>19547</c:v>
                      </c:pt>
                      <c:pt idx="569">
                        <c:v>19580</c:v>
                      </c:pt>
                      <c:pt idx="570">
                        <c:v>19614</c:v>
                      </c:pt>
                      <c:pt idx="571">
                        <c:v>19647</c:v>
                      </c:pt>
                      <c:pt idx="572">
                        <c:v>19681</c:v>
                      </c:pt>
                      <c:pt idx="573">
                        <c:v>19714</c:v>
                      </c:pt>
                      <c:pt idx="574">
                        <c:v>19747</c:v>
                      </c:pt>
                      <c:pt idx="575">
                        <c:v>19781</c:v>
                      </c:pt>
                      <c:pt idx="576">
                        <c:v>19814</c:v>
                      </c:pt>
                      <c:pt idx="577">
                        <c:v>19847</c:v>
                      </c:pt>
                      <c:pt idx="578">
                        <c:v>19881</c:v>
                      </c:pt>
                      <c:pt idx="579">
                        <c:v>19914</c:v>
                      </c:pt>
                      <c:pt idx="580">
                        <c:v>19947</c:v>
                      </c:pt>
                      <c:pt idx="581">
                        <c:v>19981</c:v>
                      </c:pt>
                      <c:pt idx="582">
                        <c:v>20014</c:v>
                      </c:pt>
                      <c:pt idx="583">
                        <c:v>20047</c:v>
                      </c:pt>
                      <c:pt idx="584">
                        <c:v>20081</c:v>
                      </c:pt>
                      <c:pt idx="585">
                        <c:v>20114</c:v>
                      </c:pt>
                      <c:pt idx="586">
                        <c:v>20147</c:v>
                      </c:pt>
                      <c:pt idx="587">
                        <c:v>20181</c:v>
                      </c:pt>
                      <c:pt idx="588">
                        <c:v>20214</c:v>
                      </c:pt>
                      <c:pt idx="589">
                        <c:v>20247</c:v>
                      </c:pt>
                      <c:pt idx="590">
                        <c:v>20281</c:v>
                      </c:pt>
                      <c:pt idx="591">
                        <c:v>20314</c:v>
                      </c:pt>
                      <c:pt idx="592">
                        <c:v>20347</c:v>
                      </c:pt>
                      <c:pt idx="593">
                        <c:v>20381</c:v>
                      </c:pt>
                      <c:pt idx="594">
                        <c:v>20414</c:v>
                      </c:pt>
                      <c:pt idx="595">
                        <c:v>20447</c:v>
                      </c:pt>
                      <c:pt idx="596">
                        <c:v>20481</c:v>
                      </c:pt>
                      <c:pt idx="597">
                        <c:v>20514</c:v>
                      </c:pt>
                      <c:pt idx="598">
                        <c:v>20547</c:v>
                      </c:pt>
                      <c:pt idx="599">
                        <c:v>20581</c:v>
                      </c:pt>
                      <c:pt idx="600">
                        <c:v>20614</c:v>
                      </c:pt>
                      <c:pt idx="601">
                        <c:v>20647</c:v>
                      </c:pt>
                      <c:pt idx="602">
                        <c:v>20681</c:v>
                      </c:pt>
                      <c:pt idx="603">
                        <c:v>20714</c:v>
                      </c:pt>
                      <c:pt idx="604">
                        <c:v>20747</c:v>
                      </c:pt>
                      <c:pt idx="605">
                        <c:v>20781</c:v>
                      </c:pt>
                      <c:pt idx="606">
                        <c:v>20814</c:v>
                      </c:pt>
                      <c:pt idx="607">
                        <c:v>20847</c:v>
                      </c:pt>
                      <c:pt idx="608">
                        <c:v>20881</c:v>
                      </c:pt>
                      <c:pt idx="609">
                        <c:v>20914</c:v>
                      </c:pt>
                      <c:pt idx="610">
                        <c:v>20947</c:v>
                      </c:pt>
                      <c:pt idx="611">
                        <c:v>20981</c:v>
                      </c:pt>
                      <c:pt idx="612">
                        <c:v>21014</c:v>
                      </c:pt>
                      <c:pt idx="613">
                        <c:v>21047</c:v>
                      </c:pt>
                      <c:pt idx="614">
                        <c:v>21081</c:v>
                      </c:pt>
                      <c:pt idx="615">
                        <c:v>21114</c:v>
                      </c:pt>
                      <c:pt idx="616">
                        <c:v>21147</c:v>
                      </c:pt>
                      <c:pt idx="617">
                        <c:v>21181</c:v>
                      </c:pt>
                      <c:pt idx="618">
                        <c:v>21214</c:v>
                      </c:pt>
                      <c:pt idx="619">
                        <c:v>21247</c:v>
                      </c:pt>
                      <c:pt idx="620">
                        <c:v>21281</c:v>
                      </c:pt>
                      <c:pt idx="621">
                        <c:v>21314</c:v>
                      </c:pt>
                      <c:pt idx="622">
                        <c:v>21347</c:v>
                      </c:pt>
                      <c:pt idx="623">
                        <c:v>21381</c:v>
                      </c:pt>
                      <c:pt idx="624">
                        <c:v>21414</c:v>
                      </c:pt>
                      <c:pt idx="625">
                        <c:v>21447</c:v>
                      </c:pt>
                      <c:pt idx="626">
                        <c:v>21481</c:v>
                      </c:pt>
                      <c:pt idx="627">
                        <c:v>21514</c:v>
                      </c:pt>
                      <c:pt idx="628">
                        <c:v>21547</c:v>
                      </c:pt>
                      <c:pt idx="629">
                        <c:v>21581</c:v>
                      </c:pt>
                      <c:pt idx="630">
                        <c:v>21614</c:v>
                      </c:pt>
                      <c:pt idx="631">
                        <c:v>21647</c:v>
                      </c:pt>
                      <c:pt idx="632">
                        <c:v>21681</c:v>
                      </c:pt>
                      <c:pt idx="633">
                        <c:v>21714</c:v>
                      </c:pt>
                      <c:pt idx="634">
                        <c:v>21747</c:v>
                      </c:pt>
                      <c:pt idx="635">
                        <c:v>21781</c:v>
                      </c:pt>
                      <c:pt idx="636">
                        <c:v>21814</c:v>
                      </c:pt>
                      <c:pt idx="637">
                        <c:v>21847</c:v>
                      </c:pt>
                      <c:pt idx="638">
                        <c:v>21881</c:v>
                      </c:pt>
                      <c:pt idx="639">
                        <c:v>21914</c:v>
                      </c:pt>
                      <c:pt idx="640">
                        <c:v>21948</c:v>
                      </c:pt>
                      <c:pt idx="641">
                        <c:v>21981</c:v>
                      </c:pt>
                      <c:pt idx="642">
                        <c:v>22014</c:v>
                      </c:pt>
                      <c:pt idx="643">
                        <c:v>22048</c:v>
                      </c:pt>
                      <c:pt idx="644">
                        <c:v>22081</c:v>
                      </c:pt>
                      <c:pt idx="645">
                        <c:v>22114</c:v>
                      </c:pt>
                      <c:pt idx="646">
                        <c:v>22148</c:v>
                      </c:pt>
                      <c:pt idx="647">
                        <c:v>22181</c:v>
                      </c:pt>
                      <c:pt idx="648">
                        <c:v>22214</c:v>
                      </c:pt>
                      <c:pt idx="649">
                        <c:v>22248</c:v>
                      </c:pt>
                      <c:pt idx="650">
                        <c:v>22281</c:v>
                      </c:pt>
                      <c:pt idx="651">
                        <c:v>22314</c:v>
                      </c:pt>
                      <c:pt idx="652">
                        <c:v>22348</c:v>
                      </c:pt>
                      <c:pt idx="653">
                        <c:v>22381</c:v>
                      </c:pt>
                      <c:pt idx="654">
                        <c:v>22414</c:v>
                      </c:pt>
                      <c:pt idx="655">
                        <c:v>22448</c:v>
                      </c:pt>
                      <c:pt idx="656">
                        <c:v>22481</c:v>
                      </c:pt>
                      <c:pt idx="657">
                        <c:v>22514</c:v>
                      </c:pt>
                      <c:pt idx="658">
                        <c:v>22548</c:v>
                      </c:pt>
                      <c:pt idx="659">
                        <c:v>22581</c:v>
                      </c:pt>
                      <c:pt idx="660">
                        <c:v>22614</c:v>
                      </c:pt>
                      <c:pt idx="661">
                        <c:v>22648</c:v>
                      </c:pt>
                      <c:pt idx="662">
                        <c:v>22681</c:v>
                      </c:pt>
                      <c:pt idx="663">
                        <c:v>22714</c:v>
                      </c:pt>
                      <c:pt idx="664">
                        <c:v>22748</c:v>
                      </c:pt>
                      <c:pt idx="665">
                        <c:v>22781</c:v>
                      </c:pt>
                      <c:pt idx="666">
                        <c:v>22814</c:v>
                      </c:pt>
                      <c:pt idx="667">
                        <c:v>22848</c:v>
                      </c:pt>
                      <c:pt idx="668">
                        <c:v>22881</c:v>
                      </c:pt>
                      <c:pt idx="669">
                        <c:v>22914</c:v>
                      </c:pt>
                      <c:pt idx="670">
                        <c:v>22948</c:v>
                      </c:pt>
                      <c:pt idx="671">
                        <c:v>22981</c:v>
                      </c:pt>
                      <c:pt idx="672">
                        <c:v>23014</c:v>
                      </c:pt>
                      <c:pt idx="673">
                        <c:v>23048</c:v>
                      </c:pt>
                      <c:pt idx="674">
                        <c:v>23081</c:v>
                      </c:pt>
                      <c:pt idx="675">
                        <c:v>23114</c:v>
                      </c:pt>
                      <c:pt idx="676">
                        <c:v>23148</c:v>
                      </c:pt>
                      <c:pt idx="677">
                        <c:v>23181</c:v>
                      </c:pt>
                      <c:pt idx="678">
                        <c:v>23214</c:v>
                      </c:pt>
                      <c:pt idx="679">
                        <c:v>23248</c:v>
                      </c:pt>
                      <c:pt idx="680">
                        <c:v>23281</c:v>
                      </c:pt>
                      <c:pt idx="681">
                        <c:v>23314</c:v>
                      </c:pt>
                      <c:pt idx="682">
                        <c:v>23348</c:v>
                      </c:pt>
                      <c:pt idx="683">
                        <c:v>23381</c:v>
                      </c:pt>
                      <c:pt idx="684">
                        <c:v>23414</c:v>
                      </c:pt>
                      <c:pt idx="685">
                        <c:v>23448</c:v>
                      </c:pt>
                      <c:pt idx="686">
                        <c:v>23481</c:v>
                      </c:pt>
                      <c:pt idx="687">
                        <c:v>23514</c:v>
                      </c:pt>
                      <c:pt idx="688">
                        <c:v>23548</c:v>
                      </c:pt>
                      <c:pt idx="689">
                        <c:v>23581</c:v>
                      </c:pt>
                      <c:pt idx="690">
                        <c:v>23614</c:v>
                      </c:pt>
                      <c:pt idx="691">
                        <c:v>23648</c:v>
                      </c:pt>
                      <c:pt idx="692">
                        <c:v>23681</c:v>
                      </c:pt>
                      <c:pt idx="693">
                        <c:v>23714</c:v>
                      </c:pt>
                      <c:pt idx="694">
                        <c:v>23748</c:v>
                      </c:pt>
                      <c:pt idx="695">
                        <c:v>23781</c:v>
                      </c:pt>
                      <c:pt idx="696">
                        <c:v>23814</c:v>
                      </c:pt>
                      <c:pt idx="697">
                        <c:v>23848</c:v>
                      </c:pt>
                      <c:pt idx="698">
                        <c:v>23881</c:v>
                      </c:pt>
                      <c:pt idx="699">
                        <c:v>23914</c:v>
                      </c:pt>
                      <c:pt idx="700">
                        <c:v>23948</c:v>
                      </c:pt>
                      <c:pt idx="701">
                        <c:v>23981</c:v>
                      </c:pt>
                      <c:pt idx="702">
                        <c:v>24014</c:v>
                      </c:pt>
                      <c:pt idx="703">
                        <c:v>24048</c:v>
                      </c:pt>
                      <c:pt idx="704">
                        <c:v>24081</c:v>
                      </c:pt>
                      <c:pt idx="705">
                        <c:v>24114</c:v>
                      </c:pt>
                      <c:pt idx="706">
                        <c:v>24148</c:v>
                      </c:pt>
                      <c:pt idx="707">
                        <c:v>24181</c:v>
                      </c:pt>
                      <c:pt idx="708">
                        <c:v>24215</c:v>
                      </c:pt>
                      <c:pt idx="709">
                        <c:v>24248</c:v>
                      </c:pt>
                      <c:pt idx="710">
                        <c:v>24281</c:v>
                      </c:pt>
                      <c:pt idx="711">
                        <c:v>24315</c:v>
                      </c:pt>
                      <c:pt idx="712">
                        <c:v>24348</c:v>
                      </c:pt>
                      <c:pt idx="713">
                        <c:v>24381</c:v>
                      </c:pt>
                      <c:pt idx="714">
                        <c:v>24415</c:v>
                      </c:pt>
                      <c:pt idx="715">
                        <c:v>24448</c:v>
                      </c:pt>
                      <c:pt idx="716">
                        <c:v>24481</c:v>
                      </c:pt>
                      <c:pt idx="717">
                        <c:v>24515</c:v>
                      </c:pt>
                      <c:pt idx="718">
                        <c:v>24548</c:v>
                      </c:pt>
                      <c:pt idx="719">
                        <c:v>24581</c:v>
                      </c:pt>
                      <c:pt idx="720">
                        <c:v>24615</c:v>
                      </c:pt>
                      <c:pt idx="721">
                        <c:v>24648</c:v>
                      </c:pt>
                      <c:pt idx="722">
                        <c:v>24681</c:v>
                      </c:pt>
                      <c:pt idx="723">
                        <c:v>24715</c:v>
                      </c:pt>
                      <c:pt idx="724">
                        <c:v>24748</c:v>
                      </c:pt>
                      <c:pt idx="725">
                        <c:v>24781</c:v>
                      </c:pt>
                      <c:pt idx="726">
                        <c:v>24815</c:v>
                      </c:pt>
                      <c:pt idx="727">
                        <c:v>24848</c:v>
                      </c:pt>
                      <c:pt idx="728">
                        <c:v>24881</c:v>
                      </c:pt>
                      <c:pt idx="729">
                        <c:v>24915</c:v>
                      </c:pt>
                      <c:pt idx="730">
                        <c:v>24948</c:v>
                      </c:pt>
                      <c:pt idx="731">
                        <c:v>24981</c:v>
                      </c:pt>
                      <c:pt idx="732">
                        <c:v>25015</c:v>
                      </c:pt>
                      <c:pt idx="733">
                        <c:v>25048</c:v>
                      </c:pt>
                      <c:pt idx="734">
                        <c:v>25081</c:v>
                      </c:pt>
                      <c:pt idx="735">
                        <c:v>25115</c:v>
                      </c:pt>
                      <c:pt idx="736">
                        <c:v>25148</c:v>
                      </c:pt>
                      <c:pt idx="737">
                        <c:v>25181</c:v>
                      </c:pt>
                      <c:pt idx="738">
                        <c:v>25215</c:v>
                      </c:pt>
                      <c:pt idx="739">
                        <c:v>25248</c:v>
                      </c:pt>
                      <c:pt idx="740">
                        <c:v>25281</c:v>
                      </c:pt>
                      <c:pt idx="741">
                        <c:v>25315</c:v>
                      </c:pt>
                      <c:pt idx="742">
                        <c:v>25348</c:v>
                      </c:pt>
                      <c:pt idx="743">
                        <c:v>25381</c:v>
                      </c:pt>
                      <c:pt idx="744">
                        <c:v>25415</c:v>
                      </c:pt>
                      <c:pt idx="745">
                        <c:v>25448</c:v>
                      </c:pt>
                      <c:pt idx="746">
                        <c:v>25481</c:v>
                      </c:pt>
                      <c:pt idx="747">
                        <c:v>25515</c:v>
                      </c:pt>
                      <c:pt idx="748">
                        <c:v>25548</c:v>
                      </c:pt>
                      <c:pt idx="749">
                        <c:v>25581</c:v>
                      </c:pt>
                      <c:pt idx="750">
                        <c:v>25615</c:v>
                      </c:pt>
                      <c:pt idx="751">
                        <c:v>25648</c:v>
                      </c:pt>
                      <c:pt idx="752">
                        <c:v>25681</c:v>
                      </c:pt>
                      <c:pt idx="753">
                        <c:v>25715</c:v>
                      </c:pt>
                      <c:pt idx="754">
                        <c:v>25748</c:v>
                      </c:pt>
                      <c:pt idx="755">
                        <c:v>25781</c:v>
                      </c:pt>
                      <c:pt idx="756">
                        <c:v>25815</c:v>
                      </c:pt>
                      <c:pt idx="757">
                        <c:v>25848</c:v>
                      </c:pt>
                      <c:pt idx="758">
                        <c:v>25881</c:v>
                      </c:pt>
                      <c:pt idx="759">
                        <c:v>25915</c:v>
                      </c:pt>
                      <c:pt idx="760">
                        <c:v>25948</c:v>
                      </c:pt>
                      <c:pt idx="761">
                        <c:v>25981</c:v>
                      </c:pt>
                      <c:pt idx="762">
                        <c:v>26015</c:v>
                      </c:pt>
                      <c:pt idx="763">
                        <c:v>26048</c:v>
                      </c:pt>
                      <c:pt idx="764">
                        <c:v>26081</c:v>
                      </c:pt>
                      <c:pt idx="765">
                        <c:v>26115</c:v>
                      </c:pt>
                      <c:pt idx="766">
                        <c:v>26148</c:v>
                      </c:pt>
                      <c:pt idx="767">
                        <c:v>26181</c:v>
                      </c:pt>
                      <c:pt idx="768">
                        <c:v>26215</c:v>
                      </c:pt>
                      <c:pt idx="769">
                        <c:v>26248</c:v>
                      </c:pt>
                      <c:pt idx="770">
                        <c:v>26281</c:v>
                      </c:pt>
                      <c:pt idx="771">
                        <c:v>26315</c:v>
                      </c:pt>
                      <c:pt idx="772">
                        <c:v>26348</c:v>
                      </c:pt>
                      <c:pt idx="773">
                        <c:v>26382</c:v>
                      </c:pt>
                      <c:pt idx="774">
                        <c:v>26415</c:v>
                      </c:pt>
                      <c:pt idx="775">
                        <c:v>26448</c:v>
                      </c:pt>
                      <c:pt idx="776">
                        <c:v>26482</c:v>
                      </c:pt>
                      <c:pt idx="777">
                        <c:v>26515</c:v>
                      </c:pt>
                      <c:pt idx="778">
                        <c:v>26548</c:v>
                      </c:pt>
                      <c:pt idx="779">
                        <c:v>26582</c:v>
                      </c:pt>
                      <c:pt idx="780">
                        <c:v>26615</c:v>
                      </c:pt>
                      <c:pt idx="781">
                        <c:v>26648</c:v>
                      </c:pt>
                      <c:pt idx="782">
                        <c:v>26682</c:v>
                      </c:pt>
                      <c:pt idx="783">
                        <c:v>26715</c:v>
                      </c:pt>
                      <c:pt idx="784">
                        <c:v>26748</c:v>
                      </c:pt>
                      <c:pt idx="785">
                        <c:v>26782</c:v>
                      </c:pt>
                      <c:pt idx="786">
                        <c:v>26815</c:v>
                      </c:pt>
                      <c:pt idx="787">
                        <c:v>26848</c:v>
                      </c:pt>
                      <c:pt idx="788">
                        <c:v>26882</c:v>
                      </c:pt>
                      <c:pt idx="789">
                        <c:v>26915</c:v>
                      </c:pt>
                      <c:pt idx="790">
                        <c:v>26948</c:v>
                      </c:pt>
                      <c:pt idx="791">
                        <c:v>26982</c:v>
                      </c:pt>
                      <c:pt idx="792">
                        <c:v>27015</c:v>
                      </c:pt>
                      <c:pt idx="793">
                        <c:v>27048</c:v>
                      </c:pt>
                      <c:pt idx="794">
                        <c:v>27082</c:v>
                      </c:pt>
                      <c:pt idx="795">
                        <c:v>27115</c:v>
                      </c:pt>
                      <c:pt idx="796">
                        <c:v>27148</c:v>
                      </c:pt>
                      <c:pt idx="797">
                        <c:v>27182</c:v>
                      </c:pt>
                      <c:pt idx="798">
                        <c:v>27215</c:v>
                      </c:pt>
                      <c:pt idx="799">
                        <c:v>27248</c:v>
                      </c:pt>
                      <c:pt idx="800">
                        <c:v>27282</c:v>
                      </c:pt>
                      <c:pt idx="801">
                        <c:v>27315</c:v>
                      </c:pt>
                      <c:pt idx="802">
                        <c:v>27348</c:v>
                      </c:pt>
                      <c:pt idx="803">
                        <c:v>27382</c:v>
                      </c:pt>
                      <c:pt idx="804">
                        <c:v>27415</c:v>
                      </c:pt>
                      <c:pt idx="805">
                        <c:v>27448</c:v>
                      </c:pt>
                      <c:pt idx="806">
                        <c:v>27482</c:v>
                      </c:pt>
                      <c:pt idx="807">
                        <c:v>27515</c:v>
                      </c:pt>
                      <c:pt idx="808">
                        <c:v>27548</c:v>
                      </c:pt>
                      <c:pt idx="809">
                        <c:v>27582</c:v>
                      </c:pt>
                      <c:pt idx="810">
                        <c:v>27615</c:v>
                      </c:pt>
                      <c:pt idx="811">
                        <c:v>27648</c:v>
                      </c:pt>
                      <c:pt idx="812">
                        <c:v>27682</c:v>
                      </c:pt>
                      <c:pt idx="813">
                        <c:v>27715</c:v>
                      </c:pt>
                      <c:pt idx="814">
                        <c:v>27748</c:v>
                      </c:pt>
                      <c:pt idx="815">
                        <c:v>27782</c:v>
                      </c:pt>
                      <c:pt idx="816">
                        <c:v>27815</c:v>
                      </c:pt>
                      <c:pt idx="817">
                        <c:v>27848</c:v>
                      </c:pt>
                      <c:pt idx="818">
                        <c:v>27882</c:v>
                      </c:pt>
                      <c:pt idx="819">
                        <c:v>27915</c:v>
                      </c:pt>
                      <c:pt idx="820">
                        <c:v>27948</c:v>
                      </c:pt>
                      <c:pt idx="821">
                        <c:v>27982</c:v>
                      </c:pt>
                      <c:pt idx="822">
                        <c:v>28015</c:v>
                      </c:pt>
                      <c:pt idx="823">
                        <c:v>28048</c:v>
                      </c:pt>
                      <c:pt idx="824">
                        <c:v>28082</c:v>
                      </c:pt>
                      <c:pt idx="825">
                        <c:v>28115</c:v>
                      </c:pt>
                      <c:pt idx="826">
                        <c:v>28148</c:v>
                      </c:pt>
                      <c:pt idx="827">
                        <c:v>28182</c:v>
                      </c:pt>
                      <c:pt idx="828">
                        <c:v>28215</c:v>
                      </c:pt>
                      <c:pt idx="829">
                        <c:v>28248</c:v>
                      </c:pt>
                      <c:pt idx="830">
                        <c:v>28282</c:v>
                      </c:pt>
                      <c:pt idx="831">
                        <c:v>28315</c:v>
                      </c:pt>
                      <c:pt idx="832">
                        <c:v>28348</c:v>
                      </c:pt>
                      <c:pt idx="833">
                        <c:v>28382</c:v>
                      </c:pt>
                      <c:pt idx="834">
                        <c:v>28415</c:v>
                      </c:pt>
                      <c:pt idx="835">
                        <c:v>28448</c:v>
                      </c:pt>
                      <c:pt idx="836">
                        <c:v>28482</c:v>
                      </c:pt>
                      <c:pt idx="837">
                        <c:v>28515</c:v>
                      </c:pt>
                      <c:pt idx="838">
                        <c:v>28548</c:v>
                      </c:pt>
                      <c:pt idx="839">
                        <c:v>28582</c:v>
                      </c:pt>
                      <c:pt idx="840">
                        <c:v>28615</c:v>
                      </c:pt>
                      <c:pt idx="841">
                        <c:v>28649</c:v>
                      </c:pt>
                      <c:pt idx="842">
                        <c:v>28682</c:v>
                      </c:pt>
                      <c:pt idx="843">
                        <c:v>28715</c:v>
                      </c:pt>
                      <c:pt idx="844">
                        <c:v>28749</c:v>
                      </c:pt>
                      <c:pt idx="845">
                        <c:v>28782</c:v>
                      </c:pt>
                      <c:pt idx="846">
                        <c:v>28815</c:v>
                      </c:pt>
                      <c:pt idx="847">
                        <c:v>28849</c:v>
                      </c:pt>
                      <c:pt idx="848">
                        <c:v>28882</c:v>
                      </c:pt>
                      <c:pt idx="849">
                        <c:v>28915</c:v>
                      </c:pt>
                      <c:pt idx="850">
                        <c:v>28949</c:v>
                      </c:pt>
                      <c:pt idx="851">
                        <c:v>28982</c:v>
                      </c:pt>
                      <c:pt idx="852">
                        <c:v>29015</c:v>
                      </c:pt>
                      <c:pt idx="853">
                        <c:v>29049</c:v>
                      </c:pt>
                      <c:pt idx="854">
                        <c:v>29082</c:v>
                      </c:pt>
                      <c:pt idx="855">
                        <c:v>29115</c:v>
                      </c:pt>
                      <c:pt idx="856">
                        <c:v>29149</c:v>
                      </c:pt>
                      <c:pt idx="857">
                        <c:v>29182</c:v>
                      </c:pt>
                      <c:pt idx="858">
                        <c:v>29215</c:v>
                      </c:pt>
                      <c:pt idx="859">
                        <c:v>29249</c:v>
                      </c:pt>
                      <c:pt idx="860">
                        <c:v>29282</c:v>
                      </c:pt>
                      <c:pt idx="861">
                        <c:v>29315</c:v>
                      </c:pt>
                      <c:pt idx="862">
                        <c:v>29349</c:v>
                      </c:pt>
                      <c:pt idx="863">
                        <c:v>29382</c:v>
                      </c:pt>
                      <c:pt idx="864">
                        <c:v>29415</c:v>
                      </c:pt>
                      <c:pt idx="865">
                        <c:v>29449</c:v>
                      </c:pt>
                      <c:pt idx="866">
                        <c:v>29482</c:v>
                      </c:pt>
                      <c:pt idx="867">
                        <c:v>29515</c:v>
                      </c:pt>
                      <c:pt idx="868">
                        <c:v>29549</c:v>
                      </c:pt>
                      <c:pt idx="869">
                        <c:v>29582</c:v>
                      </c:pt>
                      <c:pt idx="870">
                        <c:v>29615</c:v>
                      </c:pt>
                      <c:pt idx="871">
                        <c:v>29649</c:v>
                      </c:pt>
                      <c:pt idx="872">
                        <c:v>29682</c:v>
                      </c:pt>
                      <c:pt idx="873">
                        <c:v>29715</c:v>
                      </c:pt>
                      <c:pt idx="874">
                        <c:v>29749</c:v>
                      </c:pt>
                      <c:pt idx="875">
                        <c:v>29782</c:v>
                      </c:pt>
                      <c:pt idx="876">
                        <c:v>29815</c:v>
                      </c:pt>
                      <c:pt idx="877">
                        <c:v>29849</c:v>
                      </c:pt>
                      <c:pt idx="878">
                        <c:v>29882</c:v>
                      </c:pt>
                      <c:pt idx="879">
                        <c:v>29915</c:v>
                      </c:pt>
                      <c:pt idx="880">
                        <c:v>29949</c:v>
                      </c:pt>
                      <c:pt idx="881">
                        <c:v>29982</c:v>
                      </c:pt>
                      <c:pt idx="882">
                        <c:v>30015</c:v>
                      </c:pt>
                      <c:pt idx="883">
                        <c:v>30049</c:v>
                      </c:pt>
                      <c:pt idx="884">
                        <c:v>30082</c:v>
                      </c:pt>
                      <c:pt idx="885">
                        <c:v>30115</c:v>
                      </c:pt>
                      <c:pt idx="886">
                        <c:v>30149</c:v>
                      </c:pt>
                      <c:pt idx="887">
                        <c:v>30182</c:v>
                      </c:pt>
                      <c:pt idx="888">
                        <c:v>30215</c:v>
                      </c:pt>
                      <c:pt idx="889">
                        <c:v>30249</c:v>
                      </c:pt>
                      <c:pt idx="890">
                        <c:v>30282</c:v>
                      </c:pt>
                      <c:pt idx="891">
                        <c:v>30315</c:v>
                      </c:pt>
                      <c:pt idx="892">
                        <c:v>30349</c:v>
                      </c:pt>
                      <c:pt idx="893">
                        <c:v>30382</c:v>
                      </c:pt>
                      <c:pt idx="894">
                        <c:v>30415</c:v>
                      </c:pt>
                      <c:pt idx="895">
                        <c:v>30449</c:v>
                      </c:pt>
                      <c:pt idx="896">
                        <c:v>30482</c:v>
                      </c:pt>
                      <c:pt idx="897">
                        <c:v>30515</c:v>
                      </c:pt>
                      <c:pt idx="898">
                        <c:v>30549</c:v>
                      </c:pt>
                      <c:pt idx="899">
                        <c:v>30582</c:v>
                      </c:pt>
                      <c:pt idx="900">
                        <c:v>30615</c:v>
                      </c:pt>
                      <c:pt idx="901">
                        <c:v>30649</c:v>
                      </c:pt>
                      <c:pt idx="902">
                        <c:v>30682</c:v>
                      </c:pt>
                      <c:pt idx="903">
                        <c:v>30715</c:v>
                      </c:pt>
                      <c:pt idx="904">
                        <c:v>30749</c:v>
                      </c:pt>
                      <c:pt idx="905">
                        <c:v>30782</c:v>
                      </c:pt>
                      <c:pt idx="906">
                        <c:v>30815</c:v>
                      </c:pt>
                      <c:pt idx="907">
                        <c:v>30849</c:v>
                      </c:pt>
                      <c:pt idx="908">
                        <c:v>30882</c:v>
                      </c:pt>
                      <c:pt idx="909">
                        <c:v>30916</c:v>
                      </c:pt>
                      <c:pt idx="910">
                        <c:v>30949</c:v>
                      </c:pt>
                      <c:pt idx="911">
                        <c:v>30982</c:v>
                      </c:pt>
                      <c:pt idx="912">
                        <c:v>31016</c:v>
                      </c:pt>
                      <c:pt idx="913">
                        <c:v>31049</c:v>
                      </c:pt>
                      <c:pt idx="914">
                        <c:v>31082</c:v>
                      </c:pt>
                      <c:pt idx="915">
                        <c:v>31116</c:v>
                      </c:pt>
                      <c:pt idx="916">
                        <c:v>31149</c:v>
                      </c:pt>
                      <c:pt idx="917">
                        <c:v>31182</c:v>
                      </c:pt>
                      <c:pt idx="918">
                        <c:v>31216</c:v>
                      </c:pt>
                      <c:pt idx="919">
                        <c:v>31249</c:v>
                      </c:pt>
                      <c:pt idx="920">
                        <c:v>31282</c:v>
                      </c:pt>
                      <c:pt idx="921">
                        <c:v>31316</c:v>
                      </c:pt>
                      <c:pt idx="922">
                        <c:v>31349</c:v>
                      </c:pt>
                      <c:pt idx="923">
                        <c:v>31382</c:v>
                      </c:pt>
                      <c:pt idx="924">
                        <c:v>31416</c:v>
                      </c:pt>
                      <c:pt idx="925">
                        <c:v>31449</c:v>
                      </c:pt>
                      <c:pt idx="926">
                        <c:v>31482</c:v>
                      </c:pt>
                      <c:pt idx="927">
                        <c:v>31516</c:v>
                      </c:pt>
                      <c:pt idx="928">
                        <c:v>31549</c:v>
                      </c:pt>
                      <c:pt idx="929">
                        <c:v>31582</c:v>
                      </c:pt>
                      <c:pt idx="930">
                        <c:v>31616</c:v>
                      </c:pt>
                      <c:pt idx="931">
                        <c:v>31649</c:v>
                      </c:pt>
                      <c:pt idx="932">
                        <c:v>31682</c:v>
                      </c:pt>
                      <c:pt idx="933">
                        <c:v>31716</c:v>
                      </c:pt>
                      <c:pt idx="934">
                        <c:v>31749</c:v>
                      </c:pt>
                      <c:pt idx="935">
                        <c:v>31782</c:v>
                      </c:pt>
                      <c:pt idx="936">
                        <c:v>31816</c:v>
                      </c:pt>
                      <c:pt idx="937">
                        <c:v>31849</c:v>
                      </c:pt>
                      <c:pt idx="938">
                        <c:v>31882</c:v>
                      </c:pt>
                      <c:pt idx="939">
                        <c:v>31916</c:v>
                      </c:pt>
                      <c:pt idx="940">
                        <c:v>31949</c:v>
                      </c:pt>
                      <c:pt idx="941">
                        <c:v>31982</c:v>
                      </c:pt>
                      <c:pt idx="942">
                        <c:v>32016</c:v>
                      </c:pt>
                      <c:pt idx="943">
                        <c:v>32049</c:v>
                      </c:pt>
                      <c:pt idx="944">
                        <c:v>32082</c:v>
                      </c:pt>
                      <c:pt idx="945">
                        <c:v>32116</c:v>
                      </c:pt>
                      <c:pt idx="946">
                        <c:v>32149</c:v>
                      </c:pt>
                      <c:pt idx="947">
                        <c:v>32182</c:v>
                      </c:pt>
                      <c:pt idx="948">
                        <c:v>32216</c:v>
                      </c:pt>
                      <c:pt idx="949">
                        <c:v>32249</c:v>
                      </c:pt>
                      <c:pt idx="950">
                        <c:v>32282</c:v>
                      </c:pt>
                      <c:pt idx="951">
                        <c:v>32316</c:v>
                      </c:pt>
                      <c:pt idx="952">
                        <c:v>32349</c:v>
                      </c:pt>
                      <c:pt idx="953">
                        <c:v>32382</c:v>
                      </c:pt>
                      <c:pt idx="954">
                        <c:v>32416</c:v>
                      </c:pt>
                      <c:pt idx="955">
                        <c:v>32449</c:v>
                      </c:pt>
                      <c:pt idx="956">
                        <c:v>32482</c:v>
                      </c:pt>
                      <c:pt idx="957">
                        <c:v>32516</c:v>
                      </c:pt>
                      <c:pt idx="958">
                        <c:v>32549</c:v>
                      </c:pt>
                      <c:pt idx="959">
                        <c:v>32582</c:v>
                      </c:pt>
                      <c:pt idx="960">
                        <c:v>32616</c:v>
                      </c:pt>
                      <c:pt idx="961">
                        <c:v>32649</c:v>
                      </c:pt>
                      <c:pt idx="962">
                        <c:v>32682</c:v>
                      </c:pt>
                      <c:pt idx="963">
                        <c:v>32716</c:v>
                      </c:pt>
                      <c:pt idx="964">
                        <c:v>32749</c:v>
                      </c:pt>
                      <c:pt idx="965">
                        <c:v>32782</c:v>
                      </c:pt>
                      <c:pt idx="966">
                        <c:v>32816</c:v>
                      </c:pt>
                      <c:pt idx="967">
                        <c:v>32849</c:v>
                      </c:pt>
                      <c:pt idx="968">
                        <c:v>32882</c:v>
                      </c:pt>
                      <c:pt idx="969">
                        <c:v>32916</c:v>
                      </c:pt>
                      <c:pt idx="970">
                        <c:v>32949</c:v>
                      </c:pt>
                      <c:pt idx="971">
                        <c:v>32982</c:v>
                      </c:pt>
                      <c:pt idx="972">
                        <c:v>33016</c:v>
                      </c:pt>
                      <c:pt idx="973">
                        <c:v>33049</c:v>
                      </c:pt>
                      <c:pt idx="974">
                        <c:v>33083</c:v>
                      </c:pt>
                      <c:pt idx="975">
                        <c:v>33116</c:v>
                      </c:pt>
                      <c:pt idx="976">
                        <c:v>33149</c:v>
                      </c:pt>
                      <c:pt idx="977">
                        <c:v>33183</c:v>
                      </c:pt>
                      <c:pt idx="978">
                        <c:v>33216</c:v>
                      </c:pt>
                      <c:pt idx="979">
                        <c:v>33249</c:v>
                      </c:pt>
                      <c:pt idx="980">
                        <c:v>33283</c:v>
                      </c:pt>
                      <c:pt idx="981">
                        <c:v>33316</c:v>
                      </c:pt>
                      <c:pt idx="982">
                        <c:v>33349</c:v>
                      </c:pt>
                      <c:pt idx="983">
                        <c:v>33383</c:v>
                      </c:pt>
                      <c:pt idx="984">
                        <c:v>33416</c:v>
                      </c:pt>
                      <c:pt idx="985">
                        <c:v>33449</c:v>
                      </c:pt>
                      <c:pt idx="986">
                        <c:v>33483</c:v>
                      </c:pt>
                      <c:pt idx="987">
                        <c:v>33516</c:v>
                      </c:pt>
                      <c:pt idx="988">
                        <c:v>33549</c:v>
                      </c:pt>
                      <c:pt idx="989">
                        <c:v>33583</c:v>
                      </c:pt>
                      <c:pt idx="990">
                        <c:v>33616</c:v>
                      </c:pt>
                    </c:numCache>
                  </c:numRef>
                </c:cat>
                <c:val>
                  <c:numLit>
                    <c:formatCode>General</c:formatCode>
                    <c:ptCount val="1"/>
                    <c:pt idx="0">
                      <c:v>1</c:v>
                    </c:pt>
                  </c:numLit>
                </c:val>
                <c:smooth val="0"/>
                <c:extLst>
                  <c:ext xmlns:c16="http://schemas.microsoft.com/office/drawing/2014/chart" uri="{C3380CC4-5D6E-409C-BE32-E72D297353CC}">
                    <c16:uniqueId val="{00000003-6054-467D-ABFF-B071DE65768C}"/>
                  </c:ext>
                </c:extLst>
              </c15:ser>
            </c15:filteredLineSeries>
          </c:ext>
        </c:extLst>
      </c:lineChart>
      <c:catAx>
        <c:axId val="1251842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251841960"/>
        <c:crosses val="autoZero"/>
        <c:auto val="0"/>
        <c:lblAlgn val="ctr"/>
        <c:lblOffset val="100"/>
        <c:noMultiLvlLbl val="0"/>
      </c:catAx>
      <c:valAx>
        <c:axId val="1251841960"/>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ja-JP" altLang="en-US"/>
                  <a:t>瞳孔面積［</a:t>
                </a:r>
                <a:r>
                  <a:rPr lang="en-US" altLang="ja-JP"/>
                  <a:t>dot]</a:t>
                </a:r>
                <a:endParaRPr lang="ja-JP" alt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ja-JP" alt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251842680"/>
        <c:crosses val="autoZero"/>
        <c:crossBetween val="between"/>
      </c:valAx>
      <c:valAx>
        <c:axId val="1251836560"/>
        <c:scaling>
          <c:orientation val="minMax"/>
        </c:scaling>
        <c:delete val="0"/>
        <c:axPos val="r"/>
        <c:title>
          <c:tx>
            <c:rich>
              <a:bodyPr rot="0" spcFirstLastPara="1" vertOverflow="ellipsis" wrap="square" anchor="ctr" anchorCtr="1"/>
              <a:lstStyle/>
              <a:p>
                <a:pPr>
                  <a:defRPr sz="1000" b="0" i="0" u="none" strike="noStrike" kern="1200" baseline="0">
                    <a:solidFill>
                      <a:schemeClr val="tx1">
                        <a:lumMod val="65000"/>
                        <a:lumOff val="35000"/>
                      </a:schemeClr>
                    </a:solidFill>
                    <a:latin typeface="+mn-lt"/>
                    <a:ea typeface="+mn-ea"/>
                    <a:cs typeface="+mn-cs"/>
                  </a:defRPr>
                </a:pPr>
                <a:r>
                  <a:rPr lang="ja-JP" altLang="en-US" dirty="0"/>
                  <a:t>時間</a:t>
                </a:r>
                <a:r>
                  <a:rPr lang="en-US" altLang="ja-JP" dirty="0"/>
                  <a:t>[</a:t>
                </a:r>
                <a:r>
                  <a:rPr lang="en-US" altLang="ja-JP" dirty="0" err="1"/>
                  <a:t>ms</a:t>
                </a:r>
                <a:r>
                  <a:rPr lang="en-US" altLang="ja-JP" dirty="0"/>
                  <a:t>]</a:t>
                </a:r>
              </a:p>
            </c:rich>
          </c:tx>
          <c:layout>
            <c:manualLayout>
              <c:xMode val="edge"/>
              <c:yMode val="edge"/>
              <c:x val="0.88659454374412039"/>
              <c:y val="0.69554500394445018"/>
            </c:manualLayout>
          </c:layout>
          <c:overlay val="0"/>
          <c:spPr>
            <a:noFill/>
            <a:ln>
              <a:noFill/>
            </a:ln>
            <a:effectLst/>
          </c:spPr>
          <c:txPr>
            <a:bodyPr rot="0" spcFirstLastPara="1" vertOverflow="ellipsis"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ja-JP"/>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251840160"/>
        <c:crosses val="max"/>
        <c:crossBetween val="between"/>
      </c:valAx>
      <c:catAx>
        <c:axId val="1251840160"/>
        <c:scaling>
          <c:orientation val="minMax"/>
        </c:scaling>
        <c:delete val="1"/>
        <c:axPos val="b"/>
        <c:majorTickMark val="out"/>
        <c:minorTickMark val="none"/>
        <c:tickLblPos val="nextTo"/>
        <c:crossAx val="1251836560"/>
        <c:crosses val="autoZero"/>
        <c:auto val="0"/>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ja-JP" altLang="en-US" sz="1100" dirty="0">
                <a:solidFill>
                  <a:schemeClr val="tx1"/>
                </a:solidFill>
              </a:rPr>
              <a:t>中波長光</a:t>
            </a:r>
            <a:r>
              <a:rPr lang="en-US" altLang="ja-JP" sz="1100" dirty="0">
                <a:solidFill>
                  <a:schemeClr val="tx1"/>
                </a:solidFill>
              </a:rPr>
              <a:t>217.2</a:t>
            </a:r>
            <a:r>
              <a:rPr lang="en-US" altLang="ja-JP" sz="800" b="0" i="0" u="none" strike="noStrike" kern="1200" spc="0" baseline="0" dirty="0">
                <a:solidFill>
                  <a:prstClr val="black">
                    <a:lumMod val="65000"/>
                    <a:lumOff val="35000"/>
                  </a:prstClr>
                </a:solidFill>
              </a:rPr>
              <a:t>cd/m</a:t>
            </a:r>
            <a:r>
              <a:rPr lang="en-US" altLang="ja-JP" sz="800" b="0" i="0" u="none" strike="noStrike" kern="1200" spc="0" baseline="30000" dirty="0">
                <a:solidFill>
                  <a:prstClr val="black">
                    <a:lumMod val="65000"/>
                    <a:lumOff val="35000"/>
                  </a:prstClr>
                </a:solidFill>
              </a:rPr>
              <a:t>2</a:t>
            </a:r>
            <a:endParaRPr lang="ja-JP" altLang="en-US" sz="1100" dirty="0">
              <a:solidFill>
                <a:schemeClr val="tx1"/>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ja-JP" altLang="en-US"/>
        </a:p>
      </c:txPr>
    </c:title>
    <c:autoTitleDeleted val="0"/>
    <c:plotArea>
      <c:layout>
        <c:manualLayout>
          <c:layoutTarget val="inner"/>
          <c:xMode val="edge"/>
          <c:yMode val="edge"/>
          <c:x val="0.15382756424026489"/>
          <c:y val="0.24199772759974"/>
          <c:w val="0.71984948259642523"/>
          <c:h val="0.33998680221683064"/>
        </c:manualLayout>
      </c:layout>
      <c:barChart>
        <c:barDir val="col"/>
        <c:grouping val="clustered"/>
        <c:varyColors val="0"/>
        <c:ser>
          <c:idx val="0"/>
          <c:order val="0"/>
          <c:tx>
            <c:strRef>
              <c:f>発表用!$D$1:$D$2</c:f>
              <c:strCache>
                <c:ptCount val="2"/>
                <c:pt idx="0">
                  <c:v>カテゴリ</c:v>
                </c:pt>
                <c:pt idx="1">
                  <c:v>短波長光</c:v>
                </c:pt>
              </c:strCache>
            </c:strRef>
          </c:tx>
          <c:spPr>
            <a:solidFill>
              <a:srgbClr val="0070C0"/>
            </a:solidFill>
            <a:ln>
              <a:noFill/>
            </a:ln>
            <a:effectLst/>
          </c:spPr>
          <c:invertIfNegative val="0"/>
          <c:cat>
            <c:numRef>
              <c:f>発表用!$B$3:$B$1022</c:f>
              <c:numCache>
                <c:formatCode>General</c:formatCode>
                <c:ptCount val="1020"/>
                <c:pt idx="0">
                  <c:v>2448</c:v>
                </c:pt>
                <c:pt idx="1">
                  <c:v>2482</c:v>
                </c:pt>
                <c:pt idx="2">
                  <c:v>2515</c:v>
                </c:pt>
                <c:pt idx="3">
                  <c:v>2548</c:v>
                </c:pt>
                <c:pt idx="4">
                  <c:v>2582</c:v>
                </c:pt>
                <c:pt idx="5">
                  <c:v>2615</c:v>
                </c:pt>
                <c:pt idx="6">
                  <c:v>2648</c:v>
                </c:pt>
                <c:pt idx="7">
                  <c:v>2682</c:v>
                </c:pt>
                <c:pt idx="8">
                  <c:v>2715</c:v>
                </c:pt>
                <c:pt idx="9">
                  <c:v>2748</c:v>
                </c:pt>
                <c:pt idx="10">
                  <c:v>2782</c:v>
                </c:pt>
                <c:pt idx="11">
                  <c:v>2815</c:v>
                </c:pt>
                <c:pt idx="12">
                  <c:v>2848</c:v>
                </c:pt>
                <c:pt idx="13">
                  <c:v>2882</c:v>
                </c:pt>
                <c:pt idx="14">
                  <c:v>2915</c:v>
                </c:pt>
                <c:pt idx="15">
                  <c:v>2948</c:v>
                </c:pt>
                <c:pt idx="16">
                  <c:v>2982</c:v>
                </c:pt>
                <c:pt idx="17">
                  <c:v>3015</c:v>
                </c:pt>
                <c:pt idx="18">
                  <c:v>3048</c:v>
                </c:pt>
                <c:pt idx="19">
                  <c:v>3082</c:v>
                </c:pt>
                <c:pt idx="20">
                  <c:v>3115</c:v>
                </c:pt>
                <c:pt idx="21">
                  <c:v>3148</c:v>
                </c:pt>
                <c:pt idx="22">
                  <c:v>3182</c:v>
                </c:pt>
                <c:pt idx="23">
                  <c:v>3215</c:v>
                </c:pt>
                <c:pt idx="24">
                  <c:v>3248</c:v>
                </c:pt>
                <c:pt idx="25">
                  <c:v>3282</c:v>
                </c:pt>
                <c:pt idx="26">
                  <c:v>3315</c:v>
                </c:pt>
                <c:pt idx="27">
                  <c:v>3348</c:v>
                </c:pt>
                <c:pt idx="28">
                  <c:v>3382</c:v>
                </c:pt>
                <c:pt idx="29">
                  <c:v>3415</c:v>
                </c:pt>
                <c:pt idx="30">
                  <c:v>3448</c:v>
                </c:pt>
                <c:pt idx="31">
                  <c:v>3482</c:v>
                </c:pt>
                <c:pt idx="32">
                  <c:v>3515</c:v>
                </c:pt>
                <c:pt idx="33">
                  <c:v>3548</c:v>
                </c:pt>
                <c:pt idx="34">
                  <c:v>3582</c:v>
                </c:pt>
                <c:pt idx="35">
                  <c:v>3615</c:v>
                </c:pt>
                <c:pt idx="36">
                  <c:v>3648</c:v>
                </c:pt>
                <c:pt idx="37">
                  <c:v>3682</c:v>
                </c:pt>
                <c:pt idx="38">
                  <c:v>3715</c:v>
                </c:pt>
                <c:pt idx="39">
                  <c:v>3748</c:v>
                </c:pt>
                <c:pt idx="40">
                  <c:v>3782</c:v>
                </c:pt>
                <c:pt idx="41">
                  <c:v>3815</c:v>
                </c:pt>
                <c:pt idx="42">
                  <c:v>3848</c:v>
                </c:pt>
                <c:pt idx="43">
                  <c:v>3882</c:v>
                </c:pt>
                <c:pt idx="44">
                  <c:v>3915</c:v>
                </c:pt>
                <c:pt idx="45">
                  <c:v>3948</c:v>
                </c:pt>
                <c:pt idx="46">
                  <c:v>3982</c:v>
                </c:pt>
                <c:pt idx="47">
                  <c:v>4015</c:v>
                </c:pt>
                <c:pt idx="48">
                  <c:v>4048</c:v>
                </c:pt>
                <c:pt idx="49">
                  <c:v>4082</c:v>
                </c:pt>
                <c:pt idx="50">
                  <c:v>4115</c:v>
                </c:pt>
                <c:pt idx="51">
                  <c:v>4148</c:v>
                </c:pt>
                <c:pt idx="52">
                  <c:v>4182</c:v>
                </c:pt>
                <c:pt idx="53">
                  <c:v>4215</c:v>
                </c:pt>
                <c:pt idx="54">
                  <c:v>4248</c:v>
                </c:pt>
                <c:pt idx="55">
                  <c:v>4282</c:v>
                </c:pt>
                <c:pt idx="56">
                  <c:v>4315</c:v>
                </c:pt>
                <c:pt idx="57">
                  <c:v>4348</c:v>
                </c:pt>
                <c:pt idx="58">
                  <c:v>4382</c:v>
                </c:pt>
                <c:pt idx="59">
                  <c:v>4415</c:v>
                </c:pt>
                <c:pt idx="60">
                  <c:v>4448</c:v>
                </c:pt>
                <c:pt idx="61">
                  <c:v>4482</c:v>
                </c:pt>
                <c:pt idx="62">
                  <c:v>4515</c:v>
                </c:pt>
                <c:pt idx="63">
                  <c:v>4548</c:v>
                </c:pt>
                <c:pt idx="64">
                  <c:v>4582</c:v>
                </c:pt>
                <c:pt idx="65">
                  <c:v>4615</c:v>
                </c:pt>
                <c:pt idx="66">
                  <c:v>4648</c:v>
                </c:pt>
                <c:pt idx="67">
                  <c:v>4682</c:v>
                </c:pt>
                <c:pt idx="68">
                  <c:v>4715</c:v>
                </c:pt>
                <c:pt idx="69">
                  <c:v>4748</c:v>
                </c:pt>
                <c:pt idx="70">
                  <c:v>4782</c:v>
                </c:pt>
                <c:pt idx="71">
                  <c:v>4815</c:v>
                </c:pt>
                <c:pt idx="72">
                  <c:v>4848</c:v>
                </c:pt>
                <c:pt idx="73">
                  <c:v>4882</c:v>
                </c:pt>
                <c:pt idx="74">
                  <c:v>4915</c:v>
                </c:pt>
                <c:pt idx="75">
                  <c:v>4948</c:v>
                </c:pt>
                <c:pt idx="76">
                  <c:v>4982</c:v>
                </c:pt>
                <c:pt idx="77">
                  <c:v>5015</c:v>
                </c:pt>
                <c:pt idx="78">
                  <c:v>5048</c:v>
                </c:pt>
                <c:pt idx="79">
                  <c:v>5082</c:v>
                </c:pt>
                <c:pt idx="80">
                  <c:v>5115</c:v>
                </c:pt>
                <c:pt idx="81">
                  <c:v>5148</c:v>
                </c:pt>
                <c:pt idx="82">
                  <c:v>5182</c:v>
                </c:pt>
                <c:pt idx="83">
                  <c:v>5215</c:v>
                </c:pt>
                <c:pt idx="84">
                  <c:v>5248</c:v>
                </c:pt>
                <c:pt idx="85">
                  <c:v>5282</c:v>
                </c:pt>
                <c:pt idx="86">
                  <c:v>5315</c:v>
                </c:pt>
                <c:pt idx="87">
                  <c:v>5348</c:v>
                </c:pt>
                <c:pt idx="88">
                  <c:v>5382</c:v>
                </c:pt>
                <c:pt idx="89">
                  <c:v>5415</c:v>
                </c:pt>
                <c:pt idx="90">
                  <c:v>5448</c:v>
                </c:pt>
                <c:pt idx="91">
                  <c:v>5482</c:v>
                </c:pt>
                <c:pt idx="92">
                  <c:v>5515</c:v>
                </c:pt>
                <c:pt idx="93">
                  <c:v>5548</c:v>
                </c:pt>
                <c:pt idx="94">
                  <c:v>5582</c:v>
                </c:pt>
                <c:pt idx="95">
                  <c:v>5615</c:v>
                </c:pt>
                <c:pt idx="96">
                  <c:v>5648</c:v>
                </c:pt>
                <c:pt idx="97">
                  <c:v>5682</c:v>
                </c:pt>
                <c:pt idx="98">
                  <c:v>5715</c:v>
                </c:pt>
                <c:pt idx="99">
                  <c:v>5748</c:v>
                </c:pt>
                <c:pt idx="100">
                  <c:v>5782</c:v>
                </c:pt>
                <c:pt idx="101">
                  <c:v>5815</c:v>
                </c:pt>
                <c:pt idx="102">
                  <c:v>5848</c:v>
                </c:pt>
                <c:pt idx="103">
                  <c:v>5882</c:v>
                </c:pt>
                <c:pt idx="104">
                  <c:v>5915</c:v>
                </c:pt>
                <c:pt idx="105">
                  <c:v>5948</c:v>
                </c:pt>
                <c:pt idx="106">
                  <c:v>5982</c:v>
                </c:pt>
                <c:pt idx="107">
                  <c:v>6015</c:v>
                </c:pt>
                <c:pt idx="108">
                  <c:v>6048</c:v>
                </c:pt>
                <c:pt idx="109">
                  <c:v>6082</c:v>
                </c:pt>
                <c:pt idx="110">
                  <c:v>6115</c:v>
                </c:pt>
                <c:pt idx="111">
                  <c:v>6148</c:v>
                </c:pt>
                <c:pt idx="112">
                  <c:v>6182</c:v>
                </c:pt>
                <c:pt idx="113">
                  <c:v>6215</c:v>
                </c:pt>
                <c:pt idx="114">
                  <c:v>6248</c:v>
                </c:pt>
                <c:pt idx="115">
                  <c:v>6282</c:v>
                </c:pt>
                <c:pt idx="116">
                  <c:v>6315</c:v>
                </c:pt>
                <c:pt idx="117">
                  <c:v>6348</c:v>
                </c:pt>
                <c:pt idx="118">
                  <c:v>6382</c:v>
                </c:pt>
                <c:pt idx="119">
                  <c:v>6415</c:v>
                </c:pt>
                <c:pt idx="120">
                  <c:v>6448</c:v>
                </c:pt>
                <c:pt idx="121">
                  <c:v>6482</c:v>
                </c:pt>
                <c:pt idx="122">
                  <c:v>6515</c:v>
                </c:pt>
                <c:pt idx="123">
                  <c:v>6548</c:v>
                </c:pt>
                <c:pt idx="124">
                  <c:v>6582</c:v>
                </c:pt>
                <c:pt idx="125">
                  <c:v>6615</c:v>
                </c:pt>
                <c:pt idx="126">
                  <c:v>6648</c:v>
                </c:pt>
                <c:pt idx="127">
                  <c:v>6682</c:v>
                </c:pt>
                <c:pt idx="128">
                  <c:v>6715</c:v>
                </c:pt>
                <c:pt idx="129">
                  <c:v>6748</c:v>
                </c:pt>
                <c:pt idx="130">
                  <c:v>6782</c:v>
                </c:pt>
                <c:pt idx="131">
                  <c:v>6815</c:v>
                </c:pt>
                <c:pt idx="132">
                  <c:v>6848</c:v>
                </c:pt>
                <c:pt idx="133">
                  <c:v>6882</c:v>
                </c:pt>
                <c:pt idx="134">
                  <c:v>6915</c:v>
                </c:pt>
                <c:pt idx="135">
                  <c:v>6948</c:v>
                </c:pt>
                <c:pt idx="136">
                  <c:v>6982</c:v>
                </c:pt>
                <c:pt idx="137">
                  <c:v>7015</c:v>
                </c:pt>
                <c:pt idx="138">
                  <c:v>7048</c:v>
                </c:pt>
                <c:pt idx="139">
                  <c:v>7082</c:v>
                </c:pt>
                <c:pt idx="140">
                  <c:v>7115</c:v>
                </c:pt>
                <c:pt idx="141">
                  <c:v>7148</c:v>
                </c:pt>
                <c:pt idx="142">
                  <c:v>7182</c:v>
                </c:pt>
                <c:pt idx="143">
                  <c:v>7215</c:v>
                </c:pt>
                <c:pt idx="144">
                  <c:v>7248</c:v>
                </c:pt>
                <c:pt idx="145">
                  <c:v>7282</c:v>
                </c:pt>
                <c:pt idx="146">
                  <c:v>7315</c:v>
                </c:pt>
                <c:pt idx="147">
                  <c:v>7348</c:v>
                </c:pt>
                <c:pt idx="148">
                  <c:v>7382</c:v>
                </c:pt>
                <c:pt idx="149">
                  <c:v>7415</c:v>
                </c:pt>
                <c:pt idx="150">
                  <c:v>7448</c:v>
                </c:pt>
                <c:pt idx="151">
                  <c:v>7482</c:v>
                </c:pt>
                <c:pt idx="152">
                  <c:v>7515</c:v>
                </c:pt>
                <c:pt idx="153">
                  <c:v>7548</c:v>
                </c:pt>
                <c:pt idx="154">
                  <c:v>7582</c:v>
                </c:pt>
                <c:pt idx="155">
                  <c:v>7615</c:v>
                </c:pt>
                <c:pt idx="156">
                  <c:v>7648</c:v>
                </c:pt>
                <c:pt idx="157">
                  <c:v>7682</c:v>
                </c:pt>
                <c:pt idx="158">
                  <c:v>7715</c:v>
                </c:pt>
                <c:pt idx="159">
                  <c:v>7748</c:v>
                </c:pt>
                <c:pt idx="160">
                  <c:v>7782</c:v>
                </c:pt>
                <c:pt idx="161">
                  <c:v>7815</c:v>
                </c:pt>
                <c:pt idx="162">
                  <c:v>7848</c:v>
                </c:pt>
                <c:pt idx="163">
                  <c:v>7882</c:v>
                </c:pt>
                <c:pt idx="164">
                  <c:v>7915</c:v>
                </c:pt>
                <c:pt idx="165">
                  <c:v>7948</c:v>
                </c:pt>
                <c:pt idx="166">
                  <c:v>7982</c:v>
                </c:pt>
                <c:pt idx="167">
                  <c:v>8015</c:v>
                </c:pt>
                <c:pt idx="168">
                  <c:v>8048</c:v>
                </c:pt>
                <c:pt idx="169">
                  <c:v>8082</c:v>
                </c:pt>
                <c:pt idx="170">
                  <c:v>8115</c:v>
                </c:pt>
                <c:pt idx="171">
                  <c:v>8148</c:v>
                </c:pt>
                <c:pt idx="172">
                  <c:v>8182</c:v>
                </c:pt>
                <c:pt idx="173">
                  <c:v>8215</c:v>
                </c:pt>
                <c:pt idx="174">
                  <c:v>8248</c:v>
                </c:pt>
                <c:pt idx="175">
                  <c:v>8282</c:v>
                </c:pt>
                <c:pt idx="176">
                  <c:v>8315</c:v>
                </c:pt>
                <c:pt idx="177">
                  <c:v>8348</c:v>
                </c:pt>
                <c:pt idx="178">
                  <c:v>8382</c:v>
                </c:pt>
                <c:pt idx="179">
                  <c:v>8415</c:v>
                </c:pt>
                <c:pt idx="180">
                  <c:v>8448</c:v>
                </c:pt>
                <c:pt idx="181">
                  <c:v>8482</c:v>
                </c:pt>
                <c:pt idx="182">
                  <c:v>8515</c:v>
                </c:pt>
                <c:pt idx="183">
                  <c:v>8548</c:v>
                </c:pt>
                <c:pt idx="184">
                  <c:v>8582</c:v>
                </c:pt>
                <c:pt idx="185">
                  <c:v>8615</c:v>
                </c:pt>
                <c:pt idx="186">
                  <c:v>8648</c:v>
                </c:pt>
                <c:pt idx="187">
                  <c:v>8682</c:v>
                </c:pt>
                <c:pt idx="188">
                  <c:v>8715</c:v>
                </c:pt>
                <c:pt idx="189">
                  <c:v>8748</c:v>
                </c:pt>
                <c:pt idx="190">
                  <c:v>8782</c:v>
                </c:pt>
                <c:pt idx="191">
                  <c:v>8815</c:v>
                </c:pt>
                <c:pt idx="192">
                  <c:v>8848</c:v>
                </c:pt>
                <c:pt idx="193">
                  <c:v>8882</c:v>
                </c:pt>
                <c:pt idx="194">
                  <c:v>8915</c:v>
                </c:pt>
                <c:pt idx="195">
                  <c:v>8948</c:v>
                </c:pt>
                <c:pt idx="196">
                  <c:v>8982</c:v>
                </c:pt>
                <c:pt idx="197">
                  <c:v>9015</c:v>
                </c:pt>
                <c:pt idx="198">
                  <c:v>9048</c:v>
                </c:pt>
                <c:pt idx="199">
                  <c:v>9082</c:v>
                </c:pt>
                <c:pt idx="200">
                  <c:v>9115</c:v>
                </c:pt>
                <c:pt idx="201">
                  <c:v>9148</c:v>
                </c:pt>
                <c:pt idx="202">
                  <c:v>9182</c:v>
                </c:pt>
                <c:pt idx="203">
                  <c:v>9215</c:v>
                </c:pt>
                <c:pt idx="204">
                  <c:v>9248</c:v>
                </c:pt>
                <c:pt idx="205">
                  <c:v>9282</c:v>
                </c:pt>
                <c:pt idx="206">
                  <c:v>9315</c:v>
                </c:pt>
                <c:pt idx="207">
                  <c:v>9348</c:v>
                </c:pt>
                <c:pt idx="208">
                  <c:v>9382</c:v>
                </c:pt>
                <c:pt idx="209">
                  <c:v>9415</c:v>
                </c:pt>
                <c:pt idx="210">
                  <c:v>9448</c:v>
                </c:pt>
                <c:pt idx="211">
                  <c:v>9482</c:v>
                </c:pt>
                <c:pt idx="212">
                  <c:v>9515</c:v>
                </c:pt>
                <c:pt idx="213">
                  <c:v>9549</c:v>
                </c:pt>
                <c:pt idx="214">
                  <c:v>9582</c:v>
                </c:pt>
                <c:pt idx="215">
                  <c:v>9615</c:v>
                </c:pt>
                <c:pt idx="216">
                  <c:v>9649</c:v>
                </c:pt>
                <c:pt idx="217">
                  <c:v>9682</c:v>
                </c:pt>
                <c:pt idx="218">
                  <c:v>9715</c:v>
                </c:pt>
                <c:pt idx="219">
                  <c:v>9749</c:v>
                </c:pt>
                <c:pt idx="220">
                  <c:v>9782</c:v>
                </c:pt>
                <c:pt idx="221">
                  <c:v>9815</c:v>
                </c:pt>
                <c:pt idx="222">
                  <c:v>9849</c:v>
                </c:pt>
                <c:pt idx="223">
                  <c:v>9882</c:v>
                </c:pt>
                <c:pt idx="224">
                  <c:v>9915</c:v>
                </c:pt>
                <c:pt idx="225">
                  <c:v>9949</c:v>
                </c:pt>
                <c:pt idx="226">
                  <c:v>9982</c:v>
                </c:pt>
                <c:pt idx="227">
                  <c:v>10015</c:v>
                </c:pt>
                <c:pt idx="228">
                  <c:v>10049</c:v>
                </c:pt>
                <c:pt idx="229">
                  <c:v>10082</c:v>
                </c:pt>
                <c:pt idx="230">
                  <c:v>10115</c:v>
                </c:pt>
                <c:pt idx="231">
                  <c:v>10149</c:v>
                </c:pt>
                <c:pt idx="232">
                  <c:v>10182</c:v>
                </c:pt>
                <c:pt idx="233">
                  <c:v>10215</c:v>
                </c:pt>
                <c:pt idx="234">
                  <c:v>10249</c:v>
                </c:pt>
                <c:pt idx="235">
                  <c:v>10282</c:v>
                </c:pt>
                <c:pt idx="236">
                  <c:v>10315</c:v>
                </c:pt>
                <c:pt idx="237">
                  <c:v>10349</c:v>
                </c:pt>
                <c:pt idx="238">
                  <c:v>10382</c:v>
                </c:pt>
                <c:pt idx="239">
                  <c:v>10415</c:v>
                </c:pt>
                <c:pt idx="240">
                  <c:v>10449</c:v>
                </c:pt>
                <c:pt idx="241">
                  <c:v>10482</c:v>
                </c:pt>
                <c:pt idx="242">
                  <c:v>10515</c:v>
                </c:pt>
                <c:pt idx="243">
                  <c:v>10549</c:v>
                </c:pt>
                <c:pt idx="244">
                  <c:v>10582</c:v>
                </c:pt>
                <c:pt idx="245">
                  <c:v>10615</c:v>
                </c:pt>
                <c:pt idx="246">
                  <c:v>10649</c:v>
                </c:pt>
                <c:pt idx="247">
                  <c:v>10682</c:v>
                </c:pt>
                <c:pt idx="248">
                  <c:v>10715</c:v>
                </c:pt>
                <c:pt idx="249">
                  <c:v>10749</c:v>
                </c:pt>
                <c:pt idx="250">
                  <c:v>10782</c:v>
                </c:pt>
                <c:pt idx="251">
                  <c:v>10815</c:v>
                </c:pt>
                <c:pt idx="252">
                  <c:v>10849</c:v>
                </c:pt>
                <c:pt idx="253">
                  <c:v>10882</c:v>
                </c:pt>
                <c:pt idx="254">
                  <c:v>10915</c:v>
                </c:pt>
                <c:pt idx="255">
                  <c:v>10949</c:v>
                </c:pt>
                <c:pt idx="256">
                  <c:v>10982</c:v>
                </c:pt>
                <c:pt idx="257">
                  <c:v>11015</c:v>
                </c:pt>
                <c:pt idx="258">
                  <c:v>11049</c:v>
                </c:pt>
                <c:pt idx="259">
                  <c:v>11082</c:v>
                </c:pt>
                <c:pt idx="260">
                  <c:v>11115</c:v>
                </c:pt>
                <c:pt idx="261">
                  <c:v>11149</c:v>
                </c:pt>
                <c:pt idx="262">
                  <c:v>11182</c:v>
                </c:pt>
                <c:pt idx="263">
                  <c:v>11215</c:v>
                </c:pt>
                <c:pt idx="264">
                  <c:v>11249</c:v>
                </c:pt>
                <c:pt idx="265">
                  <c:v>11282</c:v>
                </c:pt>
                <c:pt idx="266">
                  <c:v>11315</c:v>
                </c:pt>
                <c:pt idx="267">
                  <c:v>11349</c:v>
                </c:pt>
                <c:pt idx="268">
                  <c:v>11382</c:v>
                </c:pt>
                <c:pt idx="269">
                  <c:v>11415</c:v>
                </c:pt>
                <c:pt idx="270">
                  <c:v>11449</c:v>
                </c:pt>
                <c:pt idx="271">
                  <c:v>11482</c:v>
                </c:pt>
                <c:pt idx="272">
                  <c:v>11515</c:v>
                </c:pt>
                <c:pt idx="273">
                  <c:v>11549</c:v>
                </c:pt>
                <c:pt idx="274">
                  <c:v>11582</c:v>
                </c:pt>
                <c:pt idx="275">
                  <c:v>11615</c:v>
                </c:pt>
                <c:pt idx="276">
                  <c:v>11649</c:v>
                </c:pt>
                <c:pt idx="277">
                  <c:v>11682</c:v>
                </c:pt>
                <c:pt idx="278">
                  <c:v>11715</c:v>
                </c:pt>
                <c:pt idx="279">
                  <c:v>11749</c:v>
                </c:pt>
                <c:pt idx="280">
                  <c:v>11782</c:v>
                </c:pt>
                <c:pt idx="281">
                  <c:v>11815</c:v>
                </c:pt>
                <c:pt idx="282">
                  <c:v>11849</c:v>
                </c:pt>
                <c:pt idx="283">
                  <c:v>11882</c:v>
                </c:pt>
                <c:pt idx="284">
                  <c:v>11915</c:v>
                </c:pt>
                <c:pt idx="285">
                  <c:v>11949</c:v>
                </c:pt>
                <c:pt idx="286">
                  <c:v>11982</c:v>
                </c:pt>
                <c:pt idx="287">
                  <c:v>12015</c:v>
                </c:pt>
                <c:pt idx="288">
                  <c:v>12049</c:v>
                </c:pt>
                <c:pt idx="289">
                  <c:v>12082</c:v>
                </c:pt>
                <c:pt idx="290">
                  <c:v>12115</c:v>
                </c:pt>
                <c:pt idx="291">
                  <c:v>12149</c:v>
                </c:pt>
                <c:pt idx="292">
                  <c:v>12182</c:v>
                </c:pt>
                <c:pt idx="293">
                  <c:v>12215</c:v>
                </c:pt>
                <c:pt idx="294">
                  <c:v>12249</c:v>
                </c:pt>
                <c:pt idx="295">
                  <c:v>12282</c:v>
                </c:pt>
                <c:pt idx="296">
                  <c:v>12315</c:v>
                </c:pt>
                <c:pt idx="297">
                  <c:v>12349</c:v>
                </c:pt>
                <c:pt idx="298">
                  <c:v>12382</c:v>
                </c:pt>
                <c:pt idx="299">
                  <c:v>12415</c:v>
                </c:pt>
                <c:pt idx="300">
                  <c:v>12449</c:v>
                </c:pt>
                <c:pt idx="301">
                  <c:v>12482</c:v>
                </c:pt>
                <c:pt idx="302">
                  <c:v>12515</c:v>
                </c:pt>
                <c:pt idx="303">
                  <c:v>12549</c:v>
                </c:pt>
                <c:pt idx="304">
                  <c:v>12582</c:v>
                </c:pt>
                <c:pt idx="305">
                  <c:v>12615</c:v>
                </c:pt>
                <c:pt idx="306">
                  <c:v>12649</c:v>
                </c:pt>
                <c:pt idx="307">
                  <c:v>12682</c:v>
                </c:pt>
                <c:pt idx="308">
                  <c:v>12715</c:v>
                </c:pt>
                <c:pt idx="309">
                  <c:v>12749</c:v>
                </c:pt>
                <c:pt idx="310">
                  <c:v>12782</c:v>
                </c:pt>
                <c:pt idx="311">
                  <c:v>12815</c:v>
                </c:pt>
                <c:pt idx="312">
                  <c:v>12849</c:v>
                </c:pt>
                <c:pt idx="313">
                  <c:v>12882</c:v>
                </c:pt>
                <c:pt idx="314">
                  <c:v>12915</c:v>
                </c:pt>
                <c:pt idx="315">
                  <c:v>12949</c:v>
                </c:pt>
                <c:pt idx="316">
                  <c:v>12982</c:v>
                </c:pt>
                <c:pt idx="317">
                  <c:v>13016</c:v>
                </c:pt>
                <c:pt idx="318">
                  <c:v>13049</c:v>
                </c:pt>
                <c:pt idx="319">
                  <c:v>13082</c:v>
                </c:pt>
                <c:pt idx="320">
                  <c:v>13116</c:v>
                </c:pt>
                <c:pt idx="321">
                  <c:v>13149</c:v>
                </c:pt>
                <c:pt idx="322">
                  <c:v>13182</c:v>
                </c:pt>
                <c:pt idx="323">
                  <c:v>13216</c:v>
                </c:pt>
                <c:pt idx="324">
                  <c:v>13249</c:v>
                </c:pt>
                <c:pt idx="325">
                  <c:v>13282</c:v>
                </c:pt>
                <c:pt idx="326">
                  <c:v>13316</c:v>
                </c:pt>
                <c:pt idx="327">
                  <c:v>13349</c:v>
                </c:pt>
                <c:pt idx="328">
                  <c:v>13382</c:v>
                </c:pt>
                <c:pt idx="329">
                  <c:v>13416</c:v>
                </c:pt>
                <c:pt idx="330">
                  <c:v>13449</c:v>
                </c:pt>
                <c:pt idx="331">
                  <c:v>13482</c:v>
                </c:pt>
                <c:pt idx="332">
                  <c:v>13516</c:v>
                </c:pt>
                <c:pt idx="333">
                  <c:v>13549</c:v>
                </c:pt>
                <c:pt idx="334">
                  <c:v>13582</c:v>
                </c:pt>
                <c:pt idx="335">
                  <c:v>13616</c:v>
                </c:pt>
                <c:pt idx="336">
                  <c:v>13649</c:v>
                </c:pt>
                <c:pt idx="337">
                  <c:v>13682</c:v>
                </c:pt>
                <c:pt idx="338">
                  <c:v>13716</c:v>
                </c:pt>
                <c:pt idx="339">
                  <c:v>13749</c:v>
                </c:pt>
                <c:pt idx="340">
                  <c:v>13782</c:v>
                </c:pt>
                <c:pt idx="341">
                  <c:v>13816</c:v>
                </c:pt>
                <c:pt idx="342">
                  <c:v>13849</c:v>
                </c:pt>
                <c:pt idx="343">
                  <c:v>13882</c:v>
                </c:pt>
                <c:pt idx="344">
                  <c:v>13916</c:v>
                </c:pt>
                <c:pt idx="345">
                  <c:v>13949</c:v>
                </c:pt>
                <c:pt idx="346">
                  <c:v>13982</c:v>
                </c:pt>
                <c:pt idx="347">
                  <c:v>14016</c:v>
                </c:pt>
                <c:pt idx="348">
                  <c:v>14049</c:v>
                </c:pt>
                <c:pt idx="349">
                  <c:v>14082</c:v>
                </c:pt>
                <c:pt idx="350">
                  <c:v>14116</c:v>
                </c:pt>
                <c:pt idx="351">
                  <c:v>14149</c:v>
                </c:pt>
                <c:pt idx="352">
                  <c:v>14182</c:v>
                </c:pt>
                <c:pt idx="353">
                  <c:v>14216</c:v>
                </c:pt>
                <c:pt idx="354">
                  <c:v>14249</c:v>
                </c:pt>
                <c:pt idx="355">
                  <c:v>14282</c:v>
                </c:pt>
                <c:pt idx="356">
                  <c:v>14316</c:v>
                </c:pt>
                <c:pt idx="357">
                  <c:v>14349</c:v>
                </c:pt>
                <c:pt idx="358">
                  <c:v>14382</c:v>
                </c:pt>
                <c:pt idx="359">
                  <c:v>14416</c:v>
                </c:pt>
                <c:pt idx="360">
                  <c:v>14449</c:v>
                </c:pt>
                <c:pt idx="361">
                  <c:v>14482</c:v>
                </c:pt>
                <c:pt idx="362">
                  <c:v>14516</c:v>
                </c:pt>
                <c:pt idx="363">
                  <c:v>14549</c:v>
                </c:pt>
                <c:pt idx="364">
                  <c:v>14582</c:v>
                </c:pt>
                <c:pt idx="365">
                  <c:v>14616</c:v>
                </c:pt>
                <c:pt idx="366">
                  <c:v>14649</c:v>
                </c:pt>
                <c:pt idx="367">
                  <c:v>14682</c:v>
                </c:pt>
                <c:pt idx="368">
                  <c:v>14716</c:v>
                </c:pt>
                <c:pt idx="369">
                  <c:v>14749</c:v>
                </c:pt>
                <c:pt idx="370">
                  <c:v>14782</c:v>
                </c:pt>
                <c:pt idx="371">
                  <c:v>14816</c:v>
                </c:pt>
                <c:pt idx="372">
                  <c:v>14849</c:v>
                </c:pt>
                <c:pt idx="373">
                  <c:v>14882</c:v>
                </c:pt>
                <c:pt idx="374">
                  <c:v>14916</c:v>
                </c:pt>
                <c:pt idx="375">
                  <c:v>14949</c:v>
                </c:pt>
                <c:pt idx="376">
                  <c:v>14982</c:v>
                </c:pt>
                <c:pt idx="377">
                  <c:v>15016</c:v>
                </c:pt>
                <c:pt idx="378">
                  <c:v>15049</c:v>
                </c:pt>
                <c:pt idx="379">
                  <c:v>15082</c:v>
                </c:pt>
                <c:pt idx="380">
                  <c:v>15116</c:v>
                </c:pt>
                <c:pt idx="381">
                  <c:v>15149</c:v>
                </c:pt>
                <c:pt idx="382">
                  <c:v>15182</c:v>
                </c:pt>
                <c:pt idx="383">
                  <c:v>15216</c:v>
                </c:pt>
                <c:pt idx="384">
                  <c:v>15249</c:v>
                </c:pt>
                <c:pt idx="385">
                  <c:v>15283</c:v>
                </c:pt>
                <c:pt idx="386">
                  <c:v>15316</c:v>
                </c:pt>
                <c:pt idx="387">
                  <c:v>15349</c:v>
                </c:pt>
                <c:pt idx="388">
                  <c:v>15383</c:v>
                </c:pt>
                <c:pt idx="389">
                  <c:v>15416</c:v>
                </c:pt>
                <c:pt idx="390">
                  <c:v>15449</c:v>
                </c:pt>
                <c:pt idx="391">
                  <c:v>15483</c:v>
                </c:pt>
                <c:pt idx="392">
                  <c:v>15516</c:v>
                </c:pt>
                <c:pt idx="393">
                  <c:v>15549</c:v>
                </c:pt>
                <c:pt idx="394">
                  <c:v>15583</c:v>
                </c:pt>
                <c:pt idx="395">
                  <c:v>15616</c:v>
                </c:pt>
                <c:pt idx="396">
                  <c:v>15649</c:v>
                </c:pt>
                <c:pt idx="397">
                  <c:v>15683</c:v>
                </c:pt>
                <c:pt idx="398">
                  <c:v>15716</c:v>
                </c:pt>
                <c:pt idx="399">
                  <c:v>15749</c:v>
                </c:pt>
                <c:pt idx="400">
                  <c:v>15783</c:v>
                </c:pt>
                <c:pt idx="401">
                  <c:v>15816</c:v>
                </c:pt>
                <c:pt idx="402">
                  <c:v>15849</c:v>
                </c:pt>
                <c:pt idx="403">
                  <c:v>15883</c:v>
                </c:pt>
                <c:pt idx="404">
                  <c:v>15916</c:v>
                </c:pt>
                <c:pt idx="405">
                  <c:v>15949</c:v>
                </c:pt>
                <c:pt idx="406">
                  <c:v>15983</c:v>
                </c:pt>
                <c:pt idx="407">
                  <c:v>16016</c:v>
                </c:pt>
                <c:pt idx="408">
                  <c:v>16049</c:v>
                </c:pt>
                <c:pt idx="409">
                  <c:v>16083</c:v>
                </c:pt>
                <c:pt idx="410">
                  <c:v>16116</c:v>
                </c:pt>
                <c:pt idx="411">
                  <c:v>16149</c:v>
                </c:pt>
                <c:pt idx="412">
                  <c:v>16183</c:v>
                </c:pt>
                <c:pt idx="413">
                  <c:v>16216</c:v>
                </c:pt>
                <c:pt idx="414">
                  <c:v>16249</c:v>
                </c:pt>
                <c:pt idx="415">
                  <c:v>16283</c:v>
                </c:pt>
                <c:pt idx="416">
                  <c:v>16316</c:v>
                </c:pt>
                <c:pt idx="417">
                  <c:v>16349</c:v>
                </c:pt>
                <c:pt idx="418">
                  <c:v>16383</c:v>
                </c:pt>
                <c:pt idx="419">
                  <c:v>16416</c:v>
                </c:pt>
                <c:pt idx="420">
                  <c:v>16449</c:v>
                </c:pt>
                <c:pt idx="421">
                  <c:v>16483</c:v>
                </c:pt>
                <c:pt idx="422">
                  <c:v>16516</c:v>
                </c:pt>
                <c:pt idx="423">
                  <c:v>16549</c:v>
                </c:pt>
                <c:pt idx="424">
                  <c:v>16583</c:v>
                </c:pt>
                <c:pt idx="425">
                  <c:v>16616</c:v>
                </c:pt>
                <c:pt idx="426">
                  <c:v>16649</c:v>
                </c:pt>
                <c:pt idx="427">
                  <c:v>16683</c:v>
                </c:pt>
                <c:pt idx="428">
                  <c:v>16716</c:v>
                </c:pt>
                <c:pt idx="429">
                  <c:v>16749</c:v>
                </c:pt>
                <c:pt idx="430">
                  <c:v>16783</c:v>
                </c:pt>
                <c:pt idx="431">
                  <c:v>16816</c:v>
                </c:pt>
                <c:pt idx="432">
                  <c:v>16849</c:v>
                </c:pt>
                <c:pt idx="433">
                  <c:v>16883</c:v>
                </c:pt>
                <c:pt idx="434">
                  <c:v>16916</c:v>
                </c:pt>
                <c:pt idx="435">
                  <c:v>16949</c:v>
                </c:pt>
                <c:pt idx="436">
                  <c:v>16983</c:v>
                </c:pt>
                <c:pt idx="437">
                  <c:v>17016</c:v>
                </c:pt>
                <c:pt idx="438">
                  <c:v>17049</c:v>
                </c:pt>
                <c:pt idx="439">
                  <c:v>17083</c:v>
                </c:pt>
                <c:pt idx="440">
                  <c:v>17116</c:v>
                </c:pt>
                <c:pt idx="441">
                  <c:v>17149</c:v>
                </c:pt>
                <c:pt idx="442">
                  <c:v>17183</c:v>
                </c:pt>
                <c:pt idx="443">
                  <c:v>17216</c:v>
                </c:pt>
                <c:pt idx="444">
                  <c:v>17249</c:v>
                </c:pt>
                <c:pt idx="445">
                  <c:v>17283</c:v>
                </c:pt>
                <c:pt idx="446">
                  <c:v>17316</c:v>
                </c:pt>
                <c:pt idx="447">
                  <c:v>17349</c:v>
                </c:pt>
                <c:pt idx="448">
                  <c:v>17383</c:v>
                </c:pt>
                <c:pt idx="449">
                  <c:v>17416</c:v>
                </c:pt>
                <c:pt idx="450">
                  <c:v>17449</c:v>
                </c:pt>
                <c:pt idx="451">
                  <c:v>17483</c:v>
                </c:pt>
                <c:pt idx="452">
                  <c:v>17516</c:v>
                </c:pt>
                <c:pt idx="453">
                  <c:v>17550</c:v>
                </c:pt>
                <c:pt idx="454">
                  <c:v>17583</c:v>
                </c:pt>
                <c:pt idx="455">
                  <c:v>17616</c:v>
                </c:pt>
                <c:pt idx="456">
                  <c:v>17650</c:v>
                </c:pt>
                <c:pt idx="457">
                  <c:v>17683</c:v>
                </c:pt>
                <c:pt idx="458">
                  <c:v>17716</c:v>
                </c:pt>
                <c:pt idx="459">
                  <c:v>17750</c:v>
                </c:pt>
                <c:pt idx="460">
                  <c:v>17783</c:v>
                </c:pt>
                <c:pt idx="461">
                  <c:v>17816</c:v>
                </c:pt>
                <c:pt idx="462">
                  <c:v>17850</c:v>
                </c:pt>
                <c:pt idx="463">
                  <c:v>17883</c:v>
                </c:pt>
                <c:pt idx="464">
                  <c:v>17916</c:v>
                </c:pt>
                <c:pt idx="465">
                  <c:v>17950</c:v>
                </c:pt>
                <c:pt idx="466">
                  <c:v>17983</c:v>
                </c:pt>
                <c:pt idx="467">
                  <c:v>18016</c:v>
                </c:pt>
                <c:pt idx="468">
                  <c:v>18050</c:v>
                </c:pt>
                <c:pt idx="469">
                  <c:v>18083</c:v>
                </c:pt>
                <c:pt idx="470">
                  <c:v>18116</c:v>
                </c:pt>
                <c:pt idx="471">
                  <c:v>18150</c:v>
                </c:pt>
                <c:pt idx="472">
                  <c:v>18183</c:v>
                </c:pt>
                <c:pt idx="473">
                  <c:v>18216</c:v>
                </c:pt>
                <c:pt idx="474">
                  <c:v>18250</c:v>
                </c:pt>
                <c:pt idx="475">
                  <c:v>18283</c:v>
                </c:pt>
                <c:pt idx="476">
                  <c:v>18316</c:v>
                </c:pt>
                <c:pt idx="477">
                  <c:v>18350</c:v>
                </c:pt>
                <c:pt idx="478">
                  <c:v>18383</c:v>
                </c:pt>
                <c:pt idx="479">
                  <c:v>18416</c:v>
                </c:pt>
                <c:pt idx="480">
                  <c:v>18450</c:v>
                </c:pt>
                <c:pt idx="481">
                  <c:v>18483</c:v>
                </c:pt>
                <c:pt idx="482">
                  <c:v>18516</c:v>
                </c:pt>
                <c:pt idx="483">
                  <c:v>18550</c:v>
                </c:pt>
                <c:pt idx="484">
                  <c:v>18583</c:v>
                </c:pt>
                <c:pt idx="485">
                  <c:v>18616</c:v>
                </c:pt>
                <c:pt idx="486">
                  <c:v>18650</c:v>
                </c:pt>
                <c:pt idx="487">
                  <c:v>18683</c:v>
                </c:pt>
                <c:pt idx="488">
                  <c:v>18716</c:v>
                </c:pt>
                <c:pt idx="489">
                  <c:v>18750</c:v>
                </c:pt>
                <c:pt idx="490">
                  <c:v>18783</c:v>
                </c:pt>
                <c:pt idx="491">
                  <c:v>18816</c:v>
                </c:pt>
                <c:pt idx="492">
                  <c:v>18850</c:v>
                </c:pt>
                <c:pt idx="493">
                  <c:v>18883</c:v>
                </c:pt>
                <c:pt idx="494">
                  <c:v>18916</c:v>
                </c:pt>
                <c:pt idx="495">
                  <c:v>18950</c:v>
                </c:pt>
                <c:pt idx="496">
                  <c:v>18983</c:v>
                </c:pt>
                <c:pt idx="497">
                  <c:v>19016</c:v>
                </c:pt>
                <c:pt idx="498">
                  <c:v>19050</c:v>
                </c:pt>
                <c:pt idx="499">
                  <c:v>19083</c:v>
                </c:pt>
                <c:pt idx="500">
                  <c:v>19116</c:v>
                </c:pt>
                <c:pt idx="501">
                  <c:v>19150</c:v>
                </c:pt>
                <c:pt idx="502">
                  <c:v>19183</c:v>
                </c:pt>
                <c:pt idx="503">
                  <c:v>19216</c:v>
                </c:pt>
                <c:pt idx="504">
                  <c:v>19250</c:v>
                </c:pt>
                <c:pt idx="505">
                  <c:v>19283</c:v>
                </c:pt>
                <c:pt idx="506">
                  <c:v>19316</c:v>
                </c:pt>
                <c:pt idx="507">
                  <c:v>19350</c:v>
                </c:pt>
                <c:pt idx="508">
                  <c:v>19383</c:v>
                </c:pt>
                <c:pt idx="509">
                  <c:v>19416</c:v>
                </c:pt>
                <c:pt idx="510">
                  <c:v>19450</c:v>
                </c:pt>
                <c:pt idx="511">
                  <c:v>19483</c:v>
                </c:pt>
                <c:pt idx="512">
                  <c:v>19516</c:v>
                </c:pt>
                <c:pt idx="513">
                  <c:v>19550</c:v>
                </c:pt>
                <c:pt idx="514">
                  <c:v>19583</c:v>
                </c:pt>
                <c:pt idx="515">
                  <c:v>19616</c:v>
                </c:pt>
                <c:pt idx="516">
                  <c:v>19650</c:v>
                </c:pt>
                <c:pt idx="517">
                  <c:v>19683</c:v>
                </c:pt>
                <c:pt idx="518">
                  <c:v>19716</c:v>
                </c:pt>
                <c:pt idx="519">
                  <c:v>19750</c:v>
                </c:pt>
                <c:pt idx="520">
                  <c:v>19783</c:v>
                </c:pt>
                <c:pt idx="521">
                  <c:v>19817</c:v>
                </c:pt>
                <c:pt idx="522">
                  <c:v>19850</c:v>
                </c:pt>
                <c:pt idx="523">
                  <c:v>19883</c:v>
                </c:pt>
                <c:pt idx="524">
                  <c:v>19917</c:v>
                </c:pt>
                <c:pt idx="525">
                  <c:v>19950</c:v>
                </c:pt>
                <c:pt idx="526">
                  <c:v>19983</c:v>
                </c:pt>
                <c:pt idx="527">
                  <c:v>20017</c:v>
                </c:pt>
                <c:pt idx="528">
                  <c:v>20050</c:v>
                </c:pt>
                <c:pt idx="529">
                  <c:v>20083</c:v>
                </c:pt>
                <c:pt idx="530">
                  <c:v>20117</c:v>
                </c:pt>
                <c:pt idx="531">
                  <c:v>20150</c:v>
                </c:pt>
                <c:pt idx="532">
                  <c:v>20183</c:v>
                </c:pt>
                <c:pt idx="533">
                  <c:v>20217</c:v>
                </c:pt>
                <c:pt idx="534">
                  <c:v>20250</c:v>
                </c:pt>
                <c:pt idx="535">
                  <c:v>20283</c:v>
                </c:pt>
                <c:pt idx="536">
                  <c:v>20317</c:v>
                </c:pt>
                <c:pt idx="537">
                  <c:v>20350</c:v>
                </c:pt>
                <c:pt idx="538">
                  <c:v>20383</c:v>
                </c:pt>
                <c:pt idx="539">
                  <c:v>20417</c:v>
                </c:pt>
                <c:pt idx="540">
                  <c:v>20450</c:v>
                </c:pt>
                <c:pt idx="541">
                  <c:v>20483</c:v>
                </c:pt>
                <c:pt idx="542">
                  <c:v>20517</c:v>
                </c:pt>
                <c:pt idx="543">
                  <c:v>20550</c:v>
                </c:pt>
                <c:pt idx="544">
                  <c:v>20583</c:v>
                </c:pt>
                <c:pt idx="545">
                  <c:v>20617</c:v>
                </c:pt>
                <c:pt idx="546">
                  <c:v>20650</c:v>
                </c:pt>
                <c:pt idx="547">
                  <c:v>20683</c:v>
                </c:pt>
                <c:pt idx="548">
                  <c:v>20717</c:v>
                </c:pt>
                <c:pt idx="549">
                  <c:v>20750</c:v>
                </c:pt>
                <c:pt idx="550">
                  <c:v>20783</c:v>
                </c:pt>
                <c:pt idx="551">
                  <c:v>20817</c:v>
                </c:pt>
                <c:pt idx="552">
                  <c:v>20850</c:v>
                </c:pt>
                <c:pt idx="553">
                  <c:v>20883</c:v>
                </c:pt>
                <c:pt idx="554">
                  <c:v>20917</c:v>
                </c:pt>
                <c:pt idx="555">
                  <c:v>20950</c:v>
                </c:pt>
                <c:pt idx="556">
                  <c:v>20983</c:v>
                </c:pt>
                <c:pt idx="557">
                  <c:v>21017</c:v>
                </c:pt>
                <c:pt idx="558">
                  <c:v>21050</c:v>
                </c:pt>
                <c:pt idx="559">
                  <c:v>21083</c:v>
                </c:pt>
                <c:pt idx="560">
                  <c:v>21117</c:v>
                </c:pt>
                <c:pt idx="561">
                  <c:v>21150</c:v>
                </c:pt>
                <c:pt idx="562">
                  <c:v>21183</c:v>
                </c:pt>
                <c:pt idx="563">
                  <c:v>21217</c:v>
                </c:pt>
                <c:pt idx="564">
                  <c:v>21250</c:v>
                </c:pt>
                <c:pt idx="565">
                  <c:v>21283</c:v>
                </c:pt>
                <c:pt idx="566">
                  <c:v>21317</c:v>
                </c:pt>
                <c:pt idx="567">
                  <c:v>21350</c:v>
                </c:pt>
                <c:pt idx="568">
                  <c:v>21383</c:v>
                </c:pt>
                <c:pt idx="569">
                  <c:v>21417</c:v>
                </c:pt>
                <c:pt idx="570">
                  <c:v>21450</c:v>
                </c:pt>
                <c:pt idx="571">
                  <c:v>21483</c:v>
                </c:pt>
                <c:pt idx="572">
                  <c:v>21517</c:v>
                </c:pt>
                <c:pt idx="573">
                  <c:v>21550</c:v>
                </c:pt>
                <c:pt idx="574">
                  <c:v>21583</c:v>
                </c:pt>
                <c:pt idx="575">
                  <c:v>21617</c:v>
                </c:pt>
                <c:pt idx="576">
                  <c:v>21650</c:v>
                </c:pt>
                <c:pt idx="577">
                  <c:v>21683</c:v>
                </c:pt>
                <c:pt idx="578">
                  <c:v>21717</c:v>
                </c:pt>
                <c:pt idx="579">
                  <c:v>21750</c:v>
                </c:pt>
                <c:pt idx="580">
                  <c:v>21783</c:v>
                </c:pt>
                <c:pt idx="581">
                  <c:v>21817</c:v>
                </c:pt>
                <c:pt idx="582">
                  <c:v>21850</c:v>
                </c:pt>
                <c:pt idx="583">
                  <c:v>21883</c:v>
                </c:pt>
                <c:pt idx="584">
                  <c:v>21917</c:v>
                </c:pt>
                <c:pt idx="585">
                  <c:v>21950</c:v>
                </c:pt>
                <c:pt idx="586">
                  <c:v>21984</c:v>
                </c:pt>
                <c:pt idx="587">
                  <c:v>22017</c:v>
                </c:pt>
                <c:pt idx="588">
                  <c:v>22050</c:v>
                </c:pt>
                <c:pt idx="589">
                  <c:v>22084</c:v>
                </c:pt>
                <c:pt idx="590">
                  <c:v>22117</c:v>
                </c:pt>
                <c:pt idx="591">
                  <c:v>22150</c:v>
                </c:pt>
                <c:pt idx="592">
                  <c:v>22184</c:v>
                </c:pt>
                <c:pt idx="593">
                  <c:v>22217</c:v>
                </c:pt>
                <c:pt idx="594">
                  <c:v>22250</c:v>
                </c:pt>
                <c:pt idx="595">
                  <c:v>22284</c:v>
                </c:pt>
                <c:pt idx="596">
                  <c:v>22317</c:v>
                </c:pt>
                <c:pt idx="597">
                  <c:v>22350</c:v>
                </c:pt>
                <c:pt idx="598">
                  <c:v>22384</c:v>
                </c:pt>
                <c:pt idx="599">
                  <c:v>22417</c:v>
                </c:pt>
                <c:pt idx="600">
                  <c:v>22450</c:v>
                </c:pt>
                <c:pt idx="601">
                  <c:v>22484</c:v>
                </c:pt>
                <c:pt idx="602">
                  <c:v>22517</c:v>
                </c:pt>
                <c:pt idx="603">
                  <c:v>22550</c:v>
                </c:pt>
                <c:pt idx="604">
                  <c:v>22584</c:v>
                </c:pt>
                <c:pt idx="605">
                  <c:v>22617</c:v>
                </c:pt>
                <c:pt idx="606">
                  <c:v>22650</c:v>
                </c:pt>
                <c:pt idx="607">
                  <c:v>22684</c:v>
                </c:pt>
                <c:pt idx="608">
                  <c:v>22717</c:v>
                </c:pt>
                <c:pt idx="609">
                  <c:v>22750</c:v>
                </c:pt>
                <c:pt idx="610">
                  <c:v>22784</c:v>
                </c:pt>
                <c:pt idx="611">
                  <c:v>22817</c:v>
                </c:pt>
                <c:pt idx="612">
                  <c:v>22850</c:v>
                </c:pt>
                <c:pt idx="613">
                  <c:v>22884</c:v>
                </c:pt>
                <c:pt idx="614">
                  <c:v>22917</c:v>
                </c:pt>
                <c:pt idx="615">
                  <c:v>22950</c:v>
                </c:pt>
                <c:pt idx="616">
                  <c:v>22984</c:v>
                </c:pt>
                <c:pt idx="617">
                  <c:v>23017</c:v>
                </c:pt>
                <c:pt idx="618">
                  <c:v>23050</c:v>
                </c:pt>
                <c:pt idx="619">
                  <c:v>23084</c:v>
                </c:pt>
                <c:pt idx="620">
                  <c:v>23117</c:v>
                </c:pt>
                <c:pt idx="621">
                  <c:v>23150</c:v>
                </c:pt>
                <c:pt idx="622">
                  <c:v>23184</c:v>
                </c:pt>
                <c:pt idx="623">
                  <c:v>23217</c:v>
                </c:pt>
                <c:pt idx="624">
                  <c:v>23250</c:v>
                </c:pt>
                <c:pt idx="625">
                  <c:v>23284</c:v>
                </c:pt>
                <c:pt idx="626">
                  <c:v>23317</c:v>
                </c:pt>
                <c:pt idx="627">
                  <c:v>23350</c:v>
                </c:pt>
                <c:pt idx="628">
                  <c:v>23384</c:v>
                </c:pt>
                <c:pt idx="629">
                  <c:v>23417</c:v>
                </c:pt>
                <c:pt idx="630">
                  <c:v>23450</c:v>
                </c:pt>
                <c:pt idx="631">
                  <c:v>23484</c:v>
                </c:pt>
                <c:pt idx="632">
                  <c:v>23517</c:v>
                </c:pt>
                <c:pt idx="633">
                  <c:v>23550</c:v>
                </c:pt>
                <c:pt idx="634">
                  <c:v>23584</c:v>
                </c:pt>
                <c:pt idx="635">
                  <c:v>23617</c:v>
                </c:pt>
                <c:pt idx="636">
                  <c:v>23650</c:v>
                </c:pt>
                <c:pt idx="637">
                  <c:v>23684</c:v>
                </c:pt>
                <c:pt idx="638">
                  <c:v>23717</c:v>
                </c:pt>
                <c:pt idx="639">
                  <c:v>23750</c:v>
                </c:pt>
                <c:pt idx="640">
                  <c:v>23784</c:v>
                </c:pt>
                <c:pt idx="641">
                  <c:v>23817</c:v>
                </c:pt>
                <c:pt idx="642">
                  <c:v>23850</c:v>
                </c:pt>
                <c:pt idx="643">
                  <c:v>23884</c:v>
                </c:pt>
                <c:pt idx="644">
                  <c:v>23917</c:v>
                </c:pt>
                <c:pt idx="645">
                  <c:v>23950</c:v>
                </c:pt>
                <c:pt idx="646">
                  <c:v>23984</c:v>
                </c:pt>
                <c:pt idx="647">
                  <c:v>24017</c:v>
                </c:pt>
                <c:pt idx="648">
                  <c:v>24050</c:v>
                </c:pt>
                <c:pt idx="649">
                  <c:v>24084</c:v>
                </c:pt>
                <c:pt idx="650">
                  <c:v>24117</c:v>
                </c:pt>
                <c:pt idx="651">
                  <c:v>24150</c:v>
                </c:pt>
                <c:pt idx="652">
                  <c:v>24184</c:v>
                </c:pt>
                <c:pt idx="653">
                  <c:v>24217</c:v>
                </c:pt>
                <c:pt idx="654">
                  <c:v>24251</c:v>
                </c:pt>
                <c:pt idx="655">
                  <c:v>24284</c:v>
                </c:pt>
                <c:pt idx="656">
                  <c:v>24317</c:v>
                </c:pt>
                <c:pt idx="657">
                  <c:v>24351</c:v>
                </c:pt>
                <c:pt idx="658">
                  <c:v>24384</c:v>
                </c:pt>
                <c:pt idx="659">
                  <c:v>24417</c:v>
                </c:pt>
                <c:pt idx="660">
                  <c:v>24451</c:v>
                </c:pt>
                <c:pt idx="661">
                  <c:v>24484</c:v>
                </c:pt>
                <c:pt idx="662">
                  <c:v>24517</c:v>
                </c:pt>
                <c:pt idx="663">
                  <c:v>24551</c:v>
                </c:pt>
                <c:pt idx="664">
                  <c:v>24584</c:v>
                </c:pt>
                <c:pt idx="665">
                  <c:v>24617</c:v>
                </c:pt>
                <c:pt idx="666">
                  <c:v>24651</c:v>
                </c:pt>
                <c:pt idx="667">
                  <c:v>24684</c:v>
                </c:pt>
                <c:pt idx="668">
                  <c:v>24717</c:v>
                </c:pt>
                <c:pt idx="669">
                  <c:v>24751</c:v>
                </c:pt>
                <c:pt idx="670">
                  <c:v>24784</c:v>
                </c:pt>
                <c:pt idx="671">
                  <c:v>24817</c:v>
                </c:pt>
                <c:pt idx="672">
                  <c:v>24851</c:v>
                </c:pt>
                <c:pt idx="673">
                  <c:v>24884</c:v>
                </c:pt>
                <c:pt idx="674">
                  <c:v>24917</c:v>
                </c:pt>
                <c:pt idx="675">
                  <c:v>24951</c:v>
                </c:pt>
                <c:pt idx="676">
                  <c:v>24984</c:v>
                </c:pt>
                <c:pt idx="677">
                  <c:v>25017</c:v>
                </c:pt>
                <c:pt idx="678">
                  <c:v>25051</c:v>
                </c:pt>
                <c:pt idx="679">
                  <c:v>25084</c:v>
                </c:pt>
                <c:pt idx="680">
                  <c:v>25117</c:v>
                </c:pt>
                <c:pt idx="681">
                  <c:v>25151</c:v>
                </c:pt>
                <c:pt idx="682">
                  <c:v>25184</c:v>
                </c:pt>
                <c:pt idx="683">
                  <c:v>25217</c:v>
                </c:pt>
                <c:pt idx="684">
                  <c:v>25251</c:v>
                </c:pt>
                <c:pt idx="685">
                  <c:v>25284</c:v>
                </c:pt>
                <c:pt idx="686">
                  <c:v>25317</c:v>
                </c:pt>
                <c:pt idx="687">
                  <c:v>25351</c:v>
                </c:pt>
                <c:pt idx="688">
                  <c:v>25384</c:v>
                </c:pt>
                <c:pt idx="689">
                  <c:v>25417</c:v>
                </c:pt>
                <c:pt idx="690">
                  <c:v>25451</c:v>
                </c:pt>
                <c:pt idx="691">
                  <c:v>25484</c:v>
                </c:pt>
                <c:pt idx="692">
                  <c:v>25517</c:v>
                </c:pt>
                <c:pt idx="693">
                  <c:v>25551</c:v>
                </c:pt>
                <c:pt idx="694">
                  <c:v>25584</c:v>
                </c:pt>
                <c:pt idx="695">
                  <c:v>25617</c:v>
                </c:pt>
                <c:pt idx="696">
                  <c:v>25651</c:v>
                </c:pt>
                <c:pt idx="697">
                  <c:v>25684</c:v>
                </c:pt>
                <c:pt idx="698">
                  <c:v>25717</c:v>
                </c:pt>
                <c:pt idx="699">
                  <c:v>25751</c:v>
                </c:pt>
                <c:pt idx="700">
                  <c:v>25784</c:v>
                </c:pt>
                <c:pt idx="701">
                  <c:v>25817</c:v>
                </c:pt>
                <c:pt idx="702">
                  <c:v>25851</c:v>
                </c:pt>
                <c:pt idx="703">
                  <c:v>25884</c:v>
                </c:pt>
                <c:pt idx="704">
                  <c:v>25917</c:v>
                </c:pt>
                <c:pt idx="705">
                  <c:v>25951</c:v>
                </c:pt>
                <c:pt idx="706">
                  <c:v>25984</c:v>
                </c:pt>
                <c:pt idx="707">
                  <c:v>26017</c:v>
                </c:pt>
                <c:pt idx="708">
                  <c:v>26051</c:v>
                </c:pt>
                <c:pt idx="709">
                  <c:v>26084</c:v>
                </c:pt>
                <c:pt idx="710">
                  <c:v>26117</c:v>
                </c:pt>
                <c:pt idx="711">
                  <c:v>26151</c:v>
                </c:pt>
                <c:pt idx="712">
                  <c:v>26184</c:v>
                </c:pt>
                <c:pt idx="713">
                  <c:v>26217</c:v>
                </c:pt>
                <c:pt idx="714">
                  <c:v>26251</c:v>
                </c:pt>
                <c:pt idx="715">
                  <c:v>26284</c:v>
                </c:pt>
                <c:pt idx="716">
                  <c:v>26317</c:v>
                </c:pt>
                <c:pt idx="717">
                  <c:v>26351</c:v>
                </c:pt>
                <c:pt idx="718">
                  <c:v>26384</c:v>
                </c:pt>
                <c:pt idx="719">
                  <c:v>26417</c:v>
                </c:pt>
                <c:pt idx="720">
                  <c:v>26451</c:v>
                </c:pt>
                <c:pt idx="721">
                  <c:v>26484</c:v>
                </c:pt>
                <c:pt idx="722">
                  <c:v>26518</c:v>
                </c:pt>
                <c:pt idx="723">
                  <c:v>26551</c:v>
                </c:pt>
                <c:pt idx="724">
                  <c:v>26584</c:v>
                </c:pt>
                <c:pt idx="725">
                  <c:v>26618</c:v>
                </c:pt>
                <c:pt idx="726">
                  <c:v>26651</c:v>
                </c:pt>
                <c:pt idx="727">
                  <c:v>26684</c:v>
                </c:pt>
                <c:pt idx="728">
                  <c:v>26718</c:v>
                </c:pt>
                <c:pt idx="729">
                  <c:v>26751</c:v>
                </c:pt>
                <c:pt idx="730">
                  <c:v>26784</c:v>
                </c:pt>
                <c:pt idx="731">
                  <c:v>26818</c:v>
                </c:pt>
                <c:pt idx="732">
                  <c:v>26851</c:v>
                </c:pt>
                <c:pt idx="733">
                  <c:v>26884</c:v>
                </c:pt>
                <c:pt idx="734">
                  <c:v>26918</c:v>
                </c:pt>
                <c:pt idx="735">
                  <c:v>26951</c:v>
                </c:pt>
                <c:pt idx="736">
                  <c:v>26984</c:v>
                </c:pt>
                <c:pt idx="737">
                  <c:v>27018</c:v>
                </c:pt>
                <c:pt idx="738">
                  <c:v>27051</c:v>
                </c:pt>
                <c:pt idx="739">
                  <c:v>27084</c:v>
                </c:pt>
                <c:pt idx="740">
                  <c:v>27118</c:v>
                </c:pt>
                <c:pt idx="741">
                  <c:v>27151</c:v>
                </c:pt>
                <c:pt idx="742">
                  <c:v>27184</c:v>
                </c:pt>
                <c:pt idx="743">
                  <c:v>27218</c:v>
                </c:pt>
                <c:pt idx="744">
                  <c:v>27251</c:v>
                </c:pt>
                <c:pt idx="745">
                  <c:v>27284</c:v>
                </c:pt>
                <c:pt idx="746">
                  <c:v>27318</c:v>
                </c:pt>
                <c:pt idx="747">
                  <c:v>27351</c:v>
                </c:pt>
                <c:pt idx="748">
                  <c:v>27384</c:v>
                </c:pt>
                <c:pt idx="749">
                  <c:v>27418</c:v>
                </c:pt>
                <c:pt idx="750">
                  <c:v>27451</c:v>
                </c:pt>
                <c:pt idx="751">
                  <c:v>27484</c:v>
                </c:pt>
                <c:pt idx="752">
                  <c:v>27518</c:v>
                </c:pt>
                <c:pt idx="753">
                  <c:v>27551</c:v>
                </c:pt>
                <c:pt idx="754">
                  <c:v>27584</c:v>
                </c:pt>
                <c:pt idx="755">
                  <c:v>27618</c:v>
                </c:pt>
                <c:pt idx="756">
                  <c:v>27651</c:v>
                </c:pt>
                <c:pt idx="757">
                  <c:v>27684</c:v>
                </c:pt>
                <c:pt idx="758">
                  <c:v>27718</c:v>
                </c:pt>
                <c:pt idx="759">
                  <c:v>27751</c:v>
                </c:pt>
                <c:pt idx="760">
                  <c:v>27784</c:v>
                </c:pt>
                <c:pt idx="761">
                  <c:v>27818</c:v>
                </c:pt>
                <c:pt idx="762">
                  <c:v>27851</c:v>
                </c:pt>
                <c:pt idx="763">
                  <c:v>27884</c:v>
                </c:pt>
                <c:pt idx="764">
                  <c:v>27918</c:v>
                </c:pt>
                <c:pt idx="765">
                  <c:v>27951</c:v>
                </c:pt>
                <c:pt idx="766">
                  <c:v>27984</c:v>
                </c:pt>
                <c:pt idx="767">
                  <c:v>28018</c:v>
                </c:pt>
                <c:pt idx="768">
                  <c:v>28051</c:v>
                </c:pt>
                <c:pt idx="769">
                  <c:v>28084</c:v>
                </c:pt>
                <c:pt idx="770">
                  <c:v>28118</c:v>
                </c:pt>
                <c:pt idx="771">
                  <c:v>28151</c:v>
                </c:pt>
                <c:pt idx="772">
                  <c:v>28184</c:v>
                </c:pt>
                <c:pt idx="773">
                  <c:v>28218</c:v>
                </c:pt>
                <c:pt idx="774">
                  <c:v>28251</c:v>
                </c:pt>
                <c:pt idx="775">
                  <c:v>28284</c:v>
                </c:pt>
                <c:pt idx="776">
                  <c:v>28318</c:v>
                </c:pt>
                <c:pt idx="777">
                  <c:v>28351</c:v>
                </c:pt>
                <c:pt idx="778">
                  <c:v>28384</c:v>
                </c:pt>
                <c:pt idx="779">
                  <c:v>28418</c:v>
                </c:pt>
                <c:pt idx="780">
                  <c:v>28451</c:v>
                </c:pt>
                <c:pt idx="781">
                  <c:v>28484</c:v>
                </c:pt>
                <c:pt idx="782">
                  <c:v>28518</c:v>
                </c:pt>
                <c:pt idx="783">
                  <c:v>28551</c:v>
                </c:pt>
                <c:pt idx="784">
                  <c:v>28584</c:v>
                </c:pt>
                <c:pt idx="785">
                  <c:v>28618</c:v>
                </c:pt>
                <c:pt idx="786">
                  <c:v>28651</c:v>
                </c:pt>
                <c:pt idx="787">
                  <c:v>28685</c:v>
                </c:pt>
                <c:pt idx="788">
                  <c:v>28718</c:v>
                </c:pt>
                <c:pt idx="789">
                  <c:v>28751</c:v>
                </c:pt>
                <c:pt idx="790">
                  <c:v>28785</c:v>
                </c:pt>
                <c:pt idx="791">
                  <c:v>28818</c:v>
                </c:pt>
                <c:pt idx="792">
                  <c:v>28851</c:v>
                </c:pt>
                <c:pt idx="793">
                  <c:v>28885</c:v>
                </c:pt>
                <c:pt idx="794">
                  <c:v>28918</c:v>
                </c:pt>
                <c:pt idx="795">
                  <c:v>28951</c:v>
                </c:pt>
                <c:pt idx="796">
                  <c:v>28985</c:v>
                </c:pt>
                <c:pt idx="797">
                  <c:v>29018</c:v>
                </c:pt>
                <c:pt idx="798">
                  <c:v>29051</c:v>
                </c:pt>
                <c:pt idx="799">
                  <c:v>29085</c:v>
                </c:pt>
                <c:pt idx="800">
                  <c:v>29118</c:v>
                </c:pt>
                <c:pt idx="801">
                  <c:v>29151</c:v>
                </c:pt>
                <c:pt idx="802">
                  <c:v>29185</c:v>
                </c:pt>
                <c:pt idx="803">
                  <c:v>29218</c:v>
                </c:pt>
                <c:pt idx="804">
                  <c:v>29251</c:v>
                </c:pt>
                <c:pt idx="805">
                  <c:v>29285</c:v>
                </c:pt>
                <c:pt idx="806">
                  <c:v>29318</c:v>
                </c:pt>
                <c:pt idx="807">
                  <c:v>29351</c:v>
                </c:pt>
                <c:pt idx="808">
                  <c:v>29385</c:v>
                </c:pt>
                <c:pt idx="809">
                  <c:v>29418</c:v>
                </c:pt>
                <c:pt idx="810">
                  <c:v>29451</c:v>
                </c:pt>
                <c:pt idx="811">
                  <c:v>29485</c:v>
                </c:pt>
                <c:pt idx="812">
                  <c:v>29518</c:v>
                </c:pt>
                <c:pt idx="813">
                  <c:v>29551</c:v>
                </c:pt>
                <c:pt idx="814">
                  <c:v>29585</c:v>
                </c:pt>
                <c:pt idx="815">
                  <c:v>29618</c:v>
                </c:pt>
                <c:pt idx="816">
                  <c:v>29651</c:v>
                </c:pt>
                <c:pt idx="817">
                  <c:v>29685</c:v>
                </c:pt>
                <c:pt idx="818">
                  <c:v>29718</c:v>
                </c:pt>
                <c:pt idx="819">
                  <c:v>29751</c:v>
                </c:pt>
                <c:pt idx="820">
                  <c:v>29785</c:v>
                </c:pt>
                <c:pt idx="821">
                  <c:v>29818</c:v>
                </c:pt>
                <c:pt idx="822">
                  <c:v>29851</c:v>
                </c:pt>
                <c:pt idx="823">
                  <c:v>29885</c:v>
                </c:pt>
                <c:pt idx="824">
                  <c:v>29918</c:v>
                </c:pt>
                <c:pt idx="825">
                  <c:v>29951</c:v>
                </c:pt>
                <c:pt idx="826">
                  <c:v>29985</c:v>
                </c:pt>
                <c:pt idx="827">
                  <c:v>30018</c:v>
                </c:pt>
                <c:pt idx="828">
                  <c:v>30051</c:v>
                </c:pt>
                <c:pt idx="829">
                  <c:v>30085</c:v>
                </c:pt>
                <c:pt idx="830">
                  <c:v>30118</c:v>
                </c:pt>
                <c:pt idx="831">
                  <c:v>30151</c:v>
                </c:pt>
                <c:pt idx="832">
                  <c:v>30185</c:v>
                </c:pt>
                <c:pt idx="833">
                  <c:v>30218</c:v>
                </c:pt>
                <c:pt idx="834">
                  <c:v>30251</c:v>
                </c:pt>
                <c:pt idx="835">
                  <c:v>30285</c:v>
                </c:pt>
                <c:pt idx="836">
                  <c:v>30318</c:v>
                </c:pt>
                <c:pt idx="837">
                  <c:v>30351</c:v>
                </c:pt>
                <c:pt idx="838">
                  <c:v>30385</c:v>
                </c:pt>
                <c:pt idx="839">
                  <c:v>30418</c:v>
                </c:pt>
                <c:pt idx="840">
                  <c:v>30451</c:v>
                </c:pt>
                <c:pt idx="841">
                  <c:v>30485</c:v>
                </c:pt>
                <c:pt idx="842">
                  <c:v>30518</c:v>
                </c:pt>
                <c:pt idx="843">
                  <c:v>30551</c:v>
                </c:pt>
                <c:pt idx="844">
                  <c:v>30585</c:v>
                </c:pt>
                <c:pt idx="845">
                  <c:v>30618</c:v>
                </c:pt>
                <c:pt idx="846">
                  <c:v>30651</c:v>
                </c:pt>
                <c:pt idx="847">
                  <c:v>30685</c:v>
                </c:pt>
                <c:pt idx="848">
                  <c:v>30718</c:v>
                </c:pt>
                <c:pt idx="849">
                  <c:v>30751</c:v>
                </c:pt>
                <c:pt idx="850">
                  <c:v>30785</c:v>
                </c:pt>
                <c:pt idx="851">
                  <c:v>30818</c:v>
                </c:pt>
                <c:pt idx="852">
                  <c:v>30851</c:v>
                </c:pt>
                <c:pt idx="853">
                  <c:v>30885</c:v>
                </c:pt>
                <c:pt idx="854">
                  <c:v>30918</c:v>
                </c:pt>
                <c:pt idx="855">
                  <c:v>30952</c:v>
                </c:pt>
                <c:pt idx="856">
                  <c:v>30985</c:v>
                </c:pt>
                <c:pt idx="857">
                  <c:v>31018</c:v>
                </c:pt>
                <c:pt idx="858">
                  <c:v>31052</c:v>
                </c:pt>
                <c:pt idx="859">
                  <c:v>31085</c:v>
                </c:pt>
                <c:pt idx="860">
                  <c:v>31118</c:v>
                </c:pt>
                <c:pt idx="861">
                  <c:v>31152</c:v>
                </c:pt>
                <c:pt idx="862">
                  <c:v>31185</c:v>
                </c:pt>
                <c:pt idx="863">
                  <c:v>31218</c:v>
                </c:pt>
                <c:pt idx="864">
                  <c:v>31252</c:v>
                </c:pt>
                <c:pt idx="865">
                  <c:v>31285</c:v>
                </c:pt>
                <c:pt idx="866">
                  <c:v>33</c:v>
                </c:pt>
                <c:pt idx="867">
                  <c:v>66</c:v>
                </c:pt>
                <c:pt idx="868">
                  <c:v>99</c:v>
                </c:pt>
                <c:pt idx="869">
                  <c:v>31411</c:v>
                </c:pt>
                <c:pt idx="870">
                  <c:v>31445</c:v>
                </c:pt>
                <c:pt idx="871">
                  <c:v>31478</c:v>
                </c:pt>
                <c:pt idx="872">
                  <c:v>31511</c:v>
                </c:pt>
                <c:pt idx="873">
                  <c:v>31545</c:v>
                </c:pt>
                <c:pt idx="874">
                  <c:v>31578</c:v>
                </c:pt>
                <c:pt idx="875">
                  <c:v>33</c:v>
                </c:pt>
                <c:pt idx="876">
                  <c:v>31651</c:v>
                </c:pt>
                <c:pt idx="877">
                  <c:v>31685</c:v>
                </c:pt>
                <c:pt idx="878">
                  <c:v>33</c:v>
                </c:pt>
                <c:pt idx="879">
                  <c:v>31747</c:v>
                </c:pt>
                <c:pt idx="880">
                  <c:v>33</c:v>
                </c:pt>
                <c:pt idx="881">
                  <c:v>31811</c:v>
                </c:pt>
                <c:pt idx="882">
                  <c:v>31845</c:v>
                </c:pt>
                <c:pt idx="883">
                  <c:v>33</c:v>
                </c:pt>
                <c:pt idx="884">
                  <c:v>31907</c:v>
                </c:pt>
                <c:pt idx="885">
                  <c:v>33</c:v>
                </c:pt>
                <c:pt idx="886">
                  <c:v>31987</c:v>
                </c:pt>
                <c:pt idx="887">
                  <c:v>32021</c:v>
                </c:pt>
                <c:pt idx="888">
                  <c:v>33</c:v>
                </c:pt>
                <c:pt idx="889">
                  <c:v>32083</c:v>
                </c:pt>
                <c:pt idx="890">
                  <c:v>32117</c:v>
                </c:pt>
                <c:pt idx="891">
                  <c:v>33</c:v>
                </c:pt>
                <c:pt idx="892">
                  <c:v>32179</c:v>
                </c:pt>
                <c:pt idx="893">
                  <c:v>32213</c:v>
                </c:pt>
                <c:pt idx="894">
                  <c:v>33</c:v>
                </c:pt>
                <c:pt idx="895">
                  <c:v>32275</c:v>
                </c:pt>
                <c:pt idx="896">
                  <c:v>32309</c:v>
                </c:pt>
                <c:pt idx="897">
                  <c:v>32342</c:v>
                </c:pt>
                <c:pt idx="898">
                  <c:v>33</c:v>
                </c:pt>
                <c:pt idx="899">
                  <c:v>32419</c:v>
                </c:pt>
                <c:pt idx="900">
                  <c:v>33</c:v>
                </c:pt>
                <c:pt idx="901">
                  <c:v>32483</c:v>
                </c:pt>
                <c:pt idx="902">
                  <c:v>32517</c:v>
                </c:pt>
                <c:pt idx="903">
                  <c:v>33</c:v>
                </c:pt>
                <c:pt idx="904">
                  <c:v>32579</c:v>
                </c:pt>
                <c:pt idx="905">
                  <c:v>32613</c:v>
                </c:pt>
                <c:pt idx="906">
                  <c:v>32646</c:v>
                </c:pt>
                <c:pt idx="907">
                  <c:v>32679</c:v>
                </c:pt>
                <c:pt idx="908">
                  <c:v>32713</c:v>
                </c:pt>
                <c:pt idx="909">
                  <c:v>32746</c:v>
                </c:pt>
                <c:pt idx="910">
                  <c:v>32779</c:v>
                </c:pt>
                <c:pt idx="911">
                  <c:v>32813</c:v>
                </c:pt>
                <c:pt idx="912">
                  <c:v>32846</c:v>
                </c:pt>
                <c:pt idx="913">
                  <c:v>32879</c:v>
                </c:pt>
                <c:pt idx="914">
                  <c:v>32913</c:v>
                </c:pt>
                <c:pt idx="915">
                  <c:v>32946</c:v>
                </c:pt>
                <c:pt idx="916">
                  <c:v>32979</c:v>
                </c:pt>
                <c:pt idx="917">
                  <c:v>33013</c:v>
                </c:pt>
                <c:pt idx="918">
                  <c:v>33046</c:v>
                </c:pt>
                <c:pt idx="919">
                  <c:v>33079</c:v>
                </c:pt>
                <c:pt idx="920">
                  <c:v>33113</c:v>
                </c:pt>
                <c:pt idx="921">
                  <c:v>33146</c:v>
                </c:pt>
                <c:pt idx="922">
                  <c:v>33179</c:v>
                </c:pt>
                <c:pt idx="923">
                  <c:v>33213</c:v>
                </c:pt>
                <c:pt idx="924">
                  <c:v>33246</c:v>
                </c:pt>
                <c:pt idx="925">
                  <c:v>33279</c:v>
                </c:pt>
                <c:pt idx="926">
                  <c:v>33313</c:v>
                </c:pt>
                <c:pt idx="927">
                  <c:v>33346</c:v>
                </c:pt>
                <c:pt idx="928">
                  <c:v>33379</c:v>
                </c:pt>
                <c:pt idx="929">
                  <c:v>33413</c:v>
                </c:pt>
                <c:pt idx="930">
                  <c:v>33446</c:v>
                </c:pt>
                <c:pt idx="931">
                  <c:v>33479</c:v>
                </c:pt>
                <c:pt idx="932">
                  <c:v>33513</c:v>
                </c:pt>
                <c:pt idx="933">
                  <c:v>33546</c:v>
                </c:pt>
                <c:pt idx="934">
                  <c:v>33579</c:v>
                </c:pt>
                <c:pt idx="935">
                  <c:v>33613</c:v>
                </c:pt>
                <c:pt idx="936">
                  <c:v>33646</c:v>
                </c:pt>
                <c:pt idx="937">
                  <c:v>33679</c:v>
                </c:pt>
                <c:pt idx="938">
                  <c:v>33713</c:v>
                </c:pt>
                <c:pt idx="939">
                  <c:v>33746</c:v>
                </c:pt>
                <c:pt idx="940">
                  <c:v>33779</c:v>
                </c:pt>
                <c:pt idx="941">
                  <c:v>33813</c:v>
                </c:pt>
                <c:pt idx="942">
                  <c:v>33846</c:v>
                </c:pt>
                <c:pt idx="943">
                  <c:v>33879</c:v>
                </c:pt>
                <c:pt idx="944">
                  <c:v>33913</c:v>
                </c:pt>
                <c:pt idx="945">
                  <c:v>33946</c:v>
                </c:pt>
                <c:pt idx="946">
                  <c:v>33979</c:v>
                </c:pt>
                <c:pt idx="947">
                  <c:v>34013</c:v>
                </c:pt>
                <c:pt idx="948">
                  <c:v>34046</c:v>
                </c:pt>
                <c:pt idx="949">
                  <c:v>34079</c:v>
                </c:pt>
                <c:pt idx="950">
                  <c:v>34113</c:v>
                </c:pt>
                <c:pt idx="951">
                  <c:v>34146</c:v>
                </c:pt>
                <c:pt idx="952">
                  <c:v>34179</c:v>
                </c:pt>
                <c:pt idx="953">
                  <c:v>34213</c:v>
                </c:pt>
                <c:pt idx="954">
                  <c:v>34246</c:v>
                </c:pt>
                <c:pt idx="955">
                  <c:v>34279</c:v>
                </c:pt>
                <c:pt idx="956">
                  <c:v>34313</c:v>
                </c:pt>
                <c:pt idx="957">
                  <c:v>34346</c:v>
                </c:pt>
                <c:pt idx="958">
                  <c:v>34379</c:v>
                </c:pt>
                <c:pt idx="959">
                  <c:v>34413</c:v>
                </c:pt>
                <c:pt idx="960">
                  <c:v>34446</c:v>
                </c:pt>
                <c:pt idx="961">
                  <c:v>34479</c:v>
                </c:pt>
                <c:pt idx="962">
                  <c:v>34513</c:v>
                </c:pt>
                <c:pt idx="963">
                  <c:v>34546</c:v>
                </c:pt>
                <c:pt idx="964">
                  <c:v>34579</c:v>
                </c:pt>
                <c:pt idx="965">
                  <c:v>34613</c:v>
                </c:pt>
                <c:pt idx="966">
                  <c:v>34646</c:v>
                </c:pt>
                <c:pt idx="967">
                  <c:v>34679</c:v>
                </c:pt>
                <c:pt idx="968">
                  <c:v>34713</c:v>
                </c:pt>
                <c:pt idx="969">
                  <c:v>34746</c:v>
                </c:pt>
                <c:pt idx="970">
                  <c:v>34779</c:v>
                </c:pt>
                <c:pt idx="971">
                  <c:v>34813</c:v>
                </c:pt>
                <c:pt idx="972">
                  <c:v>34846</c:v>
                </c:pt>
                <c:pt idx="973">
                  <c:v>34879</c:v>
                </c:pt>
                <c:pt idx="974">
                  <c:v>34913</c:v>
                </c:pt>
                <c:pt idx="975">
                  <c:v>34946</c:v>
                </c:pt>
                <c:pt idx="976">
                  <c:v>34979</c:v>
                </c:pt>
                <c:pt idx="977">
                  <c:v>35013</c:v>
                </c:pt>
                <c:pt idx="978">
                  <c:v>35046</c:v>
                </c:pt>
                <c:pt idx="979">
                  <c:v>35079</c:v>
                </c:pt>
                <c:pt idx="980">
                  <c:v>35113</c:v>
                </c:pt>
                <c:pt idx="981">
                  <c:v>35146</c:v>
                </c:pt>
                <c:pt idx="982">
                  <c:v>35179</c:v>
                </c:pt>
                <c:pt idx="983">
                  <c:v>35213</c:v>
                </c:pt>
                <c:pt idx="984">
                  <c:v>35246</c:v>
                </c:pt>
                <c:pt idx="985">
                  <c:v>35279</c:v>
                </c:pt>
                <c:pt idx="986">
                  <c:v>35313</c:v>
                </c:pt>
                <c:pt idx="987">
                  <c:v>35346</c:v>
                </c:pt>
                <c:pt idx="988">
                  <c:v>35379</c:v>
                </c:pt>
                <c:pt idx="989">
                  <c:v>35413</c:v>
                </c:pt>
                <c:pt idx="990">
                  <c:v>35446</c:v>
                </c:pt>
                <c:pt idx="991">
                  <c:v>35479</c:v>
                </c:pt>
                <c:pt idx="992">
                  <c:v>35513</c:v>
                </c:pt>
                <c:pt idx="993">
                  <c:v>35546</c:v>
                </c:pt>
                <c:pt idx="994">
                  <c:v>35579</c:v>
                </c:pt>
                <c:pt idx="995">
                  <c:v>35613</c:v>
                </c:pt>
                <c:pt idx="996">
                  <c:v>35646</c:v>
                </c:pt>
                <c:pt idx="997">
                  <c:v>35679</c:v>
                </c:pt>
                <c:pt idx="998">
                  <c:v>35713</c:v>
                </c:pt>
                <c:pt idx="999">
                  <c:v>35746</c:v>
                </c:pt>
                <c:pt idx="1000">
                  <c:v>35779</c:v>
                </c:pt>
                <c:pt idx="1001">
                  <c:v>35813</c:v>
                </c:pt>
                <c:pt idx="1002">
                  <c:v>35846</c:v>
                </c:pt>
                <c:pt idx="1003">
                  <c:v>35879</c:v>
                </c:pt>
                <c:pt idx="1004">
                  <c:v>35913</c:v>
                </c:pt>
                <c:pt idx="1005">
                  <c:v>35946</c:v>
                </c:pt>
                <c:pt idx="1006">
                  <c:v>35979</c:v>
                </c:pt>
                <c:pt idx="1007">
                  <c:v>36013</c:v>
                </c:pt>
                <c:pt idx="1008">
                  <c:v>36046</c:v>
                </c:pt>
                <c:pt idx="1009">
                  <c:v>36079</c:v>
                </c:pt>
                <c:pt idx="1010">
                  <c:v>36113</c:v>
                </c:pt>
                <c:pt idx="1011">
                  <c:v>36146</c:v>
                </c:pt>
                <c:pt idx="1012">
                  <c:v>36179</c:v>
                </c:pt>
                <c:pt idx="1013">
                  <c:v>36213</c:v>
                </c:pt>
                <c:pt idx="1014">
                  <c:v>36246</c:v>
                </c:pt>
                <c:pt idx="1015">
                  <c:v>36279</c:v>
                </c:pt>
                <c:pt idx="1016">
                  <c:v>36313</c:v>
                </c:pt>
                <c:pt idx="1017">
                  <c:v>36346</c:v>
                </c:pt>
                <c:pt idx="1018">
                  <c:v>36379</c:v>
                </c:pt>
                <c:pt idx="1019">
                  <c:v>36413</c:v>
                </c:pt>
              </c:numCache>
            </c:numRef>
          </c:cat>
          <c:val>
            <c:numRef>
              <c:f>発表用!$D$3:$D$1022</c:f>
              <c:numCache>
                <c:formatCode>General</c:formatCode>
                <c:ptCount val="102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1</c:v>
                </c:pt>
                <c:pt idx="122">
                  <c:v>1</c:v>
                </c:pt>
                <c:pt idx="123">
                  <c:v>1</c:v>
                </c:pt>
                <c:pt idx="124">
                  <c:v>1</c:v>
                </c:pt>
                <c:pt idx="125">
                  <c:v>1</c:v>
                </c:pt>
                <c:pt idx="126">
                  <c:v>1</c:v>
                </c:pt>
                <c:pt idx="127">
                  <c:v>1</c:v>
                </c:pt>
                <c:pt idx="128">
                  <c:v>1</c:v>
                </c:pt>
                <c:pt idx="129">
                  <c:v>1</c:v>
                </c:pt>
                <c:pt idx="130">
                  <c:v>1</c:v>
                </c:pt>
                <c:pt idx="131">
                  <c:v>1</c:v>
                </c:pt>
                <c:pt idx="132">
                  <c:v>1</c:v>
                </c:pt>
                <c:pt idx="133">
                  <c:v>1</c:v>
                </c:pt>
                <c:pt idx="134">
                  <c:v>1</c:v>
                </c:pt>
                <c:pt idx="135">
                  <c:v>1</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1</c:v>
                </c:pt>
                <c:pt idx="151">
                  <c:v>1</c:v>
                </c:pt>
                <c:pt idx="152">
                  <c:v>1</c:v>
                </c:pt>
                <c:pt idx="153">
                  <c:v>1</c:v>
                </c:pt>
                <c:pt idx="154">
                  <c:v>1</c:v>
                </c:pt>
                <c:pt idx="155">
                  <c:v>1</c:v>
                </c:pt>
                <c:pt idx="156">
                  <c:v>1</c:v>
                </c:pt>
                <c:pt idx="157">
                  <c:v>1</c:v>
                </c:pt>
                <c:pt idx="158">
                  <c:v>1</c:v>
                </c:pt>
                <c:pt idx="159">
                  <c:v>1</c:v>
                </c:pt>
                <c:pt idx="160">
                  <c:v>1</c:v>
                </c:pt>
                <c:pt idx="161">
                  <c:v>1</c:v>
                </c:pt>
                <c:pt idx="162">
                  <c:v>1</c:v>
                </c:pt>
                <c:pt idx="163">
                  <c:v>1</c:v>
                </c:pt>
                <c:pt idx="164">
                  <c:v>1</c:v>
                </c:pt>
                <c:pt idx="165">
                  <c:v>1</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1</c:v>
                </c:pt>
                <c:pt idx="182">
                  <c:v>1</c:v>
                </c:pt>
                <c:pt idx="183">
                  <c:v>1</c:v>
                </c:pt>
                <c:pt idx="184">
                  <c:v>1</c:v>
                </c:pt>
                <c:pt idx="185">
                  <c:v>1</c:v>
                </c:pt>
                <c:pt idx="186">
                  <c:v>1</c:v>
                </c:pt>
                <c:pt idx="187">
                  <c:v>1</c:v>
                </c:pt>
                <c:pt idx="188">
                  <c:v>1</c:v>
                </c:pt>
                <c:pt idx="189">
                  <c:v>1</c:v>
                </c:pt>
                <c:pt idx="190">
                  <c:v>1</c:v>
                </c:pt>
                <c:pt idx="191">
                  <c:v>1</c:v>
                </c:pt>
                <c:pt idx="192">
                  <c:v>1</c:v>
                </c:pt>
                <c:pt idx="193">
                  <c:v>1</c:v>
                </c:pt>
                <c:pt idx="194">
                  <c:v>1</c:v>
                </c:pt>
                <c:pt idx="195">
                  <c:v>1</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1</c:v>
                </c:pt>
                <c:pt idx="212">
                  <c:v>1</c:v>
                </c:pt>
                <c:pt idx="213">
                  <c:v>1</c:v>
                </c:pt>
                <c:pt idx="214">
                  <c:v>1</c:v>
                </c:pt>
                <c:pt idx="215">
                  <c:v>1</c:v>
                </c:pt>
                <c:pt idx="216">
                  <c:v>1</c:v>
                </c:pt>
                <c:pt idx="217">
                  <c:v>1</c:v>
                </c:pt>
                <c:pt idx="218">
                  <c:v>1</c:v>
                </c:pt>
                <c:pt idx="219">
                  <c:v>1</c:v>
                </c:pt>
                <c:pt idx="220">
                  <c:v>1</c:v>
                </c:pt>
                <c:pt idx="221">
                  <c:v>1</c:v>
                </c:pt>
                <c:pt idx="222">
                  <c:v>1</c:v>
                </c:pt>
                <c:pt idx="223">
                  <c:v>1</c:v>
                </c:pt>
                <c:pt idx="224">
                  <c:v>1</c:v>
                </c:pt>
                <c:pt idx="225">
                  <c:v>1</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1</c:v>
                </c:pt>
                <c:pt idx="241">
                  <c:v>1</c:v>
                </c:pt>
                <c:pt idx="242">
                  <c:v>1</c:v>
                </c:pt>
                <c:pt idx="243">
                  <c:v>1</c:v>
                </c:pt>
                <c:pt idx="244">
                  <c:v>1</c:v>
                </c:pt>
                <c:pt idx="245">
                  <c:v>1</c:v>
                </c:pt>
                <c:pt idx="246">
                  <c:v>1</c:v>
                </c:pt>
                <c:pt idx="247">
                  <c:v>1</c:v>
                </c:pt>
                <c:pt idx="248">
                  <c:v>1</c:v>
                </c:pt>
                <c:pt idx="249">
                  <c:v>1</c:v>
                </c:pt>
                <c:pt idx="250">
                  <c:v>1</c:v>
                </c:pt>
                <c:pt idx="251">
                  <c:v>1</c:v>
                </c:pt>
                <c:pt idx="252">
                  <c:v>1</c:v>
                </c:pt>
                <c:pt idx="253">
                  <c:v>1</c:v>
                </c:pt>
                <c:pt idx="254">
                  <c:v>1</c:v>
                </c:pt>
                <c:pt idx="255">
                  <c:v>1</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1</c:v>
                </c:pt>
                <c:pt idx="272">
                  <c:v>1</c:v>
                </c:pt>
                <c:pt idx="273">
                  <c:v>1</c:v>
                </c:pt>
                <c:pt idx="274">
                  <c:v>1</c:v>
                </c:pt>
                <c:pt idx="275">
                  <c:v>1</c:v>
                </c:pt>
                <c:pt idx="276">
                  <c:v>1</c:v>
                </c:pt>
                <c:pt idx="277">
                  <c:v>1</c:v>
                </c:pt>
                <c:pt idx="278">
                  <c:v>1</c:v>
                </c:pt>
                <c:pt idx="279">
                  <c:v>1</c:v>
                </c:pt>
                <c:pt idx="280">
                  <c:v>1</c:v>
                </c:pt>
                <c:pt idx="281">
                  <c:v>1</c:v>
                </c:pt>
                <c:pt idx="282">
                  <c:v>1</c:v>
                </c:pt>
                <c:pt idx="283">
                  <c:v>1</c:v>
                </c:pt>
                <c:pt idx="284">
                  <c:v>1</c:v>
                </c:pt>
                <c:pt idx="285">
                  <c:v>1</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1</c:v>
                </c:pt>
                <c:pt idx="302">
                  <c:v>1</c:v>
                </c:pt>
                <c:pt idx="303">
                  <c:v>1</c:v>
                </c:pt>
                <c:pt idx="304">
                  <c:v>1</c:v>
                </c:pt>
                <c:pt idx="305">
                  <c:v>1</c:v>
                </c:pt>
                <c:pt idx="306">
                  <c:v>1</c:v>
                </c:pt>
                <c:pt idx="307">
                  <c:v>1</c:v>
                </c:pt>
                <c:pt idx="308">
                  <c:v>1</c:v>
                </c:pt>
                <c:pt idx="309">
                  <c:v>1</c:v>
                </c:pt>
                <c:pt idx="310">
                  <c:v>1</c:v>
                </c:pt>
                <c:pt idx="311">
                  <c:v>1</c:v>
                </c:pt>
                <c:pt idx="312">
                  <c:v>1</c:v>
                </c:pt>
                <c:pt idx="313">
                  <c:v>1</c:v>
                </c:pt>
                <c:pt idx="314">
                  <c:v>1</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1</c:v>
                </c:pt>
                <c:pt idx="331">
                  <c:v>1</c:v>
                </c:pt>
                <c:pt idx="332">
                  <c:v>1</c:v>
                </c:pt>
                <c:pt idx="333">
                  <c:v>1</c:v>
                </c:pt>
                <c:pt idx="334">
                  <c:v>1</c:v>
                </c:pt>
                <c:pt idx="335">
                  <c:v>1</c:v>
                </c:pt>
                <c:pt idx="336">
                  <c:v>1</c:v>
                </c:pt>
                <c:pt idx="337">
                  <c:v>1</c:v>
                </c:pt>
                <c:pt idx="338">
                  <c:v>1</c:v>
                </c:pt>
                <c:pt idx="339">
                  <c:v>1</c:v>
                </c:pt>
                <c:pt idx="340">
                  <c:v>1</c:v>
                </c:pt>
                <c:pt idx="341">
                  <c:v>1</c:v>
                </c:pt>
                <c:pt idx="342">
                  <c:v>1</c:v>
                </c:pt>
                <c:pt idx="343">
                  <c:v>1</c:v>
                </c:pt>
                <c:pt idx="344">
                  <c:v>1</c:v>
                </c:pt>
                <c:pt idx="345">
                  <c:v>1</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1</c:v>
                </c:pt>
                <c:pt idx="361">
                  <c:v>1</c:v>
                </c:pt>
                <c:pt idx="362">
                  <c:v>1</c:v>
                </c:pt>
                <c:pt idx="363">
                  <c:v>1</c:v>
                </c:pt>
                <c:pt idx="364">
                  <c:v>1</c:v>
                </c:pt>
                <c:pt idx="365">
                  <c:v>1</c:v>
                </c:pt>
                <c:pt idx="366">
                  <c:v>1</c:v>
                </c:pt>
                <c:pt idx="367">
                  <c:v>1</c:v>
                </c:pt>
                <c:pt idx="368">
                  <c:v>1</c:v>
                </c:pt>
                <c:pt idx="369">
                  <c:v>1</c:v>
                </c:pt>
                <c:pt idx="370">
                  <c:v>1</c:v>
                </c:pt>
                <c:pt idx="371">
                  <c:v>1</c:v>
                </c:pt>
                <c:pt idx="372">
                  <c:v>1</c:v>
                </c:pt>
                <c:pt idx="373">
                  <c:v>1</c:v>
                </c:pt>
                <c:pt idx="374">
                  <c:v>1</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numCache>
            </c:numRef>
          </c:val>
          <c:extLst>
            <c:ext xmlns:c16="http://schemas.microsoft.com/office/drawing/2014/chart" uri="{C3380CC4-5D6E-409C-BE32-E72D297353CC}">
              <c16:uniqueId val="{00000000-AEED-4624-8CC9-B5CA3325BBD1}"/>
            </c:ext>
          </c:extLst>
        </c:ser>
        <c:ser>
          <c:idx val="1"/>
          <c:order val="1"/>
          <c:tx>
            <c:strRef>
              <c:f>発表用!$E$1:$E$2</c:f>
              <c:strCache>
                <c:ptCount val="2"/>
                <c:pt idx="0">
                  <c:v>カテゴリ</c:v>
                </c:pt>
                <c:pt idx="1">
                  <c:v>長波長光</c:v>
                </c:pt>
              </c:strCache>
            </c:strRef>
          </c:tx>
          <c:spPr>
            <a:solidFill>
              <a:srgbClr val="00B050"/>
            </a:solidFill>
            <a:ln>
              <a:noFill/>
            </a:ln>
            <a:effectLst/>
          </c:spPr>
          <c:invertIfNegative val="0"/>
          <c:cat>
            <c:numRef>
              <c:f>発表用!$B$3:$B$1022</c:f>
              <c:numCache>
                <c:formatCode>General</c:formatCode>
                <c:ptCount val="1020"/>
                <c:pt idx="0">
                  <c:v>2448</c:v>
                </c:pt>
                <c:pt idx="1">
                  <c:v>2482</c:v>
                </c:pt>
                <c:pt idx="2">
                  <c:v>2515</c:v>
                </c:pt>
                <c:pt idx="3">
                  <c:v>2548</c:v>
                </c:pt>
                <c:pt idx="4">
                  <c:v>2582</c:v>
                </c:pt>
                <c:pt idx="5">
                  <c:v>2615</c:v>
                </c:pt>
                <c:pt idx="6">
                  <c:v>2648</c:v>
                </c:pt>
                <c:pt idx="7">
                  <c:v>2682</c:v>
                </c:pt>
                <c:pt idx="8">
                  <c:v>2715</c:v>
                </c:pt>
                <c:pt idx="9">
                  <c:v>2748</c:v>
                </c:pt>
                <c:pt idx="10">
                  <c:v>2782</c:v>
                </c:pt>
                <c:pt idx="11">
                  <c:v>2815</c:v>
                </c:pt>
                <c:pt idx="12">
                  <c:v>2848</c:v>
                </c:pt>
                <c:pt idx="13">
                  <c:v>2882</c:v>
                </c:pt>
                <c:pt idx="14">
                  <c:v>2915</c:v>
                </c:pt>
                <c:pt idx="15">
                  <c:v>2948</c:v>
                </c:pt>
                <c:pt idx="16">
                  <c:v>2982</c:v>
                </c:pt>
                <c:pt idx="17">
                  <c:v>3015</c:v>
                </c:pt>
                <c:pt idx="18">
                  <c:v>3048</c:v>
                </c:pt>
                <c:pt idx="19">
                  <c:v>3082</c:v>
                </c:pt>
                <c:pt idx="20">
                  <c:v>3115</c:v>
                </c:pt>
                <c:pt idx="21">
                  <c:v>3148</c:v>
                </c:pt>
                <c:pt idx="22">
                  <c:v>3182</c:v>
                </c:pt>
                <c:pt idx="23">
                  <c:v>3215</c:v>
                </c:pt>
                <c:pt idx="24">
                  <c:v>3248</c:v>
                </c:pt>
                <c:pt idx="25">
                  <c:v>3282</c:v>
                </c:pt>
                <c:pt idx="26">
                  <c:v>3315</c:v>
                </c:pt>
                <c:pt idx="27">
                  <c:v>3348</c:v>
                </c:pt>
                <c:pt idx="28">
                  <c:v>3382</c:v>
                </c:pt>
                <c:pt idx="29">
                  <c:v>3415</c:v>
                </c:pt>
                <c:pt idx="30">
                  <c:v>3448</c:v>
                </c:pt>
                <c:pt idx="31">
                  <c:v>3482</c:v>
                </c:pt>
                <c:pt idx="32">
                  <c:v>3515</c:v>
                </c:pt>
                <c:pt idx="33">
                  <c:v>3548</c:v>
                </c:pt>
                <c:pt idx="34">
                  <c:v>3582</c:v>
                </c:pt>
                <c:pt idx="35">
                  <c:v>3615</c:v>
                </c:pt>
                <c:pt idx="36">
                  <c:v>3648</c:v>
                </c:pt>
                <c:pt idx="37">
                  <c:v>3682</c:v>
                </c:pt>
                <c:pt idx="38">
                  <c:v>3715</c:v>
                </c:pt>
                <c:pt idx="39">
                  <c:v>3748</c:v>
                </c:pt>
                <c:pt idx="40">
                  <c:v>3782</c:v>
                </c:pt>
                <c:pt idx="41">
                  <c:v>3815</c:v>
                </c:pt>
                <c:pt idx="42">
                  <c:v>3848</c:v>
                </c:pt>
                <c:pt idx="43">
                  <c:v>3882</c:v>
                </c:pt>
                <c:pt idx="44">
                  <c:v>3915</c:v>
                </c:pt>
                <c:pt idx="45">
                  <c:v>3948</c:v>
                </c:pt>
                <c:pt idx="46">
                  <c:v>3982</c:v>
                </c:pt>
                <c:pt idx="47">
                  <c:v>4015</c:v>
                </c:pt>
                <c:pt idx="48">
                  <c:v>4048</c:v>
                </c:pt>
                <c:pt idx="49">
                  <c:v>4082</c:v>
                </c:pt>
                <c:pt idx="50">
                  <c:v>4115</c:v>
                </c:pt>
                <c:pt idx="51">
                  <c:v>4148</c:v>
                </c:pt>
                <c:pt idx="52">
                  <c:v>4182</c:v>
                </c:pt>
                <c:pt idx="53">
                  <c:v>4215</c:v>
                </c:pt>
                <c:pt idx="54">
                  <c:v>4248</c:v>
                </c:pt>
                <c:pt idx="55">
                  <c:v>4282</c:v>
                </c:pt>
                <c:pt idx="56">
                  <c:v>4315</c:v>
                </c:pt>
                <c:pt idx="57">
                  <c:v>4348</c:v>
                </c:pt>
                <c:pt idx="58">
                  <c:v>4382</c:v>
                </c:pt>
                <c:pt idx="59">
                  <c:v>4415</c:v>
                </c:pt>
                <c:pt idx="60">
                  <c:v>4448</c:v>
                </c:pt>
                <c:pt idx="61">
                  <c:v>4482</c:v>
                </c:pt>
                <c:pt idx="62">
                  <c:v>4515</c:v>
                </c:pt>
                <c:pt idx="63">
                  <c:v>4548</c:v>
                </c:pt>
                <c:pt idx="64">
                  <c:v>4582</c:v>
                </c:pt>
                <c:pt idx="65">
                  <c:v>4615</c:v>
                </c:pt>
                <c:pt idx="66">
                  <c:v>4648</c:v>
                </c:pt>
                <c:pt idx="67">
                  <c:v>4682</c:v>
                </c:pt>
                <c:pt idx="68">
                  <c:v>4715</c:v>
                </c:pt>
                <c:pt idx="69">
                  <c:v>4748</c:v>
                </c:pt>
                <c:pt idx="70">
                  <c:v>4782</c:v>
                </c:pt>
                <c:pt idx="71">
                  <c:v>4815</c:v>
                </c:pt>
                <c:pt idx="72">
                  <c:v>4848</c:v>
                </c:pt>
                <c:pt idx="73">
                  <c:v>4882</c:v>
                </c:pt>
                <c:pt idx="74">
                  <c:v>4915</c:v>
                </c:pt>
                <c:pt idx="75">
                  <c:v>4948</c:v>
                </c:pt>
                <c:pt idx="76">
                  <c:v>4982</c:v>
                </c:pt>
                <c:pt idx="77">
                  <c:v>5015</c:v>
                </c:pt>
                <c:pt idx="78">
                  <c:v>5048</c:v>
                </c:pt>
                <c:pt idx="79">
                  <c:v>5082</c:v>
                </c:pt>
                <c:pt idx="80">
                  <c:v>5115</c:v>
                </c:pt>
                <c:pt idx="81">
                  <c:v>5148</c:v>
                </c:pt>
                <c:pt idx="82">
                  <c:v>5182</c:v>
                </c:pt>
                <c:pt idx="83">
                  <c:v>5215</c:v>
                </c:pt>
                <c:pt idx="84">
                  <c:v>5248</c:v>
                </c:pt>
                <c:pt idx="85">
                  <c:v>5282</c:v>
                </c:pt>
                <c:pt idx="86">
                  <c:v>5315</c:v>
                </c:pt>
                <c:pt idx="87">
                  <c:v>5348</c:v>
                </c:pt>
                <c:pt idx="88">
                  <c:v>5382</c:v>
                </c:pt>
                <c:pt idx="89">
                  <c:v>5415</c:v>
                </c:pt>
                <c:pt idx="90">
                  <c:v>5448</c:v>
                </c:pt>
                <c:pt idx="91">
                  <c:v>5482</c:v>
                </c:pt>
                <c:pt idx="92">
                  <c:v>5515</c:v>
                </c:pt>
                <c:pt idx="93">
                  <c:v>5548</c:v>
                </c:pt>
                <c:pt idx="94">
                  <c:v>5582</c:v>
                </c:pt>
                <c:pt idx="95">
                  <c:v>5615</c:v>
                </c:pt>
                <c:pt idx="96">
                  <c:v>5648</c:v>
                </c:pt>
                <c:pt idx="97">
                  <c:v>5682</c:v>
                </c:pt>
                <c:pt idx="98">
                  <c:v>5715</c:v>
                </c:pt>
                <c:pt idx="99">
                  <c:v>5748</c:v>
                </c:pt>
                <c:pt idx="100">
                  <c:v>5782</c:v>
                </c:pt>
                <c:pt idx="101">
                  <c:v>5815</c:v>
                </c:pt>
                <c:pt idx="102">
                  <c:v>5848</c:v>
                </c:pt>
                <c:pt idx="103">
                  <c:v>5882</c:v>
                </c:pt>
                <c:pt idx="104">
                  <c:v>5915</c:v>
                </c:pt>
                <c:pt idx="105">
                  <c:v>5948</c:v>
                </c:pt>
                <c:pt idx="106">
                  <c:v>5982</c:v>
                </c:pt>
                <c:pt idx="107">
                  <c:v>6015</c:v>
                </c:pt>
                <c:pt idx="108">
                  <c:v>6048</c:v>
                </c:pt>
                <c:pt idx="109">
                  <c:v>6082</c:v>
                </c:pt>
                <c:pt idx="110">
                  <c:v>6115</c:v>
                </c:pt>
                <c:pt idx="111">
                  <c:v>6148</c:v>
                </c:pt>
                <c:pt idx="112">
                  <c:v>6182</c:v>
                </c:pt>
                <c:pt idx="113">
                  <c:v>6215</c:v>
                </c:pt>
                <c:pt idx="114">
                  <c:v>6248</c:v>
                </c:pt>
                <c:pt idx="115">
                  <c:v>6282</c:v>
                </c:pt>
                <c:pt idx="116">
                  <c:v>6315</c:v>
                </c:pt>
                <c:pt idx="117">
                  <c:v>6348</c:v>
                </c:pt>
                <c:pt idx="118">
                  <c:v>6382</c:v>
                </c:pt>
                <c:pt idx="119">
                  <c:v>6415</c:v>
                </c:pt>
                <c:pt idx="120">
                  <c:v>6448</c:v>
                </c:pt>
                <c:pt idx="121">
                  <c:v>6482</c:v>
                </c:pt>
                <c:pt idx="122">
                  <c:v>6515</c:v>
                </c:pt>
                <c:pt idx="123">
                  <c:v>6548</c:v>
                </c:pt>
                <c:pt idx="124">
                  <c:v>6582</c:v>
                </c:pt>
                <c:pt idx="125">
                  <c:v>6615</c:v>
                </c:pt>
                <c:pt idx="126">
                  <c:v>6648</c:v>
                </c:pt>
                <c:pt idx="127">
                  <c:v>6682</c:v>
                </c:pt>
                <c:pt idx="128">
                  <c:v>6715</c:v>
                </c:pt>
                <c:pt idx="129">
                  <c:v>6748</c:v>
                </c:pt>
                <c:pt idx="130">
                  <c:v>6782</c:v>
                </c:pt>
                <c:pt idx="131">
                  <c:v>6815</c:v>
                </c:pt>
                <c:pt idx="132">
                  <c:v>6848</c:v>
                </c:pt>
                <c:pt idx="133">
                  <c:v>6882</c:v>
                </c:pt>
                <c:pt idx="134">
                  <c:v>6915</c:v>
                </c:pt>
                <c:pt idx="135">
                  <c:v>6948</c:v>
                </c:pt>
                <c:pt idx="136">
                  <c:v>6982</c:v>
                </c:pt>
                <c:pt idx="137">
                  <c:v>7015</c:v>
                </c:pt>
                <c:pt idx="138">
                  <c:v>7048</c:v>
                </c:pt>
                <c:pt idx="139">
                  <c:v>7082</c:v>
                </c:pt>
                <c:pt idx="140">
                  <c:v>7115</c:v>
                </c:pt>
                <c:pt idx="141">
                  <c:v>7148</c:v>
                </c:pt>
                <c:pt idx="142">
                  <c:v>7182</c:v>
                </c:pt>
                <c:pt idx="143">
                  <c:v>7215</c:v>
                </c:pt>
                <c:pt idx="144">
                  <c:v>7248</c:v>
                </c:pt>
                <c:pt idx="145">
                  <c:v>7282</c:v>
                </c:pt>
                <c:pt idx="146">
                  <c:v>7315</c:v>
                </c:pt>
                <c:pt idx="147">
                  <c:v>7348</c:v>
                </c:pt>
                <c:pt idx="148">
                  <c:v>7382</c:v>
                </c:pt>
                <c:pt idx="149">
                  <c:v>7415</c:v>
                </c:pt>
                <c:pt idx="150">
                  <c:v>7448</c:v>
                </c:pt>
                <c:pt idx="151">
                  <c:v>7482</c:v>
                </c:pt>
                <c:pt idx="152">
                  <c:v>7515</c:v>
                </c:pt>
                <c:pt idx="153">
                  <c:v>7548</c:v>
                </c:pt>
                <c:pt idx="154">
                  <c:v>7582</c:v>
                </c:pt>
                <c:pt idx="155">
                  <c:v>7615</c:v>
                </c:pt>
                <c:pt idx="156">
                  <c:v>7648</c:v>
                </c:pt>
                <c:pt idx="157">
                  <c:v>7682</c:v>
                </c:pt>
                <c:pt idx="158">
                  <c:v>7715</c:v>
                </c:pt>
                <c:pt idx="159">
                  <c:v>7748</c:v>
                </c:pt>
                <c:pt idx="160">
                  <c:v>7782</c:v>
                </c:pt>
                <c:pt idx="161">
                  <c:v>7815</c:v>
                </c:pt>
                <c:pt idx="162">
                  <c:v>7848</c:v>
                </c:pt>
                <c:pt idx="163">
                  <c:v>7882</c:v>
                </c:pt>
                <c:pt idx="164">
                  <c:v>7915</c:v>
                </c:pt>
                <c:pt idx="165">
                  <c:v>7948</c:v>
                </c:pt>
                <c:pt idx="166">
                  <c:v>7982</c:v>
                </c:pt>
                <c:pt idx="167">
                  <c:v>8015</c:v>
                </c:pt>
                <c:pt idx="168">
                  <c:v>8048</c:v>
                </c:pt>
                <c:pt idx="169">
                  <c:v>8082</c:v>
                </c:pt>
                <c:pt idx="170">
                  <c:v>8115</c:v>
                </c:pt>
                <c:pt idx="171">
                  <c:v>8148</c:v>
                </c:pt>
                <c:pt idx="172">
                  <c:v>8182</c:v>
                </c:pt>
                <c:pt idx="173">
                  <c:v>8215</c:v>
                </c:pt>
                <c:pt idx="174">
                  <c:v>8248</c:v>
                </c:pt>
                <c:pt idx="175">
                  <c:v>8282</c:v>
                </c:pt>
                <c:pt idx="176">
                  <c:v>8315</c:v>
                </c:pt>
                <c:pt idx="177">
                  <c:v>8348</c:v>
                </c:pt>
                <c:pt idx="178">
                  <c:v>8382</c:v>
                </c:pt>
                <c:pt idx="179">
                  <c:v>8415</c:v>
                </c:pt>
                <c:pt idx="180">
                  <c:v>8448</c:v>
                </c:pt>
                <c:pt idx="181">
                  <c:v>8482</c:v>
                </c:pt>
                <c:pt idx="182">
                  <c:v>8515</c:v>
                </c:pt>
                <c:pt idx="183">
                  <c:v>8548</c:v>
                </c:pt>
                <c:pt idx="184">
                  <c:v>8582</c:v>
                </c:pt>
                <c:pt idx="185">
                  <c:v>8615</c:v>
                </c:pt>
                <c:pt idx="186">
                  <c:v>8648</c:v>
                </c:pt>
                <c:pt idx="187">
                  <c:v>8682</c:v>
                </c:pt>
                <c:pt idx="188">
                  <c:v>8715</c:v>
                </c:pt>
                <c:pt idx="189">
                  <c:v>8748</c:v>
                </c:pt>
                <c:pt idx="190">
                  <c:v>8782</c:v>
                </c:pt>
                <c:pt idx="191">
                  <c:v>8815</c:v>
                </c:pt>
                <c:pt idx="192">
                  <c:v>8848</c:v>
                </c:pt>
                <c:pt idx="193">
                  <c:v>8882</c:v>
                </c:pt>
                <c:pt idx="194">
                  <c:v>8915</c:v>
                </c:pt>
                <c:pt idx="195">
                  <c:v>8948</c:v>
                </c:pt>
                <c:pt idx="196">
                  <c:v>8982</c:v>
                </c:pt>
                <c:pt idx="197">
                  <c:v>9015</c:v>
                </c:pt>
                <c:pt idx="198">
                  <c:v>9048</c:v>
                </c:pt>
                <c:pt idx="199">
                  <c:v>9082</c:v>
                </c:pt>
                <c:pt idx="200">
                  <c:v>9115</c:v>
                </c:pt>
                <c:pt idx="201">
                  <c:v>9148</c:v>
                </c:pt>
                <c:pt idx="202">
                  <c:v>9182</c:v>
                </c:pt>
                <c:pt idx="203">
                  <c:v>9215</c:v>
                </c:pt>
                <c:pt idx="204">
                  <c:v>9248</c:v>
                </c:pt>
                <c:pt idx="205">
                  <c:v>9282</c:v>
                </c:pt>
                <c:pt idx="206">
                  <c:v>9315</c:v>
                </c:pt>
                <c:pt idx="207">
                  <c:v>9348</c:v>
                </c:pt>
                <c:pt idx="208">
                  <c:v>9382</c:v>
                </c:pt>
                <c:pt idx="209">
                  <c:v>9415</c:v>
                </c:pt>
                <c:pt idx="210">
                  <c:v>9448</c:v>
                </c:pt>
                <c:pt idx="211">
                  <c:v>9482</c:v>
                </c:pt>
                <c:pt idx="212">
                  <c:v>9515</c:v>
                </c:pt>
                <c:pt idx="213">
                  <c:v>9549</c:v>
                </c:pt>
                <c:pt idx="214">
                  <c:v>9582</c:v>
                </c:pt>
                <c:pt idx="215">
                  <c:v>9615</c:v>
                </c:pt>
                <c:pt idx="216">
                  <c:v>9649</c:v>
                </c:pt>
                <c:pt idx="217">
                  <c:v>9682</c:v>
                </c:pt>
                <c:pt idx="218">
                  <c:v>9715</c:v>
                </c:pt>
                <c:pt idx="219">
                  <c:v>9749</c:v>
                </c:pt>
                <c:pt idx="220">
                  <c:v>9782</c:v>
                </c:pt>
                <c:pt idx="221">
                  <c:v>9815</c:v>
                </c:pt>
                <c:pt idx="222">
                  <c:v>9849</c:v>
                </c:pt>
                <c:pt idx="223">
                  <c:v>9882</c:v>
                </c:pt>
                <c:pt idx="224">
                  <c:v>9915</c:v>
                </c:pt>
                <c:pt idx="225">
                  <c:v>9949</c:v>
                </c:pt>
                <c:pt idx="226">
                  <c:v>9982</c:v>
                </c:pt>
                <c:pt idx="227">
                  <c:v>10015</c:v>
                </c:pt>
                <c:pt idx="228">
                  <c:v>10049</c:v>
                </c:pt>
                <c:pt idx="229">
                  <c:v>10082</c:v>
                </c:pt>
                <c:pt idx="230">
                  <c:v>10115</c:v>
                </c:pt>
                <c:pt idx="231">
                  <c:v>10149</c:v>
                </c:pt>
                <c:pt idx="232">
                  <c:v>10182</c:v>
                </c:pt>
                <c:pt idx="233">
                  <c:v>10215</c:v>
                </c:pt>
                <c:pt idx="234">
                  <c:v>10249</c:v>
                </c:pt>
                <c:pt idx="235">
                  <c:v>10282</c:v>
                </c:pt>
                <c:pt idx="236">
                  <c:v>10315</c:v>
                </c:pt>
                <c:pt idx="237">
                  <c:v>10349</c:v>
                </c:pt>
                <c:pt idx="238">
                  <c:v>10382</c:v>
                </c:pt>
                <c:pt idx="239">
                  <c:v>10415</c:v>
                </c:pt>
                <c:pt idx="240">
                  <c:v>10449</c:v>
                </c:pt>
                <c:pt idx="241">
                  <c:v>10482</c:v>
                </c:pt>
                <c:pt idx="242">
                  <c:v>10515</c:v>
                </c:pt>
                <c:pt idx="243">
                  <c:v>10549</c:v>
                </c:pt>
                <c:pt idx="244">
                  <c:v>10582</c:v>
                </c:pt>
                <c:pt idx="245">
                  <c:v>10615</c:v>
                </c:pt>
                <c:pt idx="246">
                  <c:v>10649</c:v>
                </c:pt>
                <c:pt idx="247">
                  <c:v>10682</c:v>
                </c:pt>
                <c:pt idx="248">
                  <c:v>10715</c:v>
                </c:pt>
                <c:pt idx="249">
                  <c:v>10749</c:v>
                </c:pt>
                <c:pt idx="250">
                  <c:v>10782</c:v>
                </c:pt>
                <c:pt idx="251">
                  <c:v>10815</c:v>
                </c:pt>
                <c:pt idx="252">
                  <c:v>10849</c:v>
                </c:pt>
                <c:pt idx="253">
                  <c:v>10882</c:v>
                </c:pt>
                <c:pt idx="254">
                  <c:v>10915</c:v>
                </c:pt>
                <c:pt idx="255">
                  <c:v>10949</c:v>
                </c:pt>
                <c:pt idx="256">
                  <c:v>10982</c:v>
                </c:pt>
                <c:pt idx="257">
                  <c:v>11015</c:v>
                </c:pt>
                <c:pt idx="258">
                  <c:v>11049</c:v>
                </c:pt>
                <c:pt idx="259">
                  <c:v>11082</c:v>
                </c:pt>
                <c:pt idx="260">
                  <c:v>11115</c:v>
                </c:pt>
                <c:pt idx="261">
                  <c:v>11149</c:v>
                </c:pt>
                <c:pt idx="262">
                  <c:v>11182</c:v>
                </c:pt>
                <c:pt idx="263">
                  <c:v>11215</c:v>
                </c:pt>
                <c:pt idx="264">
                  <c:v>11249</c:v>
                </c:pt>
                <c:pt idx="265">
                  <c:v>11282</c:v>
                </c:pt>
                <c:pt idx="266">
                  <c:v>11315</c:v>
                </c:pt>
                <c:pt idx="267">
                  <c:v>11349</c:v>
                </c:pt>
                <c:pt idx="268">
                  <c:v>11382</c:v>
                </c:pt>
                <c:pt idx="269">
                  <c:v>11415</c:v>
                </c:pt>
                <c:pt idx="270">
                  <c:v>11449</c:v>
                </c:pt>
                <c:pt idx="271">
                  <c:v>11482</c:v>
                </c:pt>
                <c:pt idx="272">
                  <c:v>11515</c:v>
                </c:pt>
                <c:pt idx="273">
                  <c:v>11549</c:v>
                </c:pt>
                <c:pt idx="274">
                  <c:v>11582</c:v>
                </c:pt>
                <c:pt idx="275">
                  <c:v>11615</c:v>
                </c:pt>
                <c:pt idx="276">
                  <c:v>11649</c:v>
                </c:pt>
                <c:pt idx="277">
                  <c:v>11682</c:v>
                </c:pt>
                <c:pt idx="278">
                  <c:v>11715</c:v>
                </c:pt>
                <c:pt idx="279">
                  <c:v>11749</c:v>
                </c:pt>
                <c:pt idx="280">
                  <c:v>11782</c:v>
                </c:pt>
                <c:pt idx="281">
                  <c:v>11815</c:v>
                </c:pt>
                <c:pt idx="282">
                  <c:v>11849</c:v>
                </c:pt>
                <c:pt idx="283">
                  <c:v>11882</c:v>
                </c:pt>
                <c:pt idx="284">
                  <c:v>11915</c:v>
                </c:pt>
                <c:pt idx="285">
                  <c:v>11949</c:v>
                </c:pt>
                <c:pt idx="286">
                  <c:v>11982</c:v>
                </c:pt>
                <c:pt idx="287">
                  <c:v>12015</c:v>
                </c:pt>
                <c:pt idx="288">
                  <c:v>12049</c:v>
                </c:pt>
                <c:pt idx="289">
                  <c:v>12082</c:v>
                </c:pt>
                <c:pt idx="290">
                  <c:v>12115</c:v>
                </c:pt>
                <c:pt idx="291">
                  <c:v>12149</c:v>
                </c:pt>
                <c:pt idx="292">
                  <c:v>12182</c:v>
                </c:pt>
                <c:pt idx="293">
                  <c:v>12215</c:v>
                </c:pt>
                <c:pt idx="294">
                  <c:v>12249</c:v>
                </c:pt>
                <c:pt idx="295">
                  <c:v>12282</c:v>
                </c:pt>
                <c:pt idx="296">
                  <c:v>12315</c:v>
                </c:pt>
                <c:pt idx="297">
                  <c:v>12349</c:v>
                </c:pt>
                <c:pt idx="298">
                  <c:v>12382</c:v>
                </c:pt>
                <c:pt idx="299">
                  <c:v>12415</c:v>
                </c:pt>
                <c:pt idx="300">
                  <c:v>12449</c:v>
                </c:pt>
                <c:pt idx="301">
                  <c:v>12482</c:v>
                </c:pt>
                <c:pt idx="302">
                  <c:v>12515</c:v>
                </c:pt>
                <c:pt idx="303">
                  <c:v>12549</c:v>
                </c:pt>
                <c:pt idx="304">
                  <c:v>12582</c:v>
                </c:pt>
                <c:pt idx="305">
                  <c:v>12615</c:v>
                </c:pt>
                <c:pt idx="306">
                  <c:v>12649</c:v>
                </c:pt>
                <c:pt idx="307">
                  <c:v>12682</c:v>
                </c:pt>
                <c:pt idx="308">
                  <c:v>12715</c:v>
                </c:pt>
                <c:pt idx="309">
                  <c:v>12749</c:v>
                </c:pt>
                <c:pt idx="310">
                  <c:v>12782</c:v>
                </c:pt>
                <c:pt idx="311">
                  <c:v>12815</c:v>
                </c:pt>
                <c:pt idx="312">
                  <c:v>12849</c:v>
                </c:pt>
                <c:pt idx="313">
                  <c:v>12882</c:v>
                </c:pt>
                <c:pt idx="314">
                  <c:v>12915</c:v>
                </c:pt>
                <c:pt idx="315">
                  <c:v>12949</c:v>
                </c:pt>
                <c:pt idx="316">
                  <c:v>12982</c:v>
                </c:pt>
                <c:pt idx="317">
                  <c:v>13016</c:v>
                </c:pt>
                <c:pt idx="318">
                  <c:v>13049</c:v>
                </c:pt>
                <c:pt idx="319">
                  <c:v>13082</c:v>
                </c:pt>
                <c:pt idx="320">
                  <c:v>13116</c:v>
                </c:pt>
                <c:pt idx="321">
                  <c:v>13149</c:v>
                </c:pt>
                <c:pt idx="322">
                  <c:v>13182</c:v>
                </c:pt>
                <c:pt idx="323">
                  <c:v>13216</c:v>
                </c:pt>
                <c:pt idx="324">
                  <c:v>13249</c:v>
                </c:pt>
                <c:pt idx="325">
                  <c:v>13282</c:v>
                </c:pt>
                <c:pt idx="326">
                  <c:v>13316</c:v>
                </c:pt>
                <c:pt idx="327">
                  <c:v>13349</c:v>
                </c:pt>
                <c:pt idx="328">
                  <c:v>13382</c:v>
                </c:pt>
                <c:pt idx="329">
                  <c:v>13416</c:v>
                </c:pt>
                <c:pt idx="330">
                  <c:v>13449</c:v>
                </c:pt>
                <c:pt idx="331">
                  <c:v>13482</c:v>
                </c:pt>
                <c:pt idx="332">
                  <c:v>13516</c:v>
                </c:pt>
                <c:pt idx="333">
                  <c:v>13549</c:v>
                </c:pt>
                <c:pt idx="334">
                  <c:v>13582</c:v>
                </c:pt>
                <c:pt idx="335">
                  <c:v>13616</c:v>
                </c:pt>
                <c:pt idx="336">
                  <c:v>13649</c:v>
                </c:pt>
                <c:pt idx="337">
                  <c:v>13682</c:v>
                </c:pt>
                <c:pt idx="338">
                  <c:v>13716</c:v>
                </c:pt>
                <c:pt idx="339">
                  <c:v>13749</c:v>
                </c:pt>
                <c:pt idx="340">
                  <c:v>13782</c:v>
                </c:pt>
                <c:pt idx="341">
                  <c:v>13816</c:v>
                </c:pt>
                <c:pt idx="342">
                  <c:v>13849</c:v>
                </c:pt>
                <c:pt idx="343">
                  <c:v>13882</c:v>
                </c:pt>
                <c:pt idx="344">
                  <c:v>13916</c:v>
                </c:pt>
                <c:pt idx="345">
                  <c:v>13949</c:v>
                </c:pt>
                <c:pt idx="346">
                  <c:v>13982</c:v>
                </c:pt>
                <c:pt idx="347">
                  <c:v>14016</c:v>
                </c:pt>
                <c:pt idx="348">
                  <c:v>14049</c:v>
                </c:pt>
                <c:pt idx="349">
                  <c:v>14082</c:v>
                </c:pt>
                <c:pt idx="350">
                  <c:v>14116</c:v>
                </c:pt>
                <c:pt idx="351">
                  <c:v>14149</c:v>
                </c:pt>
                <c:pt idx="352">
                  <c:v>14182</c:v>
                </c:pt>
                <c:pt idx="353">
                  <c:v>14216</c:v>
                </c:pt>
                <c:pt idx="354">
                  <c:v>14249</c:v>
                </c:pt>
                <c:pt idx="355">
                  <c:v>14282</c:v>
                </c:pt>
                <c:pt idx="356">
                  <c:v>14316</c:v>
                </c:pt>
                <c:pt idx="357">
                  <c:v>14349</c:v>
                </c:pt>
                <c:pt idx="358">
                  <c:v>14382</c:v>
                </c:pt>
                <c:pt idx="359">
                  <c:v>14416</c:v>
                </c:pt>
                <c:pt idx="360">
                  <c:v>14449</c:v>
                </c:pt>
                <c:pt idx="361">
                  <c:v>14482</c:v>
                </c:pt>
                <c:pt idx="362">
                  <c:v>14516</c:v>
                </c:pt>
                <c:pt idx="363">
                  <c:v>14549</c:v>
                </c:pt>
                <c:pt idx="364">
                  <c:v>14582</c:v>
                </c:pt>
                <c:pt idx="365">
                  <c:v>14616</c:v>
                </c:pt>
                <c:pt idx="366">
                  <c:v>14649</c:v>
                </c:pt>
                <c:pt idx="367">
                  <c:v>14682</c:v>
                </c:pt>
                <c:pt idx="368">
                  <c:v>14716</c:v>
                </c:pt>
                <c:pt idx="369">
                  <c:v>14749</c:v>
                </c:pt>
                <c:pt idx="370">
                  <c:v>14782</c:v>
                </c:pt>
                <c:pt idx="371">
                  <c:v>14816</c:v>
                </c:pt>
                <c:pt idx="372">
                  <c:v>14849</c:v>
                </c:pt>
                <c:pt idx="373">
                  <c:v>14882</c:v>
                </c:pt>
                <c:pt idx="374">
                  <c:v>14916</c:v>
                </c:pt>
                <c:pt idx="375">
                  <c:v>14949</c:v>
                </c:pt>
                <c:pt idx="376">
                  <c:v>14982</c:v>
                </c:pt>
                <c:pt idx="377">
                  <c:v>15016</c:v>
                </c:pt>
                <c:pt idx="378">
                  <c:v>15049</c:v>
                </c:pt>
                <c:pt idx="379">
                  <c:v>15082</c:v>
                </c:pt>
                <c:pt idx="380">
                  <c:v>15116</c:v>
                </c:pt>
                <c:pt idx="381">
                  <c:v>15149</c:v>
                </c:pt>
                <c:pt idx="382">
                  <c:v>15182</c:v>
                </c:pt>
                <c:pt idx="383">
                  <c:v>15216</c:v>
                </c:pt>
                <c:pt idx="384">
                  <c:v>15249</c:v>
                </c:pt>
                <c:pt idx="385">
                  <c:v>15283</c:v>
                </c:pt>
                <c:pt idx="386">
                  <c:v>15316</c:v>
                </c:pt>
                <c:pt idx="387">
                  <c:v>15349</c:v>
                </c:pt>
                <c:pt idx="388">
                  <c:v>15383</c:v>
                </c:pt>
                <c:pt idx="389">
                  <c:v>15416</c:v>
                </c:pt>
                <c:pt idx="390">
                  <c:v>15449</c:v>
                </c:pt>
                <c:pt idx="391">
                  <c:v>15483</c:v>
                </c:pt>
                <c:pt idx="392">
                  <c:v>15516</c:v>
                </c:pt>
                <c:pt idx="393">
                  <c:v>15549</c:v>
                </c:pt>
                <c:pt idx="394">
                  <c:v>15583</c:v>
                </c:pt>
                <c:pt idx="395">
                  <c:v>15616</c:v>
                </c:pt>
                <c:pt idx="396">
                  <c:v>15649</c:v>
                </c:pt>
                <c:pt idx="397">
                  <c:v>15683</c:v>
                </c:pt>
                <c:pt idx="398">
                  <c:v>15716</c:v>
                </c:pt>
                <c:pt idx="399">
                  <c:v>15749</c:v>
                </c:pt>
                <c:pt idx="400">
                  <c:v>15783</c:v>
                </c:pt>
                <c:pt idx="401">
                  <c:v>15816</c:v>
                </c:pt>
                <c:pt idx="402">
                  <c:v>15849</c:v>
                </c:pt>
                <c:pt idx="403">
                  <c:v>15883</c:v>
                </c:pt>
                <c:pt idx="404">
                  <c:v>15916</c:v>
                </c:pt>
                <c:pt idx="405">
                  <c:v>15949</c:v>
                </c:pt>
                <c:pt idx="406">
                  <c:v>15983</c:v>
                </c:pt>
                <c:pt idx="407">
                  <c:v>16016</c:v>
                </c:pt>
                <c:pt idx="408">
                  <c:v>16049</c:v>
                </c:pt>
                <c:pt idx="409">
                  <c:v>16083</c:v>
                </c:pt>
                <c:pt idx="410">
                  <c:v>16116</c:v>
                </c:pt>
                <c:pt idx="411">
                  <c:v>16149</c:v>
                </c:pt>
                <c:pt idx="412">
                  <c:v>16183</c:v>
                </c:pt>
                <c:pt idx="413">
                  <c:v>16216</c:v>
                </c:pt>
                <c:pt idx="414">
                  <c:v>16249</c:v>
                </c:pt>
                <c:pt idx="415">
                  <c:v>16283</c:v>
                </c:pt>
                <c:pt idx="416">
                  <c:v>16316</c:v>
                </c:pt>
                <c:pt idx="417">
                  <c:v>16349</c:v>
                </c:pt>
                <c:pt idx="418">
                  <c:v>16383</c:v>
                </c:pt>
                <c:pt idx="419">
                  <c:v>16416</c:v>
                </c:pt>
                <c:pt idx="420">
                  <c:v>16449</c:v>
                </c:pt>
                <c:pt idx="421">
                  <c:v>16483</c:v>
                </c:pt>
                <c:pt idx="422">
                  <c:v>16516</c:v>
                </c:pt>
                <c:pt idx="423">
                  <c:v>16549</c:v>
                </c:pt>
                <c:pt idx="424">
                  <c:v>16583</c:v>
                </c:pt>
                <c:pt idx="425">
                  <c:v>16616</c:v>
                </c:pt>
                <c:pt idx="426">
                  <c:v>16649</c:v>
                </c:pt>
                <c:pt idx="427">
                  <c:v>16683</c:v>
                </c:pt>
                <c:pt idx="428">
                  <c:v>16716</c:v>
                </c:pt>
                <c:pt idx="429">
                  <c:v>16749</c:v>
                </c:pt>
                <c:pt idx="430">
                  <c:v>16783</c:v>
                </c:pt>
                <c:pt idx="431">
                  <c:v>16816</c:v>
                </c:pt>
                <c:pt idx="432">
                  <c:v>16849</c:v>
                </c:pt>
                <c:pt idx="433">
                  <c:v>16883</c:v>
                </c:pt>
                <c:pt idx="434">
                  <c:v>16916</c:v>
                </c:pt>
                <c:pt idx="435">
                  <c:v>16949</c:v>
                </c:pt>
                <c:pt idx="436">
                  <c:v>16983</c:v>
                </c:pt>
                <c:pt idx="437">
                  <c:v>17016</c:v>
                </c:pt>
                <c:pt idx="438">
                  <c:v>17049</c:v>
                </c:pt>
                <c:pt idx="439">
                  <c:v>17083</c:v>
                </c:pt>
                <c:pt idx="440">
                  <c:v>17116</c:v>
                </c:pt>
                <c:pt idx="441">
                  <c:v>17149</c:v>
                </c:pt>
                <c:pt idx="442">
                  <c:v>17183</c:v>
                </c:pt>
                <c:pt idx="443">
                  <c:v>17216</c:v>
                </c:pt>
                <c:pt idx="444">
                  <c:v>17249</c:v>
                </c:pt>
                <c:pt idx="445">
                  <c:v>17283</c:v>
                </c:pt>
                <c:pt idx="446">
                  <c:v>17316</c:v>
                </c:pt>
                <c:pt idx="447">
                  <c:v>17349</c:v>
                </c:pt>
                <c:pt idx="448">
                  <c:v>17383</c:v>
                </c:pt>
                <c:pt idx="449">
                  <c:v>17416</c:v>
                </c:pt>
                <c:pt idx="450">
                  <c:v>17449</c:v>
                </c:pt>
                <c:pt idx="451">
                  <c:v>17483</c:v>
                </c:pt>
                <c:pt idx="452">
                  <c:v>17516</c:v>
                </c:pt>
                <c:pt idx="453">
                  <c:v>17550</c:v>
                </c:pt>
                <c:pt idx="454">
                  <c:v>17583</c:v>
                </c:pt>
                <c:pt idx="455">
                  <c:v>17616</c:v>
                </c:pt>
                <c:pt idx="456">
                  <c:v>17650</c:v>
                </c:pt>
                <c:pt idx="457">
                  <c:v>17683</c:v>
                </c:pt>
                <c:pt idx="458">
                  <c:v>17716</c:v>
                </c:pt>
                <c:pt idx="459">
                  <c:v>17750</c:v>
                </c:pt>
                <c:pt idx="460">
                  <c:v>17783</c:v>
                </c:pt>
                <c:pt idx="461">
                  <c:v>17816</c:v>
                </c:pt>
                <c:pt idx="462">
                  <c:v>17850</c:v>
                </c:pt>
                <c:pt idx="463">
                  <c:v>17883</c:v>
                </c:pt>
                <c:pt idx="464">
                  <c:v>17916</c:v>
                </c:pt>
                <c:pt idx="465">
                  <c:v>17950</c:v>
                </c:pt>
                <c:pt idx="466">
                  <c:v>17983</c:v>
                </c:pt>
                <c:pt idx="467">
                  <c:v>18016</c:v>
                </c:pt>
                <c:pt idx="468">
                  <c:v>18050</c:v>
                </c:pt>
                <c:pt idx="469">
                  <c:v>18083</c:v>
                </c:pt>
                <c:pt idx="470">
                  <c:v>18116</c:v>
                </c:pt>
                <c:pt idx="471">
                  <c:v>18150</c:v>
                </c:pt>
                <c:pt idx="472">
                  <c:v>18183</c:v>
                </c:pt>
                <c:pt idx="473">
                  <c:v>18216</c:v>
                </c:pt>
                <c:pt idx="474">
                  <c:v>18250</c:v>
                </c:pt>
                <c:pt idx="475">
                  <c:v>18283</c:v>
                </c:pt>
                <c:pt idx="476">
                  <c:v>18316</c:v>
                </c:pt>
                <c:pt idx="477">
                  <c:v>18350</c:v>
                </c:pt>
                <c:pt idx="478">
                  <c:v>18383</c:v>
                </c:pt>
                <c:pt idx="479">
                  <c:v>18416</c:v>
                </c:pt>
                <c:pt idx="480">
                  <c:v>18450</c:v>
                </c:pt>
                <c:pt idx="481">
                  <c:v>18483</c:v>
                </c:pt>
                <c:pt idx="482">
                  <c:v>18516</c:v>
                </c:pt>
                <c:pt idx="483">
                  <c:v>18550</c:v>
                </c:pt>
                <c:pt idx="484">
                  <c:v>18583</c:v>
                </c:pt>
                <c:pt idx="485">
                  <c:v>18616</c:v>
                </c:pt>
                <c:pt idx="486">
                  <c:v>18650</c:v>
                </c:pt>
                <c:pt idx="487">
                  <c:v>18683</c:v>
                </c:pt>
                <c:pt idx="488">
                  <c:v>18716</c:v>
                </c:pt>
                <c:pt idx="489">
                  <c:v>18750</c:v>
                </c:pt>
                <c:pt idx="490">
                  <c:v>18783</c:v>
                </c:pt>
                <c:pt idx="491">
                  <c:v>18816</c:v>
                </c:pt>
                <c:pt idx="492">
                  <c:v>18850</c:v>
                </c:pt>
                <c:pt idx="493">
                  <c:v>18883</c:v>
                </c:pt>
                <c:pt idx="494">
                  <c:v>18916</c:v>
                </c:pt>
                <c:pt idx="495">
                  <c:v>18950</c:v>
                </c:pt>
                <c:pt idx="496">
                  <c:v>18983</c:v>
                </c:pt>
                <c:pt idx="497">
                  <c:v>19016</c:v>
                </c:pt>
                <c:pt idx="498">
                  <c:v>19050</c:v>
                </c:pt>
                <c:pt idx="499">
                  <c:v>19083</c:v>
                </c:pt>
                <c:pt idx="500">
                  <c:v>19116</c:v>
                </c:pt>
                <c:pt idx="501">
                  <c:v>19150</c:v>
                </c:pt>
                <c:pt idx="502">
                  <c:v>19183</c:v>
                </c:pt>
                <c:pt idx="503">
                  <c:v>19216</c:v>
                </c:pt>
                <c:pt idx="504">
                  <c:v>19250</c:v>
                </c:pt>
                <c:pt idx="505">
                  <c:v>19283</c:v>
                </c:pt>
                <c:pt idx="506">
                  <c:v>19316</c:v>
                </c:pt>
                <c:pt idx="507">
                  <c:v>19350</c:v>
                </c:pt>
                <c:pt idx="508">
                  <c:v>19383</c:v>
                </c:pt>
                <c:pt idx="509">
                  <c:v>19416</c:v>
                </c:pt>
                <c:pt idx="510">
                  <c:v>19450</c:v>
                </c:pt>
                <c:pt idx="511">
                  <c:v>19483</c:v>
                </c:pt>
                <c:pt idx="512">
                  <c:v>19516</c:v>
                </c:pt>
                <c:pt idx="513">
                  <c:v>19550</c:v>
                </c:pt>
                <c:pt idx="514">
                  <c:v>19583</c:v>
                </c:pt>
                <c:pt idx="515">
                  <c:v>19616</c:v>
                </c:pt>
                <c:pt idx="516">
                  <c:v>19650</c:v>
                </c:pt>
                <c:pt idx="517">
                  <c:v>19683</c:v>
                </c:pt>
                <c:pt idx="518">
                  <c:v>19716</c:v>
                </c:pt>
                <c:pt idx="519">
                  <c:v>19750</c:v>
                </c:pt>
                <c:pt idx="520">
                  <c:v>19783</c:v>
                </c:pt>
                <c:pt idx="521">
                  <c:v>19817</c:v>
                </c:pt>
                <c:pt idx="522">
                  <c:v>19850</c:v>
                </c:pt>
                <c:pt idx="523">
                  <c:v>19883</c:v>
                </c:pt>
                <c:pt idx="524">
                  <c:v>19917</c:v>
                </c:pt>
                <c:pt idx="525">
                  <c:v>19950</c:v>
                </c:pt>
                <c:pt idx="526">
                  <c:v>19983</c:v>
                </c:pt>
                <c:pt idx="527">
                  <c:v>20017</c:v>
                </c:pt>
                <c:pt idx="528">
                  <c:v>20050</c:v>
                </c:pt>
                <c:pt idx="529">
                  <c:v>20083</c:v>
                </c:pt>
                <c:pt idx="530">
                  <c:v>20117</c:v>
                </c:pt>
                <c:pt idx="531">
                  <c:v>20150</c:v>
                </c:pt>
                <c:pt idx="532">
                  <c:v>20183</c:v>
                </c:pt>
                <c:pt idx="533">
                  <c:v>20217</c:v>
                </c:pt>
                <c:pt idx="534">
                  <c:v>20250</c:v>
                </c:pt>
                <c:pt idx="535">
                  <c:v>20283</c:v>
                </c:pt>
                <c:pt idx="536">
                  <c:v>20317</c:v>
                </c:pt>
                <c:pt idx="537">
                  <c:v>20350</c:v>
                </c:pt>
                <c:pt idx="538">
                  <c:v>20383</c:v>
                </c:pt>
                <c:pt idx="539">
                  <c:v>20417</c:v>
                </c:pt>
                <c:pt idx="540">
                  <c:v>20450</c:v>
                </c:pt>
                <c:pt idx="541">
                  <c:v>20483</c:v>
                </c:pt>
                <c:pt idx="542">
                  <c:v>20517</c:v>
                </c:pt>
                <c:pt idx="543">
                  <c:v>20550</c:v>
                </c:pt>
                <c:pt idx="544">
                  <c:v>20583</c:v>
                </c:pt>
                <c:pt idx="545">
                  <c:v>20617</c:v>
                </c:pt>
                <c:pt idx="546">
                  <c:v>20650</c:v>
                </c:pt>
                <c:pt idx="547">
                  <c:v>20683</c:v>
                </c:pt>
                <c:pt idx="548">
                  <c:v>20717</c:v>
                </c:pt>
                <c:pt idx="549">
                  <c:v>20750</c:v>
                </c:pt>
                <c:pt idx="550">
                  <c:v>20783</c:v>
                </c:pt>
                <c:pt idx="551">
                  <c:v>20817</c:v>
                </c:pt>
                <c:pt idx="552">
                  <c:v>20850</c:v>
                </c:pt>
                <c:pt idx="553">
                  <c:v>20883</c:v>
                </c:pt>
                <c:pt idx="554">
                  <c:v>20917</c:v>
                </c:pt>
                <c:pt idx="555">
                  <c:v>20950</c:v>
                </c:pt>
                <c:pt idx="556">
                  <c:v>20983</c:v>
                </c:pt>
                <c:pt idx="557">
                  <c:v>21017</c:v>
                </c:pt>
                <c:pt idx="558">
                  <c:v>21050</c:v>
                </c:pt>
                <c:pt idx="559">
                  <c:v>21083</c:v>
                </c:pt>
                <c:pt idx="560">
                  <c:v>21117</c:v>
                </c:pt>
                <c:pt idx="561">
                  <c:v>21150</c:v>
                </c:pt>
                <c:pt idx="562">
                  <c:v>21183</c:v>
                </c:pt>
                <c:pt idx="563">
                  <c:v>21217</c:v>
                </c:pt>
                <c:pt idx="564">
                  <c:v>21250</c:v>
                </c:pt>
                <c:pt idx="565">
                  <c:v>21283</c:v>
                </c:pt>
                <c:pt idx="566">
                  <c:v>21317</c:v>
                </c:pt>
                <c:pt idx="567">
                  <c:v>21350</c:v>
                </c:pt>
                <c:pt idx="568">
                  <c:v>21383</c:v>
                </c:pt>
                <c:pt idx="569">
                  <c:v>21417</c:v>
                </c:pt>
                <c:pt idx="570">
                  <c:v>21450</c:v>
                </c:pt>
                <c:pt idx="571">
                  <c:v>21483</c:v>
                </c:pt>
                <c:pt idx="572">
                  <c:v>21517</c:v>
                </c:pt>
                <c:pt idx="573">
                  <c:v>21550</c:v>
                </c:pt>
                <c:pt idx="574">
                  <c:v>21583</c:v>
                </c:pt>
                <c:pt idx="575">
                  <c:v>21617</c:v>
                </c:pt>
                <c:pt idx="576">
                  <c:v>21650</c:v>
                </c:pt>
                <c:pt idx="577">
                  <c:v>21683</c:v>
                </c:pt>
                <c:pt idx="578">
                  <c:v>21717</c:v>
                </c:pt>
                <c:pt idx="579">
                  <c:v>21750</c:v>
                </c:pt>
                <c:pt idx="580">
                  <c:v>21783</c:v>
                </c:pt>
                <c:pt idx="581">
                  <c:v>21817</c:v>
                </c:pt>
                <c:pt idx="582">
                  <c:v>21850</c:v>
                </c:pt>
                <c:pt idx="583">
                  <c:v>21883</c:v>
                </c:pt>
                <c:pt idx="584">
                  <c:v>21917</c:v>
                </c:pt>
                <c:pt idx="585">
                  <c:v>21950</c:v>
                </c:pt>
                <c:pt idx="586">
                  <c:v>21984</c:v>
                </c:pt>
                <c:pt idx="587">
                  <c:v>22017</c:v>
                </c:pt>
                <c:pt idx="588">
                  <c:v>22050</c:v>
                </c:pt>
                <c:pt idx="589">
                  <c:v>22084</c:v>
                </c:pt>
                <c:pt idx="590">
                  <c:v>22117</c:v>
                </c:pt>
                <c:pt idx="591">
                  <c:v>22150</c:v>
                </c:pt>
                <c:pt idx="592">
                  <c:v>22184</c:v>
                </c:pt>
                <c:pt idx="593">
                  <c:v>22217</c:v>
                </c:pt>
                <c:pt idx="594">
                  <c:v>22250</c:v>
                </c:pt>
                <c:pt idx="595">
                  <c:v>22284</c:v>
                </c:pt>
                <c:pt idx="596">
                  <c:v>22317</c:v>
                </c:pt>
                <c:pt idx="597">
                  <c:v>22350</c:v>
                </c:pt>
                <c:pt idx="598">
                  <c:v>22384</c:v>
                </c:pt>
                <c:pt idx="599">
                  <c:v>22417</c:v>
                </c:pt>
                <c:pt idx="600">
                  <c:v>22450</c:v>
                </c:pt>
                <c:pt idx="601">
                  <c:v>22484</c:v>
                </c:pt>
                <c:pt idx="602">
                  <c:v>22517</c:v>
                </c:pt>
                <c:pt idx="603">
                  <c:v>22550</c:v>
                </c:pt>
                <c:pt idx="604">
                  <c:v>22584</c:v>
                </c:pt>
                <c:pt idx="605">
                  <c:v>22617</c:v>
                </c:pt>
                <c:pt idx="606">
                  <c:v>22650</c:v>
                </c:pt>
                <c:pt idx="607">
                  <c:v>22684</c:v>
                </c:pt>
                <c:pt idx="608">
                  <c:v>22717</c:v>
                </c:pt>
                <c:pt idx="609">
                  <c:v>22750</c:v>
                </c:pt>
                <c:pt idx="610">
                  <c:v>22784</c:v>
                </c:pt>
                <c:pt idx="611">
                  <c:v>22817</c:v>
                </c:pt>
                <c:pt idx="612">
                  <c:v>22850</c:v>
                </c:pt>
                <c:pt idx="613">
                  <c:v>22884</c:v>
                </c:pt>
                <c:pt idx="614">
                  <c:v>22917</c:v>
                </c:pt>
                <c:pt idx="615">
                  <c:v>22950</c:v>
                </c:pt>
                <c:pt idx="616">
                  <c:v>22984</c:v>
                </c:pt>
                <c:pt idx="617">
                  <c:v>23017</c:v>
                </c:pt>
                <c:pt idx="618">
                  <c:v>23050</c:v>
                </c:pt>
                <c:pt idx="619">
                  <c:v>23084</c:v>
                </c:pt>
                <c:pt idx="620">
                  <c:v>23117</c:v>
                </c:pt>
                <c:pt idx="621">
                  <c:v>23150</c:v>
                </c:pt>
                <c:pt idx="622">
                  <c:v>23184</c:v>
                </c:pt>
                <c:pt idx="623">
                  <c:v>23217</c:v>
                </c:pt>
                <c:pt idx="624">
                  <c:v>23250</c:v>
                </c:pt>
                <c:pt idx="625">
                  <c:v>23284</c:v>
                </c:pt>
                <c:pt idx="626">
                  <c:v>23317</c:v>
                </c:pt>
                <c:pt idx="627">
                  <c:v>23350</c:v>
                </c:pt>
                <c:pt idx="628">
                  <c:v>23384</c:v>
                </c:pt>
                <c:pt idx="629">
                  <c:v>23417</c:v>
                </c:pt>
                <c:pt idx="630">
                  <c:v>23450</c:v>
                </c:pt>
                <c:pt idx="631">
                  <c:v>23484</c:v>
                </c:pt>
                <c:pt idx="632">
                  <c:v>23517</c:v>
                </c:pt>
                <c:pt idx="633">
                  <c:v>23550</c:v>
                </c:pt>
                <c:pt idx="634">
                  <c:v>23584</c:v>
                </c:pt>
                <c:pt idx="635">
                  <c:v>23617</c:v>
                </c:pt>
                <c:pt idx="636">
                  <c:v>23650</c:v>
                </c:pt>
                <c:pt idx="637">
                  <c:v>23684</c:v>
                </c:pt>
                <c:pt idx="638">
                  <c:v>23717</c:v>
                </c:pt>
                <c:pt idx="639">
                  <c:v>23750</c:v>
                </c:pt>
                <c:pt idx="640">
                  <c:v>23784</c:v>
                </c:pt>
                <c:pt idx="641">
                  <c:v>23817</c:v>
                </c:pt>
                <c:pt idx="642">
                  <c:v>23850</c:v>
                </c:pt>
                <c:pt idx="643">
                  <c:v>23884</c:v>
                </c:pt>
                <c:pt idx="644">
                  <c:v>23917</c:v>
                </c:pt>
                <c:pt idx="645">
                  <c:v>23950</c:v>
                </c:pt>
                <c:pt idx="646">
                  <c:v>23984</c:v>
                </c:pt>
                <c:pt idx="647">
                  <c:v>24017</c:v>
                </c:pt>
                <c:pt idx="648">
                  <c:v>24050</c:v>
                </c:pt>
                <c:pt idx="649">
                  <c:v>24084</c:v>
                </c:pt>
                <c:pt idx="650">
                  <c:v>24117</c:v>
                </c:pt>
                <c:pt idx="651">
                  <c:v>24150</c:v>
                </c:pt>
                <c:pt idx="652">
                  <c:v>24184</c:v>
                </c:pt>
                <c:pt idx="653">
                  <c:v>24217</c:v>
                </c:pt>
                <c:pt idx="654">
                  <c:v>24251</c:v>
                </c:pt>
                <c:pt idx="655">
                  <c:v>24284</c:v>
                </c:pt>
                <c:pt idx="656">
                  <c:v>24317</c:v>
                </c:pt>
                <c:pt idx="657">
                  <c:v>24351</c:v>
                </c:pt>
                <c:pt idx="658">
                  <c:v>24384</c:v>
                </c:pt>
                <c:pt idx="659">
                  <c:v>24417</c:v>
                </c:pt>
                <c:pt idx="660">
                  <c:v>24451</c:v>
                </c:pt>
                <c:pt idx="661">
                  <c:v>24484</c:v>
                </c:pt>
                <c:pt idx="662">
                  <c:v>24517</c:v>
                </c:pt>
                <c:pt idx="663">
                  <c:v>24551</c:v>
                </c:pt>
                <c:pt idx="664">
                  <c:v>24584</c:v>
                </c:pt>
                <c:pt idx="665">
                  <c:v>24617</c:v>
                </c:pt>
                <c:pt idx="666">
                  <c:v>24651</c:v>
                </c:pt>
                <c:pt idx="667">
                  <c:v>24684</c:v>
                </c:pt>
                <c:pt idx="668">
                  <c:v>24717</c:v>
                </c:pt>
                <c:pt idx="669">
                  <c:v>24751</c:v>
                </c:pt>
                <c:pt idx="670">
                  <c:v>24784</c:v>
                </c:pt>
                <c:pt idx="671">
                  <c:v>24817</c:v>
                </c:pt>
                <c:pt idx="672">
                  <c:v>24851</c:v>
                </c:pt>
                <c:pt idx="673">
                  <c:v>24884</c:v>
                </c:pt>
                <c:pt idx="674">
                  <c:v>24917</c:v>
                </c:pt>
                <c:pt idx="675">
                  <c:v>24951</c:v>
                </c:pt>
                <c:pt idx="676">
                  <c:v>24984</c:v>
                </c:pt>
                <c:pt idx="677">
                  <c:v>25017</c:v>
                </c:pt>
                <c:pt idx="678">
                  <c:v>25051</c:v>
                </c:pt>
                <c:pt idx="679">
                  <c:v>25084</c:v>
                </c:pt>
                <c:pt idx="680">
                  <c:v>25117</c:v>
                </c:pt>
                <c:pt idx="681">
                  <c:v>25151</c:v>
                </c:pt>
                <c:pt idx="682">
                  <c:v>25184</c:v>
                </c:pt>
                <c:pt idx="683">
                  <c:v>25217</c:v>
                </c:pt>
                <c:pt idx="684">
                  <c:v>25251</c:v>
                </c:pt>
                <c:pt idx="685">
                  <c:v>25284</c:v>
                </c:pt>
                <c:pt idx="686">
                  <c:v>25317</c:v>
                </c:pt>
                <c:pt idx="687">
                  <c:v>25351</c:v>
                </c:pt>
                <c:pt idx="688">
                  <c:v>25384</c:v>
                </c:pt>
                <c:pt idx="689">
                  <c:v>25417</c:v>
                </c:pt>
                <c:pt idx="690">
                  <c:v>25451</c:v>
                </c:pt>
                <c:pt idx="691">
                  <c:v>25484</c:v>
                </c:pt>
                <c:pt idx="692">
                  <c:v>25517</c:v>
                </c:pt>
                <c:pt idx="693">
                  <c:v>25551</c:v>
                </c:pt>
                <c:pt idx="694">
                  <c:v>25584</c:v>
                </c:pt>
                <c:pt idx="695">
                  <c:v>25617</c:v>
                </c:pt>
                <c:pt idx="696">
                  <c:v>25651</c:v>
                </c:pt>
                <c:pt idx="697">
                  <c:v>25684</c:v>
                </c:pt>
                <c:pt idx="698">
                  <c:v>25717</c:v>
                </c:pt>
                <c:pt idx="699">
                  <c:v>25751</c:v>
                </c:pt>
                <c:pt idx="700">
                  <c:v>25784</c:v>
                </c:pt>
                <c:pt idx="701">
                  <c:v>25817</c:v>
                </c:pt>
                <c:pt idx="702">
                  <c:v>25851</c:v>
                </c:pt>
                <c:pt idx="703">
                  <c:v>25884</c:v>
                </c:pt>
                <c:pt idx="704">
                  <c:v>25917</c:v>
                </c:pt>
                <c:pt idx="705">
                  <c:v>25951</c:v>
                </c:pt>
                <c:pt idx="706">
                  <c:v>25984</c:v>
                </c:pt>
                <c:pt idx="707">
                  <c:v>26017</c:v>
                </c:pt>
                <c:pt idx="708">
                  <c:v>26051</c:v>
                </c:pt>
                <c:pt idx="709">
                  <c:v>26084</c:v>
                </c:pt>
                <c:pt idx="710">
                  <c:v>26117</c:v>
                </c:pt>
                <c:pt idx="711">
                  <c:v>26151</c:v>
                </c:pt>
                <c:pt idx="712">
                  <c:v>26184</c:v>
                </c:pt>
                <c:pt idx="713">
                  <c:v>26217</c:v>
                </c:pt>
                <c:pt idx="714">
                  <c:v>26251</c:v>
                </c:pt>
                <c:pt idx="715">
                  <c:v>26284</c:v>
                </c:pt>
                <c:pt idx="716">
                  <c:v>26317</c:v>
                </c:pt>
                <c:pt idx="717">
                  <c:v>26351</c:v>
                </c:pt>
                <c:pt idx="718">
                  <c:v>26384</c:v>
                </c:pt>
                <c:pt idx="719">
                  <c:v>26417</c:v>
                </c:pt>
                <c:pt idx="720">
                  <c:v>26451</c:v>
                </c:pt>
                <c:pt idx="721">
                  <c:v>26484</c:v>
                </c:pt>
                <c:pt idx="722">
                  <c:v>26518</c:v>
                </c:pt>
                <c:pt idx="723">
                  <c:v>26551</c:v>
                </c:pt>
                <c:pt idx="724">
                  <c:v>26584</c:v>
                </c:pt>
                <c:pt idx="725">
                  <c:v>26618</c:v>
                </c:pt>
                <c:pt idx="726">
                  <c:v>26651</c:v>
                </c:pt>
                <c:pt idx="727">
                  <c:v>26684</c:v>
                </c:pt>
                <c:pt idx="728">
                  <c:v>26718</c:v>
                </c:pt>
                <c:pt idx="729">
                  <c:v>26751</c:v>
                </c:pt>
                <c:pt idx="730">
                  <c:v>26784</c:v>
                </c:pt>
                <c:pt idx="731">
                  <c:v>26818</c:v>
                </c:pt>
                <c:pt idx="732">
                  <c:v>26851</c:v>
                </c:pt>
                <c:pt idx="733">
                  <c:v>26884</c:v>
                </c:pt>
                <c:pt idx="734">
                  <c:v>26918</c:v>
                </c:pt>
                <c:pt idx="735">
                  <c:v>26951</c:v>
                </c:pt>
                <c:pt idx="736">
                  <c:v>26984</c:v>
                </c:pt>
                <c:pt idx="737">
                  <c:v>27018</c:v>
                </c:pt>
                <c:pt idx="738">
                  <c:v>27051</c:v>
                </c:pt>
                <c:pt idx="739">
                  <c:v>27084</c:v>
                </c:pt>
                <c:pt idx="740">
                  <c:v>27118</c:v>
                </c:pt>
                <c:pt idx="741">
                  <c:v>27151</c:v>
                </c:pt>
                <c:pt idx="742">
                  <c:v>27184</c:v>
                </c:pt>
                <c:pt idx="743">
                  <c:v>27218</c:v>
                </c:pt>
                <c:pt idx="744">
                  <c:v>27251</c:v>
                </c:pt>
                <c:pt idx="745">
                  <c:v>27284</c:v>
                </c:pt>
                <c:pt idx="746">
                  <c:v>27318</c:v>
                </c:pt>
                <c:pt idx="747">
                  <c:v>27351</c:v>
                </c:pt>
                <c:pt idx="748">
                  <c:v>27384</c:v>
                </c:pt>
                <c:pt idx="749">
                  <c:v>27418</c:v>
                </c:pt>
                <c:pt idx="750">
                  <c:v>27451</c:v>
                </c:pt>
                <c:pt idx="751">
                  <c:v>27484</c:v>
                </c:pt>
                <c:pt idx="752">
                  <c:v>27518</c:v>
                </c:pt>
                <c:pt idx="753">
                  <c:v>27551</c:v>
                </c:pt>
                <c:pt idx="754">
                  <c:v>27584</c:v>
                </c:pt>
                <c:pt idx="755">
                  <c:v>27618</c:v>
                </c:pt>
                <c:pt idx="756">
                  <c:v>27651</c:v>
                </c:pt>
                <c:pt idx="757">
                  <c:v>27684</c:v>
                </c:pt>
                <c:pt idx="758">
                  <c:v>27718</c:v>
                </c:pt>
                <c:pt idx="759">
                  <c:v>27751</c:v>
                </c:pt>
                <c:pt idx="760">
                  <c:v>27784</c:v>
                </c:pt>
                <c:pt idx="761">
                  <c:v>27818</c:v>
                </c:pt>
                <c:pt idx="762">
                  <c:v>27851</c:v>
                </c:pt>
                <c:pt idx="763">
                  <c:v>27884</c:v>
                </c:pt>
                <c:pt idx="764">
                  <c:v>27918</c:v>
                </c:pt>
                <c:pt idx="765">
                  <c:v>27951</c:v>
                </c:pt>
                <c:pt idx="766">
                  <c:v>27984</c:v>
                </c:pt>
                <c:pt idx="767">
                  <c:v>28018</c:v>
                </c:pt>
                <c:pt idx="768">
                  <c:v>28051</c:v>
                </c:pt>
                <c:pt idx="769">
                  <c:v>28084</c:v>
                </c:pt>
                <c:pt idx="770">
                  <c:v>28118</c:v>
                </c:pt>
                <c:pt idx="771">
                  <c:v>28151</c:v>
                </c:pt>
                <c:pt idx="772">
                  <c:v>28184</c:v>
                </c:pt>
                <c:pt idx="773">
                  <c:v>28218</c:v>
                </c:pt>
                <c:pt idx="774">
                  <c:v>28251</c:v>
                </c:pt>
                <c:pt idx="775">
                  <c:v>28284</c:v>
                </c:pt>
                <c:pt idx="776">
                  <c:v>28318</c:v>
                </c:pt>
                <c:pt idx="777">
                  <c:v>28351</c:v>
                </c:pt>
                <c:pt idx="778">
                  <c:v>28384</c:v>
                </c:pt>
                <c:pt idx="779">
                  <c:v>28418</c:v>
                </c:pt>
                <c:pt idx="780">
                  <c:v>28451</c:v>
                </c:pt>
                <c:pt idx="781">
                  <c:v>28484</c:v>
                </c:pt>
                <c:pt idx="782">
                  <c:v>28518</c:v>
                </c:pt>
                <c:pt idx="783">
                  <c:v>28551</c:v>
                </c:pt>
                <c:pt idx="784">
                  <c:v>28584</c:v>
                </c:pt>
                <c:pt idx="785">
                  <c:v>28618</c:v>
                </c:pt>
                <c:pt idx="786">
                  <c:v>28651</c:v>
                </c:pt>
                <c:pt idx="787">
                  <c:v>28685</c:v>
                </c:pt>
                <c:pt idx="788">
                  <c:v>28718</c:v>
                </c:pt>
                <c:pt idx="789">
                  <c:v>28751</c:v>
                </c:pt>
                <c:pt idx="790">
                  <c:v>28785</c:v>
                </c:pt>
                <c:pt idx="791">
                  <c:v>28818</c:v>
                </c:pt>
                <c:pt idx="792">
                  <c:v>28851</c:v>
                </c:pt>
                <c:pt idx="793">
                  <c:v>28885</c:v>
                </c:pt>
                <c:pt idx="794">
                  <c:v>28918</c:v>
                </c:pt>
                <c:pt idx="795">
                  <c:v>28951</c:v>
                </c:pt>
                <c:pt idx="796">
                  <c:v>28985</c:v>
                </c:pt>
                <c:pt idx="797">
                  <c:v>29018</c:v>
                </c:pt>
                <c:pt idx="798">
                  <c:v>29051</c:v>
                </c:pt>
                <c:pt idx="799">
                  <c:v>29085</c:v>
                </c:pt>
                <c:pt idx="800">
                  <c:v>29118</c:v>
                </c:pt>
                <c:pt idx="801">
                  <c:v>29151</c:v>
                </c:pt>
                <c:pt idx="802">
                  <c:v>29185</c:v>
                </c:pt>
                <c:pt idx="803">
                  <c:v>29218</c:v>
                </c:pt>
                <c:pt idx="804">
                  <c:v>29251</c:v>
                </c:pt>
                <c:pt idx="805">
                  <c:v>29285</c:v>
                </c:pt>
                <c:pt idx="806">
                  <c:v>29318</c:v>
                </c:pt>
                <c:pt idx="807">
                  <c:v>29351</c:v>
                </c:pt>
                <c:pt idx="808">
                  <c:v>29385</c:v>
                </c:pt>
                <c:pt idx="809">
                  <c:v>29418</c:v>
                </c:pt>
                <c:pt idx="810">
                  <c:v>29451</c:v>
                </c:pt>
                <c:pt idx="811">
                  <c:v>29485</c:v>
                </c:pt>
                <c:pt idx="812">
                  <c:v>29518</c:v>
                </c:pt>
                <c:pt idx="813">
                  <c:v>29551</c:v>
                </c:pt>
                <c:pt idx="814">
                  <c:v>29585</c:v>
                </c:pt>
                <c:pt idx="815">
                  <c:v>29618</c:v>
                </c:pt>
                <c:pt idx="816">
                  <c:v>29651</c:v>
                </c:pt>
                <c:pt idx="817">
                  <c:v>29685</c:v>
                </c:pt>
                <c:pt idx="818">
                  <c:v>29718</c:v>
                </c:pt>
                <c:pt idx="819">
                  <c:v>29751</c:v>
                </c:pt>
                <c:pt idx="820">
                  <c:v>29785</c:v>
                </c:pt>
                <c:pt idx="821">
                  <c:v>29818</c:v>
                </c:pt>
                <c:pt idx="822">
                  <c:v>29851</c:v>
                </c:pt>
                <c:pt idx="823">
                  <c:v>29885</c:v>
                </c:pt>
                <c:pt idx="824">
                  <c:v>29918</c:v>
                </c:pt>
                <c:pt idx="825">
                  <c:v>29951</c:v>
                </c:pt>
                <c:pt idx="826">
                  <c:v>29985</c:v>
                </c:pt>
                <c:pt idx="827">
                  <c:v>30018</c:v>
                </c:pt>
                <c:pt idx="828">
                  <c:v>30051</c:v>
                </c:pt>
                <c:pt idx="829">
                  <c:v>30085</c:v>
                </c:pt>
                <c:pt idx="830">
                  <c:v>30118</c:v>
                </c:pt>
                <c:pt idx="831">
                  <c:v>30151</c:v>
                </c:pt>
                <c:pt idx="832">
                  <c:v>30185</c:v>
                </c:pt>
                <c:pt idx="833">
                  <c:v>30218</c:v>
                </c:pt>
                <c:pt idx="834">
                  <c:v>30251</c:v>
                </c:pt>
                <c:pt idx="835">
                  <c:v>30285</c:v>
                </c:pt>
                <c:pt idx="836">
                  <c:v>30318</c:v>
                </c:pt>
                <c:pt idx="837">
                  <c:v>30351</c:v>
                </c:pt>
                <c:pt idx="838">
                  <c:v>30385</c:v>
                </c:pt>
                <c:pt idx="839">
                  <c:v>30418</c:v>
                </c:pt>
                <c:pt idx="840">
                  <c:v>30451</c:v>
                </c:pt>
                <c:pt idx="841">
                  <c:v>30485</c:v>
                </c:pt>
                <c:pt idx="842">
                  <c:v>30518</c:v>
                </c:pt>
                <c:pt idx="843">
                  <c:v>30551</c:v>
                </c:pt>
                <c:pt idx="844">
                  <c:v>30585</c:v>
                </c:pt>
                <c:pt idx="845">
                  <c:v>30618</c:v>
                </c:pt>
                <c:pt idx="846">
                  <c:v>30651</c:v>
                </c:pt>
                <c:pt idx="847">
                  <c:v>30685</c:v>
                </c:pt>
                <c:pt idx="848">
                  <c:v>30718</c:v>
                </c:pt>
                <c:pt idx="849">
                  <c:v>30751</c:v>
                </c:pt>
                <c:pt idx="850">
                  <c:v>30785</c:v>
                </c:pt>
                <c:pt idx="851">
                  <c:v>30818</c:v>
                </c:pt>
                <c:pt idx="852">
                  <c:v>30851</c:v>
                </c:pt>
                <c:pt idx="853">
                  <c:v>30885</c:v>
                </c:pt>
                <c:pt idx="854">
                  <c:v>30918</c:v>
                </c:pt>
                <c:pt idx="855">
                  <c:v>30952</c:v>
                </c:pt>
                <c:pt idx="856">
                  <c:v>30985</c:v>
                </c:pt>
                <c:pt idx="857">
                  <c:v>31018</c:v>
                </c:pt>
                <c:pt idx="858">
                  <c:v>31052</c:v>
                </c:pt>
                <c:pt idx="859">
                  <c:v>31085</c:v>
                </c:pt>
                <c:pt idx="860">
                  <c:v>31118</c:v>
                </c:pt>
                <c:pt idx="861">
                  <c:v>31152</c:v>
                </c:pt>
                <c:pt idx="862">
                  <c:v>31185</c:v>
                </c:pt>
                <c:pt idx="863">
                  <c:v>31218</c:v>
                </c:pt>
                <c:pt idx="864">
                  <c:v>31252</c:v>
                </c:pt>
                <c:pt idx="865">
                  <c:v>31285</c:v>
                </c:pt>
                <c:pt idx="866">
                  <c:v>33</c:v>
                </c:pt>
                <c:pt idx="867">
                  <c:v>66</c:v>
                </c:pt>
                <c:pt idx="868">
                  <c:v>99</c:v>
                </c:pt>
                <c:pt idx="869">
                  <c:v>31411</c:v>
                </c:pt>
                <c:pt idx="870">
                  <c:v>31445</c:v>
                </c:pt>
                <c:pt idx="871">
                  <c:v>31478</c:v>
                </c:pt>
                <c:pt idx="872">
                  <c:v>31511</c:v>
                </c:pt>
                <c:pt idx="873">
                  <c:v>31545</c:v>
                </c:pt>
                <c:pt idx="874">
                  <c:v>31578</c:v>
                </c:pt>
                <c:pt idx="875">
                  <c:v>33</c:v>
                </c:pt>
                <c:pt idx="876">
                  <c:v>31651</c:v>
                </c:pt>
                <c:pt idx="877">
                  <c:v>31685</c:v>
                </c:pt>
                <c:pt idx="878">
                  <c:v>33</c:v>
                </c:pt>
                <c:pt idx="879">
                  <c:v>31747</c:v>
                </c:pt>
                <c:pt idx="880">
                  <c:v>33</c:v>
                </c:pt>
                <c:pt idx="881">
                  <c:v>31811</c:v>
                </c:pt>
                <c:pt idx="882">
                  <c:v>31845</c:v>
                </c:pt>
                <c:pt idx="883">
                  <c:v>33</c:v>
                </c:pt>
                <c:pt idx="884">
                  <c:v>31907</c:v>
                </c:pt>
                <c:pt idx="885">
                  <c:v>33</c:v>
                </c:pt>
                <c:pt idx="886">
                  <c:v>31987</c:v>
                </c:pt>
                <c:pt idx="887">
                  <c:v>32021</c:v>
                </c:pt>
                <c:pt idx="888">
                  <c:v>33</c:v>
                </c:pt>
                <c:pt idx="889">
                  <c:v>32083</c:v>
                </c:pt>
                <c:pt idx="890">
                  <c:v>32117</c:v>
                </c:pt>
                <c:pt idx="891">
                  <c:v>33</c:v>
                </c:pt>
                <c:pt idx="892">
                  <c:v>32179</c:v>
                </c:pt>
                <c:pt idx="893">
                  <c:v>32213</c:v>
                </c:pt>
                <c:pt idx="894">
                  <c:v>33</c:v>
                </c:pt>
                <c:pt idx="895">
                  <c:v>32275</c:v>
                </c:pt>
                <c:pt idx="896">
                  <c:v>32309</c:v>
                </c:pt>
                <c:pt idx="897">
                  <c:v>32342</c:v>
                </c:pt>
                <c:pt idx="898">
                  <c:v>33</c:v>
                </c:pt>
                <c:pt idx="899">
                  <c:v>32419</c:v>
                </c:pt>
                <c:pt idx="900">
                  <c:v>33</c:v>
                </c:pt>
                <c:pt idx="901">
                  <c:v>32483</c:v>
                </c:pt>
                <c:pt idx="902">
                  <c:v>32517</c:v>
                </c:pt>
                <c:pt idx="903">
                  <c:v>33</c:v>
                </c:pt>
                <c:pt idx="904">
                  <c:v>32579</c:v>
                </c:pt>
                <c:pt idx="905">
                  <c:v>32613</c:v>
                </c:pt>
                <c:pt idx="906">
                  <c:v>32646</c:v>
                </c:pt>
                <c:pt idx="907">
                  <c:v>32679</c:v>
                </c:pt>
                <c:pt idx="908">
                  <c:v>32713</c:v>
                </c:pt>
                <c:pt idx="909">
                  <c:v>32746</c:v>
                </c:pt>
                <c:pt idx="910">
                  <c:v>32779</c:v>
                </c:pt>
                <c:pt idx="911">
                  <c:v>32813</c:v>
                </c:pt>
                <c:pt idx="912">
                  <c:v>32846</c:v>
                </c:pt>
                <c:pt idx="913">
                  <c:v>32879</c:v>
                </c:pt>
                <c:pt idx="914">
                  <c:v>32913</c:v>
                </c:pt>
                <c:pt idx="915">
                  <c:v>32946</c:v>
                </c:pt>
                <c:pt idx="916">
                  <c:v>32979</c:v>
                </c:pt>
                <c:pt idx="917">
                  <c:v>33013</c:v>
                </c:pt>
                <c:pt idx="918">
                  <c:v>33046</c:v>
                </c:pt>
                <c:pt idx="919">
                  <c:v>33079</c:v>
                </c:pt>
                <c:pt idx="920">
                  <c:v>33113</c:v>
                </c:pt>
                <c:pt idx="921">
                  <c:v>33146</c:v>
                </c:pt>
                <c:pt idx="922">
                  <c:v>33179</c:v>
                </c:pt>
                <c:pt idx="923">
                  <c:v>33213</c:v>
                </c:pt>
                <c:pt idx="924">
                  <c:v>33246</c:v>
                </c:pt>
                <c:pt idx="925">
                  <c:v>33279</c:v>
                </c:pt>
                <c:pt idx="926">
                  <c:v>33313</c:v>
                </c:pt>
                <c:pt idx="927">
                  <c:v>33346</c:v>
                </c:pt>
                <c:pt idx="928">
                  <c:v>33379</c:v>
                </c:pt>
                <c:pt idx="929">
                  <c:v>33413</c:v>
                </c:pt>
                <c:pt idx="930">
                  <c:v>33446</c:v>
                </c:pt>
                <c:pt idx="931">
                  <c:v>33479</c:v>
                </c:pt>
                <c:pt idx="932">
                  <c:v>33513</c:v>
                </c:pt>
                <c:pt idx="933">
                  <c:v>33546</c:v>
                </c:pt>
                <c:pt idx="934">
                  <c:v>33579</c:v>
                </c:pt>
                <c:pt idx="935">
                  <c:v>33613</c:v>
                </c:pt>
                <c:pt idx="936">
                  <c:v>33646</c:v>
                </c:pt>
                <c:pt idx="937">
                  <c:v>33679</c:v>
                </c:pt>
                <c:pt idx="938">
                  <c:v>33713</c:v>
                </c:pt>
                <c:pt idx="939">
                  <c:v>33746</c:v>
                </c:pt>
                <c:pt idx="940">
                  <c:v>33779</c:v>
                </c:pt>
                <c:pt idx="941">
                  <c:v>33813</c:v>
                </c:pt>
                <c:pt idx="942">
                  <c:v>33846</c:v>
                </c:pt>
                <c:pt idx="943">
                  <c:v>33879</c:v>
                </c:pt>
                <c:pt idx="944">
                  <c:v>33913</c:v>
                </c:pt>
                <c:pt idx="945">
                  <c:v>33946</c:v>
                </c:pt>
                <c:pt idx="946">
                  <c:v>33979</c:v>
                </c:pt>
                <c:pt idx="947">
                  <c:v>34013</c:v>
                </c:pt>
                <c:pt idx="948">
                  <c:v>34046</c:v>
                </c:pt>
                <c:pt idx="949">
                  <c:v>34079</c:v>
                </c:pt>
                <c:pt idx="950">
                  <c:v>34113</c:v>
                </c:pt>
                <c:pt idx="951">
                  <c:v>34146</c:v>
                </c:pt>
                <c:pt idx="952">
                  <c:v>34179</c:v>
                </c:pt>
                <c:pt idx="953">
                  <c:v>34213</c:v>
                </c:pt>
                <c:pt idx="954">
                  <c:v>34246</c:v>
                </c:pt>
                <c:pt idx="955">
                  <c:v>34279</c:v>
                </c:pt>
                <c:pt idx="956">
                  <c:v>34313</c:v>
                </c:pt>
                <c:pt idx="957">
                  <c:v>34346</c:v>
                </c:pt>
                <c:pt idx="958">
                  <c:v>34379</c:v>
                </c:pt>
                <c:pt idx="959">
                  <c:v>34413</c:v>
                </c:pt>
                <c:pt idx="960">
                  <c:v>34446</c:v>
                </c:pt>
                <c:pt idx="961">
                  <c:v>34479</c:v>
                </c:pt>
                <c:pt idx="962">
                  <c:v>34513</c:v>
                </c:pt>
                <c:pt idx="963">
                  <c:v>34546</c:v>
                </c:pt>
                <c:pt idx="964">
                  <c:v>34579</c:v>
                </c:pt>
                <c:pt idx="965">
                  <c:v>34613</c:v>
                </c:pt>
                <c:pt idx="966">
                  <c:v>34646</c:v>
                </c:pt>
                <c:pt idx="967">
                  <c:v>34679</c:v>
                </c:pt>
                <c:pt idx="968">
                  <c:v>34713</c:v>
                </c:pt>
                <c:pt idx="969">
                  <c:v>34746</c:v>
                </c:pt>
                <c:pt idx="970">
                  <c:v>34779</c:v>
                </c:pt>
                <c:pt idx="971">
                  <c:v>34813</c:v>
                </c:pt>
                <c:pt idx="972">
                  <c:v>34846</c:v>
                </c:pt>
                <c:pt idx="973">
                  <c:v>34879</c:v>
                </c:pt>
                <c:pt idx="974">
                  <c:v>34913</c:v>
                </c:pt>
                <c:pt idx="975">
                  <c:v>34946</c:v>
                </c:pt>
                <c:pt idx="976">
                  <c:v>34979</c:v>
                </c:pt>
                <c:pt idx="977">
                  <c:v>35013</c:v>
                </c:pt>
                <c:pt idx="978">
                  <c:v>35046</c:v>
                </c:pt>
                <c:pt idx="979">
                  <c:v>35079</c:v>
                </c:pt>
                <c:pt idx="980">
                  <c:v>35113</c:v>
                </c:pt>
                <c:pt idx="981">
                  <c:v>35146</c:v>
                </c:pt>
                <c:pt idx="982">
                  <c:v>35179</c:v>
                </c:pt>
                <c:pt idx="983">
                  <c:v>35213</c:v>
                </c:pt>
                <c:pt idx="984">
                  <c:v>35246</c:v>
                </c:pt>
                <c:pt idx="985">
                  <c:v>35279</c:v>
                </c:pt>
                <c:pt idx="986">
                  <c:v>35313</c:v>
                </c:pt>
                <c:pt idx="987">
                  <c:v>35346</c:v>
                </c:pt>
                <c:pt idx="988">
                  <c:v>35379</c:v>
                </c:pt>
                <c:pt idx="989">
                  <c:v>35413</c:v>
                </c:pt>
                <c:pt idx="990">
                  <c:v>35446</c:v>
                </c:pt>
                <c:pt idx="991">
                  <c:v>35479</c:v>
                </c:pt>
                <c:pt idx="992">
                  <c:v>35513</c:v>
                </c:pt>
                <c:pt idx="993">
                  <c:v>35546</c:v>
                </c:pt>
                <c:pt idx="994">
                  <c:v>35579</c:v>
                </c:pt>
                <c:pt idx="995">
                  <c:v>35613</c:v>
                </c:pt>
                <c:pt idx="996">
                  <c:v>35646</c:v>
                </c:pt>
                <c:pt idx="997">
                  <c:v>35679</c:v>
                </c:pt>
                <c:pt idx="998">
                  <c:v>35713</c:v>
                </c:pt>
                <c:pt idx="999">
                  <c:v>35746</c:v>
                </c:pt>
                <c:pt idx="1000">
                  <c:v>35779</c:v>
                </c:pt>
                <c:pt idx="1001">
                  <c:v>35813</c:v>
                </c:pt>
                <c:pt idx="1002">
                  <c:v>35846</c:v>
                </c:pt>
                <c:pt idx="1003">
                  <c:v>35879</c:v>
                </c:pt>
                <c:pt idx="1004">
                  <c:v>35913</c:v>
                </c:pt>
                <c:pt idx="1005">
                  <c:v>35946</c:v>
                </c:pt>
                <c:pt idx="1006">
                  <c:v>35979</c:v>
                </c:pt>
                <c:pt idx="1007">
                  <c:v>36013</c:v>
                </c:pt>
                <c:pt idx="1008">
                  <c:v>36046</c:v>
                </c:pt>
                <c:pt idx="1009">
                  <c:v>36079</c:v>
                </c:pt>
                <c:pt idx="1010">
                  <c:v>36113</c:v>
                </c:pt>
                <c:pt idx="1011">
                  <c:v>36146</c:v>
                </c:pt>
                <c:pt idx="1012">
                  <c:v>36179</c:v>
                </c:pt>
                <c:pt idx="1013">
                  <c:v>36213</c:v>
                </c:pt>
                <c:pt idx="1014">
                  <c:v>36246</c:v>
                </c:pt>
                <c:pt idx="1015">
                  <c:v>36279</c:v>
                </c:pt>
                <c:pt idx="1016">
                  <c:v>36313</c:v>
                </c:pt>
                <c:pt idx="1017">
                  <c:v>36346</c:v>
                </c:pt>
                <c:pt idx="1018">
                  <c:v>36379</c:v>
                </c:pt>
                <c:pt idx="1019">
                  <c:v>36413</c:v>
                </c:pt>
              </c:numCache>
            </c:numRef>
          </c:cat>
          <c:val>
            <c:numRef>
              <c:f>発表用!$E$3:$E$1022</c:f>
              <c:numCache>
                <c:formatCode>General</c:formatCode>
                <c:ptCount val="102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1</c:v>
                </c:pt>
                <c:pt idx="167">
                  <c:v>1</c:v>
                </c:pt>
                <c:pt idx="168">
                  <c:v>1</c:v>
                </c:pt>
                <c:pt idx="169">
                  <c:v>1</c:v>
                </c:pt>
                <c:pt idx="170">
                  <c:v>1</c:v>
                </c:pt>
                <c:pt idx="171">
                  <c:v>1</c:v>
                </c:pt>
                <c:pt idx="172">
                  <c:v>1</c:v>
                </c:pt>
                <c:pt idx="173">
                  <c:v>1</c:v>
                </c:pt>
                <c:pt idx="174">
                  <c:v>1</c:v>
                </c:pt>
                <c:pt idx="175">
                  <c:v>1</c:v>
                </c:pt>
                <c:pt idx="176">
                  <c:v>1</c:v>
                </c:pt>
                <c:pt idx="177">
                  <c:v>1</c:v>
                </c:pt>
                <c:pt idx="178">
                  <c:v>1</c:v>
                </c:pt>
                <c:pt idx="179">
                  <c:v>1</c:v>
                </c:pt>
                <c:pt idx="180">
                  <c:v>1</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1</c:v>
                </c:pt>
                <c:pt idx="197">
                  <c:v>1</c:v>
                </c:pt>
                <c:pt idx="198">
                  <c:v>1</c:v>
                </c:pt>
                <c:pt idx="199">
                  <c:v>1</c:v>
                </c:pt>
                <c:pt idx="200">
                  <c:v>1</c:v>
                </c:pt>
                <c:pt idx="201">
                  <c:v>1</c:v>
                </c:pt>
                <c:pt idx="202">
                  <c:v>1</c:v>
                </c:pt>
                <c:pt idx="203">
                  <c:v>1</c:v>
                </c:pt>
                <c:pt idx="204">
                  <c:v>1</c:v>
                </c:pt>
                <c:pt idx="205">
                  <c:v>1</c:v>
                </c:pt>
                <c:pt idx="206">
                  <c:v>1</c:v>
                </c:pt>
                <c:pt idx="207">
                  <c:v>1</c:v>
                </c:pt>
                <c:pt idx="208">
                  <c:v>1</c:v>
                </c:pt>
                <c:pt idx="209">
                  <c:v>1</c:v>
                </c:pt>
                <c:pt idx="210">
                  <c:v>1</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1</c:v>
                </c:pt>
                <c:pt idx="227">
                  <c:v>1</c:v>
                </c:pt>
                <c:pt idx="228">
                  <c:v>1</c:v>
                </c:pt>
                <c:pt idx="229">
                  <c:v>1</c:v>
                </c:pt>
                <c:pt idx="230">
                  <c:v>1</c:v>
                </c:pt>
                <c:pt idx="231">
                  <c:v>1</c:v>
                </c:pt>
                <c:pt idx="232">
                  <c:v>1</c:v>
                </c:pt>
                <c:pt idx="233">
                  <c:v>1</c:v>
                </c:pt>
                <c:pt idx="234">
                  <c:v>1</c:v>
                </c:pt>
                <c:pt idx="235">
                  <c:v>1</c:v>
                </c:pt>
                <c:pt idx="236">
                  <c:v>1</c:v>
                </c:pt>
                <c:pt idx="237">
                  <c:v>1</c:v>
                </c:pt>
                <c:pt idx="238">
                  <c:v>1</c:v>
                </c:pt>
                <c:pt idx="239">
                  <c:v>1</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1</c:v>
                </c:pt>
                <c:pt idx="257">
                  <c:v>1</c:v>
                </c:pt>
                <c:pt idx="258">
                  <c:v>1</c:v>
                </c:pt>
                <c:pt idx="259">
                  <c:v>1</c:v>
                </c:pt>
                <c:pt idx="260">
                  <c:v>1</c:v>
                </c:pt>
                <c:pt idx="261">
                  <c:v>1</c:v>
                </c:pt>
                <c:pt idx="262">
                  <c:v>1</c:v>
                </c:pt>
                <c:pt idx="263">
                  <c:v>1</c:v>
                </c:pt>
                <c:pt idx="264">
                  <c:v>1</c:v>
                </c:pt>
                <c:pt idx="265">
                  <c:v>1</c:v>
                </c:pt>
                <c:pt idx="266">
                  <c:v>1</c:v>
                </c:pt>
                <c:pt idx="267">
                  <c:v>1</c:v>
                </c:pt>
                <c:pt idx="268">
                  <c:v>1</c:v>
                </c:pt>
                <c:pt idx="269">
                  <c:v>1</c:v>
                </c:pt>
                <c:pt idx="270">
                  <c:v>1</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1</c:v>
                </c:pt>
                <c:pt idx="287">
                  <c:v>1</c:v>
                </c:pt>
                <c:pt idx="288">
                  <c:v>1</c:v>
                </c:pt>
                <c:pt idx="289">
                  <c:v>1</c:v>
                </c:pt>
                <c:pt idx="290">
                  <c:v>1</c:v>
                </c:pt>
                <c:pt idx="291">
                  <c:v>1</c:v>
                </c:pt>
                <c:pt idx="292">
                  <c:v>1</c:v>
                </c:pt>
                <c:pt idx="293">
                  <c:v>1</c:v>
                </c:pt>
                <c:pt idx="294">
                  <c:v>1</c:v>
                </c:pt>
                <c:pt idx="295">
                  <c:v>1</c:v>
                </c:pt>
                <c:pt idx="296">
                  <c:v>1</c:v>
                </c:pt>
                <c:pt idx="297">
                  <c:v>1</c:v>
                </c:pt>
                <c:pt idx="298">
                  <c:v>1</c:v>
                </c:pt>
                <c:pt idx="299">
                  <c:v>1</c:v>
                </c:pt>
                <c:pt idx="300">
                  <c:v>1</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1</c:v>
                </c:pt>
                <c:pt idx="316">
                  <c:v>1</c:v>
                </c:pt>
                <c:pt idx="317">
                  <c:v>1</c:v>
                </c:pt>
                <c:pt idx="318">
                  <c:v>1</c:v>
                </c:pt>
                <c:pt idx="319">
                  <c:v>1</c:v>
                </c:pt>
                <c:pt idx="320">
                  <c:v>1</c:v>
                </c:pt>
                <c:pt idx="321">
                  <c:v>1</c:v>
                </c:pt>
                <c:pt idx="322">
                  <c:v>1</c:v>
                </c:pt>
                <c:pt idx="323">
                  <c:v>1</c:v>
                </c:pt>
                <c:pt idx="324">
                  <c:v>1</c:v>
                </c:pt>
                <c:pt idx="325">
                  <c:v>1</c:v>
                </c:pt>
                <c:pt idx="326">
                  <c:v>1</c:v>
                </c:pt>
                <c:pt idx="327">
                  <c:v>1</c:v>
                </c:pt>
                <c:pt idx="328">
                  <c:v>1</c:v>
                </c:pt>
                <c:pt idx="329">
                  <c:v>1</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1</c:v>
                </c:pt>
                <c:pt idx="347">
                  <c:v>1</c:v>
                </c:pt>
                <c:pt idx="348">
                  <c:v>1</c:v>
                </c:pt>
                <c:pt idx="349">
                  <c:v>1</c:v>
                </c:pt>
                <c:pt idx="350">
                  <c:v>1</c:v>
                </c:pt>
                <c:pt idx="351">
                  <c:v>1</c:v>
                </c:pt>
                <c:pt idx="352">
                  <c:v>1</c:v>
                </c:pt>
                <c:pt idx="353">
                  <c:v>1</c:v>
                </c:pt>
                <c:pt idx="354">
                  <c:v>1</c:v>
                </c:pt>
                <c:pt idx="355">
                  <c:v>1</c:v>
                </c:pt>
                <c:pt idx="356">
                  <c:v>1</c:v>
                </c:pt>
                <c:pt idx="357">
                  <c:v>1</c:v>
                </c:pt>
                <c:pt idx="358">
                  <c:v>1</c:v>
                </c:pt>
                <c:pt idx="359">
                  <c:v>1</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1</c:v>
                </c:pt>
                <c:pt idx="376">
                  <c:v>1</c:v>
                </c:pt>
                <c:pt idx="377">
                  <c:v>1</c:v>
                </c:pt>
                <c:pt idx="378">
                  <c:v>1</c:v>
                </c:pt>
                <c:pt idx="379">
                  <c:v>1</c:v>
                </c:pt>
                <c:pt idx="380">
                  <c:v>1</c:v>
                </c:pt>
                <c:pt idx="381">
                  <c:v>1</c:v>
                </c:pt>
                <c:pt idx="382">
                  <c:v>1</c:v>
                </c:pt>
                <c:pt idx="383">
                  <c:v>1</c:v>
                </c:pt>
                <c:pt idx="384">
                  <c:v>1</c:v>
                </c:pt>
                <c:pt idx="385">
                  <c:v>1</c:v>
                </c:pt>
                <c:pt idx="386">
                  <c:v>1</c:v>
                </c:pt>
                <c:pt idx="387">
                  <c:v>1</c:v>
                </c:pt>
                <c:pt idx="388">
                  <c:v>1</c:v>
                </c:pt>
                <c:pt idx="389">
                  <c:v>1</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numCache>
            </c:numRef>
          </c:val>
          <c:extLst>
            <c:ext xmlns:c16="http://schemas.microsoft.com/office/drawing/2014/chart" uri="{C3380CC4-5D6E-409C-BE32-E72D297353CC}">
              <c16:uniqueId val="{00000001-AEED-4624-8CC9-B5CA3325BBD1}"/>
            </c:ext>
          </c:extLst>
        </c:ser>
        <c:dLbls>
          <c:showLegendKey val="0"/>
          <c:showVal val="0"/>
          <c:showCatName val="0"/>
          <c:showSerName val="0"/>
          <c:showPercent val="0"/>
          <c:showBubbleSize val="0"/>
        </c:dLbls>
        <c:gapWidth val="219"/>
        <c:overlap val="-27"/>
        <c:axId val="560835608"/>
        <c:axId val="561568320"/>
      </c:barChart>
      <c:lineChart>
        <c:grouping val="standard"/>
        <c:varyColors val="0"/>
        <c:ser>
          <c:idx val="2"/>
          <c:order val="2"/>
          <c:tx>
            <c:strRef>
              <c:f>発表用!$G$1:$G$2</c:f>
              <c:strCache>
                <c:ptCount val="2"/>
                <c:pt idx="0">
                  <c:v>瞳孔面積</c:v>
                </c:pt>
                <c:pt idx="1">
                  <c:v>[dot]</c:v>
                </c:pt>
              </c:strCache>
            </c:strRef>
          </c:tx>
          <c:spPr>
            <a:ln w="28575" cap="rnd">
              <a:solidFill>
                <a:schemeClr val="accent2">
                  <a:lumMod val="60000"/>
                  <a:lumOff val="40000"/>
                </a:schemeClr>
              </a:solidFill>
              <a:round/>
            </a:ln>
            <a:effectLst/>
          </c:spPr>
          <c:marker>
            <c:symbol val="none"/>
          </c:marker>
          <c:cat>
            <c:numRef>
              <c:f>発表用!$B$3:$B$1022</c:f>
              <c:numCache>
                <c:formatCode>General</c:formatCode>
                <c:ptCount val="1020"/>
                <c:pt idx="0">
                  <c:v>2448</c:v>
                </c:pt>
                <c:pt idx="1">
                  <c:v>2482</c:v>
                </c:pt>
                <c:pt idx="2">
                  <c:v>2515</c:v>
                </c:pt>
                <c:pt idx="3">
                  <c:v>2548</c:v>
                </c:pt>
                <c:pt idx="4">
                  <c:v>2582</c:v>
                </c:pt>
                <c:pt idx="5">
                  <c:v>2615</c:v>
                </c:pt>
                <c:pt idx="6">
                  <c:v>2648</c:v>
                </c:pt>
                <c:pt idx="7">
                  <c:v>2682</c:v>
                </c:pt>
                <c:pt idx="8">
                  <c:v>2715</c:v>
                </c:pt>
                <c:pt idx="9">
                  <c:v>2748</c:v>
                </c:pt>
                <c:pt idx="10">
                  <c:v>2782</c:v>
                </c:pt>
                <c:pt idx="11">
                  <c:v>2815</c:v>
                </c:pt>
                <c:pt idx="12">
                  <c:v>2848</c:v>
                </c:pt>
                <c:pt idx="13">
                  <c:v>2882</c:v>
                </c:pt>
                <c:pt idx="14">
                  <c:v>2915</c:v>
                </c:pt>
                <c:pt idx="15">
                  <c:v>2948</c:v>
                </c:pt>
                <c:pt idx="16">
                  <c:v>2982</c:v>
                </c:pt>
                <c:pt idx="17">
                  <c:v>3015</c:v>
                </c:pt>
                <c:pt idx="18">
                  <c:v>3048</c:v>
                </c:pt>
                <c:pt idx="19">
                  <c:v>3082</c:v>
                </c:pt>
                <c:pt idx="20">
                  <c:v>3115</c:v>
                </c:pt>
                <c:pt idx="21">
                  <c:v>3148</c:v>
                </c:pt>
                <c:pt idx="22">
                  <c:v>3182</c:v>
                </c:pt>
                <c:pt idx="23">
                  <c:v>3215</c:v>
                </c:pt>
                <c:pt idx="24">
                  <c:v>3248</c:v>
                </c:pt>
                <c:pt idx="25">
                  <c:v>3282</c:v>
                </c:pt>
                <c:pt idx="26">
                  <c:v>3315</c:v>
                </c:pt>
                <c:pt idx="27">
                  <c:v>3348</c:v>
                </c:pt>
                <c:pt idx="28">
                  <c:v>3382</c:v>
                </c:pt>
                <c:pt idx="29">
                  <c:v>3415</c:v>
                </c:pt>
                <c:pt idx="30">
                  <c:v>3448</c:v>
                </c:pt>
                <c:pt idx="31">
                  <c:v>3482</c:v>
                </c:pt>
                <c:pt idx="32">
                  <c:v>3515</c:v>
                </c:pt>
                <c:pt idx="33">
                  <c:v>3548</c:v>
                </c:pt>
                <c:pt idx="34">
                  <c:v>3582</c:v>
                </c:pt>
                <c:pt idx="35">
                  <c:v>3615</c:v>
                </c:pt>
                <c:pt idx="36">
                  <c:v>3648</c:v>
                </c:pt>
                <c:pt idx="37">
                  <c:v>3682</c:v>
                </c:pt>
                <c:pt idx="38">
                  <c:v>3715</c:v>
                </c:pt>
                <c:pt idx="39">
                  <c:v>3748</c:v>
                </c:pt>
                <c:pt idx="40">
                  <c:v>3782</c:v>
                </c:pt>
                <c:pt idx="41">
                  <c:v>3815</c:v>
                </c:pt>
                <c:pt idx="42">
                  <c:v>3848</c:v>
                </c:pt>
                <c:pt idx="43">
                  <c:v>3882</c:v>
                </c:pt>
                <c:pt idx="44">
                  <c:v>3915</c:v>
                </c:pt>
                <c:pt idx="45">
                  <c:v>3948</c:v>
                </c:pt>
                <c:pt idx="46">
                  <c:v>3982</c:v>
                </c:pt>
                <c:pt idx="47">
                  <c:v>4015</c:v>
                </c:pt>
                <c:pt idx="48">
                  <c:v>4048</c:v>
                </c:pt>
                <c:pt idx="49">
                  <c:v>4082</c:v>
                </c:pt>
                <c:pt idx="50">
                  <c:v>4115</c:v>
                </c:pt>
                <c:pt idx="51">
                  <c:v>4148</c:v>
                </c:pt>
                <c:pt idx="52">
                  <c:v>4182</c:v>
                </c:pt>
                <c:pt idx="53">
                  <c:v>4215</c:v>
                </c:pt>
                <c:pt idx="54">
                  <c:v>4248</c:v>
                </c:pt>
                <c:pt idx="55">
                  <c:v>4282</c:v>
                </c:pt>
                <c:pt idx="56">
                  <c:v>4315</c:v>
                </c:pt>
                <c:pt idx="57">
                  <c:v>4348</c:v>
                </c:pt>
                <c:pt idx="58">
                  <c:v>4382</c:v>
                </c:pt>
                <c:pt idx="59">
                  <c:v>4415</c:v>
                </c:pt>
                <c:pt idx="60">
                  <c:v>4448</c:v>
                </c:pt>
                <c:pt idx="61">
                  <c:v>4482</c:v>
                </c:pt>
                <c:pt idx="62">
                  <c:v>4515</c:v>
                </c:pt>
                <c:pt idx="63">
                  <c:v>4548</c:v>
                </c:pt>
                <c:pt idx="64">
                  <c:v>4582</c:v>
                </c:pt>
                <c:pt idx="65">
                  <c:v>4615</c:v>
                </c:pt>
                <c:pt idx="66">
                  <c:v>4648</c:v>
                </c:pt>
                <c:pt idx="67">
                  <c:v>4682</c:v>
                </c:pt>
                <c:pt idx="68">
                  <c:v>4715</c:v>
                </c:pt>
                <c:pt idx="69">
                  <c:v>4748</c:v>
                </c:pt>
                <c:pt idx="70">
                  <c:v>4782</c:v>
                </c:pt>
                <c:pt idx="71">
                  <c:v>4815</c:v>
                </c:pt>
                <c:pt idx="72">
                  <c:v>4848</c:v>
                </c:pt>
                <c:pt idx="73">
                  <c:v>4882</c:v>
                </c:pt>
                <c:pt idx="74">
                  <c:v>4915</c:v>
                </c:pt>
                <c:pt idx="75">
                  <c:v>4948</c:v>
                </c:pt>
                <c:pt idx="76">
                  <c:v>4982</c:v>
                </c:pt>
                <c:pt idx="77">
                  <c:v>5015</c:v>
                </c:pt>
                <c:pt idx="78">
                  <c:v>5048</c:v>
                </c:pt>
                <c:pt idx="79">
                  <c:v>5082</c:v>
                </c:pt>
                <c:pt idx="80">
                  <c:v>5115</c:v>
                </c:pt>
                <c:pt idx="81">
                  <c:v>5148</c:v>
                </c:pt>
                <c:pt idx="82">
                  <c:v>5182</c:v>
                </c:pt>
                <c:pt idx="83">
                  <c:v>5215</c:v>
                </c:pt>
                <c:pt idx="84">
                  <c:v>5248</c:v>
                </c:pt>
                <c:pt idx="85">
                  <c:v>5282</c:v>
                </c:pt>
                <c:pt idx="86">
                  <c:v>5315</c:v>
                </c:pt>
                <c:pt idx="87">
                  <c:v>5348</c:v>
                </c:pt>
                <c:pt idx="88">
                  <c:v>5382</c:v>
                </c:pt>
                <c:pt idx="89">
                  <c:v>5415</c:v>
                </c:pt>
                <c:pt idx="90">
                  <c:v>5448</c:v>
                </c:pt>
                <c:pt idx="91">
                  <c:v>5482</c:v>
                </c:pt>
                <c:pt idx="92">
                  <c:v>5515</c:v>
                </c:pt>
                <c:pt idx="93">
                  <c:v>5548</c:v>
                </c:pt>
                <c:pt idx="94">
                  <c:v>5582</c:v>
                </c:pt>
                <c:pt idx="95">
                  <c:v>5615</c:v>
                </c:pt>
                <c:pt idx="96">
                  <c:v>5648</c:v>
                </c:pt>
                <c:pt idx="97">
                  <c:v>5682</c:v>
                </c:pt>
                <c:pt idx="98">
                  <c:v>5715</c:v>
                </c:pt>
                <c:pt idx="99">
                  <c:v>5748</c:v>
                </c:pt>
                <c:pt idx="100">
                  <c:v>5782</c:v>
                </c:pt>
                <c:pt idx="101">
                  <c:v>5815</c:v>
                </c:pt>
                <c:pt idx="102">
                  <c:v>5848</c:v>
                </c:pt>
                <c:pt idx="103">
                  <c:v>5882</c:v>
                </c:pt>
                <c:pt idx="104">
                  <c:v>5915</c:v>
                </c:pt>
                <c:pt idx="105">
                  <c:v>5948</c:v>
                </c:pt>
                <c:pt idx="106">
                  <c:v>5982</c:v>
                </c:pt>
                <c:pt idx="107">
                  <c:v>6015</c:v>
                </c:pt>
                <c:pt idx="108">
                  <c:v>6048</c:v>
                </c:pt>
                <c:pt idx="109">
                  <c:v>6082</c:v>
                </c:pt>
                <c:pt idx="110">
                  <c:v>6115</c:v>
                </c:pt>
                <c:pt idx="111">
                  <c:v>6148</c:v>
                </c:pt>
                <c:pt idx="112">
                  <c:v>6182</c:v>
                </c:pt>
                <c:pt idx="113">
                  <c:v>6215</c:v>
                </c:pt>
                <c:pt idx="114">
                  <c:v>6248</c:v>
                </c:pt>
                <c:pt idx="115">
                  <c:v>6282</c:v>
                </c:pt>
                <c:pt idx="116">
                  <c:v>6315</c:v>
                </c:pt>
                <c:pt idx="117">
                  <c:v>6348</c:v>
                </c:pt>
                <c:pt idx="118">
                  <c:v>6382</c:v>
                </c:pt>
                <c:pt idx="119">
                  <c:v>6415</c:v>
                </c:pt>
                <c:pt idx="120">
                  <c:v>6448</c:v>
                </c:pt>
                <c:pt idx="121">
                  <c:v>6482</c:v>
                </c:pt>
                <c:pt idx="122">
                  <c:v>6515</c:v>
                </c:pt>
                <c:pt idx="123">
                  <c:v>6548</c:v>
                </c:pt>
                <c:pt idx="124">
                  <c:v>6582</c:v>
                </c:pt>
                <c:pt idx="125">
                  <c:v>6615</c:v>
                </c:pt>
                <c:pt idx="126">
                  <c:v>6648</c:v>
                </c:pt>
                <c:pt idx="127">
                  <c:v>6682</c:v>
                </c:pt>
                <c:pt idx="128">
                  <c:v>6715</c:v>
                </c:pt>
                <c:pt idx="129">
                  <c:v>6748</c:v>
                </c:pt>
                <c:pt idx="130">
                  <c:v>6782</c:v>
                </c:pt>
                <c:pt idx="131">
                  <c:v>6815</c:v>
                </c:pt>
                <c:pt idx="132">
                  <c:v>6848</c:v>
                </c:pt>
                <c:pt idx="133">
                  <c:v>6882</c:v>
                </c:pt>
                <c:pt idx="134">
                  <c:v>6915</c:v>
                </c:pt>
                <c:pt idx="135">
                  <c:v>6948</c:v>
                </c:pt>
                <c:pt idx="136">
                  <c:v>6982</c:v>
                </c:pt>
                <c:pt idx="137">
                  <c:v>7015</c:v>
                </c:pt>
                <c:pt idx="138">
                  <c:v>7048</c:v>
                </c:pt>
                <c:pt idx="139">
                  <c:v>7082</c:v>
                </c:pt>
                <c:pt idx="140">
                  <c:v>7115</c:v>
                </c:pt>
                <c:pt idx="141">
                  <c:v>7148</c:v>
                </c:pt>
                <c:pt idx="142">
                  <c:v>7182</c:v>
                </c:pt>
                <c:pt idx="143">
                  <c:v>7215</c:v>
                </c:pt>
                <c:pt idx="144">
                  <c:v>7248</c:v>
                </c:pt>
                <c:pt idx="145">
                  <c:v>7282</c:v>
                </c:pt>
                <c:pt idx="146">
                  <c:v>7315</c:v>
                </c:pt>
                <c:pt idx="147">
                  <c:v>7348</c:v>
                </c:pt>
                <c:pt idx="148">
                  <c:v>7382</c:v>
                </c:pt>
                <c:pt idx="149">
                  <c:v>7415</c:v>
                </c:pt>
                <c:pt idx="150">
                  <c:v>7448</c:v>
                </c:pt>
                <c:pt idx="151">
                  <c:v>7482</c:v>
                </c:pt>
                <c:pt idx="152">
                  <c:v>7515</c:v>
                </c:pt>
                <c:pt idx="153">
                  <c:v>7548</c:v>
                </c:pt>
                <c:pt idx="154">
                  <c:v>7582</c:v>
                </c:pt>
                <c:pt idx="155">
                  <c:v>7615</c:v>
                </c:pt>
                <c:pt idx="156">
                  <c:v>7648</c:v>
                </c:pt>
                <c:pt idx="157">
                  <c:v>7682</c:v>
                </c:pt>
                <c:pt idx="158">
                  <c:v>7715</c:v>
                </c:pt>
                <c:pt idx="159">
                  <c:v>7748</c:v>
                </c:pt>
                <c:pt idx="160">
                  <c:v>7782</c:v>
                </c:pt>
                <c:pt idx="161">
                  <c:v>7815</c:v>
                </c:pt>
                <c:pt idx="162">
                  <c:v>7848</c:v>
                </c:pt>
                <c:pt idx="163">
                  <c:v>7882</c:v>
                </c:pt>
                <c:pt idx="164">
                  <c:v>7915</c:v>
                </c:pt>
                <c:pt idx="165">
                  <c:v>7948</c:v>
                </c:pt>
                <c:pt idx="166">
                  <c:v>7982</c:v>
                </c:pt>
                <c:pt idx="167">
                  <c:v>8015</c:v>
                </c:pt>
                <c:pt idx="168">
                  <c:v>8048</c:v>
                </c:pt>
                <c:pt idx="169">
                  <c:v>8082</c:v>
                </c:pt>
                <c:pt idx="170">
                  <c:v>8115</c:v>
                </c:pt>
                <c:pt idx="171">
                  <c:v>8148</c:v>
                </c:pt>
                <c:pt idx="172">
                  <c:v>8182</c:v>
                </c:pt>
                <c:pt idx="173">
                  <c:v>8215</c:v>
                </c:pt>
                <c:pt idx="174">
                  <c:v>8248</c:v>
                </c:pt>
                <c:pt idx="175">
                  <c:v>8282</c:v>
                </c:pt>
                <c:pt idx="176">
                  <c:v>8315</c:v>
                </c:pt>
                <c:pt idx="177">
                  <c:v>8348</c:v>
                </c:pt>
                <c:pt idx="178">
                  <c:v>8382</c:v>
                </c:pt>
                <c:pt idx="179">
                  <c:v>8415</c:v>
                </c:pt>
                <c:pt idx="180">
                  <c:v>8448</c:v>
                </c:pt>
                <c:pt idx="181">
                  <c:v>8482</c:v>
                </c:pt>
                <c:pt idx="182">
                  <c:v>8515</c:v>
                </c:pt>
                <c:pt idx="183">
                  <c:v>8548</c:v>
                </c:pt>
                <c:pt idx="184">
                  <c:v>8582</c:v>
                </c:pt>
                <c:pt idx="185">
                  <c:v>8615</c:v>
                </c:pt>
                <c:pt idx="186">
                  <c:v>8648</c:v>
                </c:pt>
                <c:pt idx="187">
                  <c:v>8682</c:v>
                </c:pt>
                <c:pt idx="188">
                  <c:v>8715</c:v>
                </c:pt>
                <c:pt idx="189">
                  <c:v>8748</c:v>
                </c:pt>
                <c:pt idx="190">
                  <c:v>8782</c:v>
                </c:pt>
                <c:pt idx="191">
                  <c:v>8815</c:v>
                </c:pt>
                <c:pt idx="192">
                  <c:v>8848</c:v>
                </c:pt>
                <c:pt idx="193">
                  <c:v>8882</c:v>
                </c:pt>
                <c:pt idx="194">
                  <c:v>8915</c:v>
                </c:pt>
                <c:pt idx="195">
                  <c:v>8948</c:v>
                </c:pt>
                <c:pt idx="196">
                  <c:v>8982</c:v>
                </c:pt>
                <c:pt idx="197">
                  <c:v>9015</c:v>
                </c:pt>
                <c:pt idx="198">
                  <c:v>9048</c:v>
                </c:pt>
                <c:pt idx="199">
                  <c:v>9082</c:v>
                </c:pt>
                <c:pt idx="200">
                  <c:v>9115</c:v>
                </c:pt>
                <c:pt idx="201">
                  <c:v>9148</c:v>
                </c:pt>
                <c:pt idx="202">
                  <c:v>9182</c:v>
                </c:pt>
                <c:pt idx="203">
                  <c:v>9215</c:v>
                </c:pt>
                <c:pt idx="204">
                  <c:v>9248</c:v>
                </c:pt>
                <c:pt idx="205">
                  <c:v>9282</c:v>
                </c:pt>
                <c:pt idx="206">
                  <c:v>9315</c:v>
                </c:pt>
                <c:pt idx="207">
                  <c:v>9348</c:v>
                </c:pt>
                <c:pt idx="208">
                  <c:v>9382</c:v>
                </c:pt>
                <c:pt idx="209">
                  <c:v>9415</c:v>
                </c:pt>
                <c:pt idx="210">
                  <c:v>9448</c:v>
                </c:pt>
                <c:pt idx="211">
                  <c:v>9482</c:v>
                </c:pt>
                <c:pt idx="212">
                  <c:v>9515</c:v>
                </c:pt>
                <c:pt idx="213">
                  <c:v>9549</c:v>
                </c:pt>
                <c:pt idx="214">
                  <c:v>9582</c:v>
                </c:pt>
                <c:pt idx="215">
                  <c:v>9615</c:v>
                </c:pt>
                <c:pt idx="216">
                  <c:v>9649</c:v>
                </c:pt>
                <c:pt idx="217">
                  <c:v>9682</c:v>
                </c:pt>
                <c:pt idx="218">
                  <c:v>9715</c:v>
                </c:pt>
                <c:pt idx="219">
                  <c:v>9749</c:v>
                </c:pt>
                <c:pt idx="220">
                  <c:v>9782</c:v>
                </c:pt>
                <c:pt idx="221">
                  <c:v>9815</c:v>
                </c:pt>
                <c:pt idx="222">
                  <c:v>9849</c:v>
                </c:pt>
                <c:pt idx="223">
                  <c:v>9882</c:v>
                </c:pt>
                <c:pt idx="224">
                  <c:v>9915</c:v>
                </c:pt>
                <c:pt idx="225">
                  <c:v>9949</c:v>
                </c:pt>
                <c:pt idx="226">
                  <c:v>9982</c:v>
                </c:pt>
                <c:pt idx="227">
                  <c:v>10015</c:v>
                </c:pt>
                <c:pt idx="228">
                  <c:v>10049</c:v>
                </c:pt>
                <c:pt idx="229">
                  <c:v>10082</c:v>
                </c:pt>
                <c:pt idx="230">
                  <c:v>10115</c:v>
                </c:pt>
                <c:pt idx="231">
                  <c:v>10149</c:v>
                </c:pt>
                <c:pt idx="232">
                  <c:v>10182</c:v>
                </c:pt>
                <c:pt idx="233">
                  <c:v>10215</c:v>
                </c:pt>
                <c:pt idx="234">
                  <c:v>10249</c:v>
                </c:pt>
                <c:pt idx="235">
                  <c:v>10282</c:v>
                </c:pt>
                <c:pt idx="236">
                  <c:v>10315</c:v>
                </c:pt>
                <c:pt idx="237">
                  <c:v>10349</c:v>
                </c:pt>
                <c:pt idx="238">
                  <c:v>10382</c:v>
                </c:pt>
                <c:pt idx="239">
                  <c:v>10415</c:v>
                </c:pt>
                <c:pt idx="240">
                  <c:v>10449</c:v>
                </c:pt>
                <c:pt idx="241">
                  <c:v>10482</c:v>
                </c:pt>
                <c:pt idx="242">
                  <c:v>10515</c:v>
                </c:pt>
                <c:pt idx="243">
                  <c:v>10549</c:v>
                </c:pt>
                <c:pt idx="244">
                  <c:v>10582</c:v>
                </c:pt>
                <c:pt idx="245">
                  <c:v>10615</c:v>
                </c:pt>
                <c:pt idx="246">
                  <c:v>10649</c:v>
                </c:pt>
                <c:pt idx="247">
                  <c:v>10682</c:v>
                </c:pt>
                <c:pt idx="248">
                  <c:v>10715</c:v>
                </c:pt>
                <c:pt idx="249">
                  <c:v>10749</c:v>
                </c:pt>
                <c:pt idx="250">
                  <c:v>10782</c:v>
                </c:pt>
                <c:pt idx="251">
                  <c:v>10815</c:v>
                </c:pt>
                <c:pt idx="252">
                  <c:v>10849</c:v>
                </c:pt>
                <c:pt idx="253">
                  <c:v>10882</c:v>
                </c:pt>
                <c:pt idx="254">
                  <c:v>10915</c:v>
                </c:pt>
                <c:pt idx="255">
                  <c:v>10949</c:v>
                </c:pt>
                <c:pt idx="256">
                  <c:v>10982</c:v>
                </c:pt>
                <c:pt idx="257">
                  <c:v>11015</c:v>
                </c:pt>
                <c:pt idx="258">
                  <c:v>11049</c:v>
                </c:pt>
                <c:pt idx="259">
                  <c:v>11082</c:v>
                </c:pt>
                <c:pt idx="260">
                  <c:v>11115</c:v>
                </c:pt>
                <c:pt idx="261">
                  <c:v>11149</c:v>
                </c:pt>
                <c:pt idx="262">
                  <c:v>11182</c:v>
                </c:pt>
                <c:pt idx="263">
                  <c:v>11215</c:v>
                </c:pt>
                <c:pt idx="264">
                  <c:v>11249</c:v>
                </c:pt>
                <c:pt idx="265">
                  <c:v>11282</c:v>
                </c:pt>
                <c:pt idx="266">
                  <c:v>11315</c:v>
                </c:pt>
                <c:pt idx="267">
                  <c:v>11349</c:v>
                </c:pt>
                <c:pt idx="268">
                  <c:v>11382</c:v>
                </c:pt>
                <c:pt idx="269">
                  <c:v>11415</c:v>
                </c:pt>
                <c:pt idx="270">
                  <c:v>11449</c:v>
                </c:pt>
                <c:pt idx="271">
                  <c:v>11482</c:v>
                </c:pt>
                <c:pt idx="272">
                  <c:v>11515</c:v>
                </c:pt>
                <c:pt idx="273">
                  <c:v>11549</c:v>
                </c:pt>
                <c:pt idx="274">
                  <c:v>11582</c:v>
                </c:pt>
                <c:pt idx="275">
                  <c:v>11615</c:v>
                </c:pt>
                <c:pt idx="276">
                  <c:v>11649</c:v>
                </c:pt>
                <c:pt idx="277">
                  <c:v>11682</c:v>
                </c:pt>
                <c:pt idx="278">
                  <c:v>11715</c:v>
                </c:pt>
                <c:pt idx="279">
                  <c:v>11749</c:v>
                </c:pt>
                <c:pt idx="280">
                  <c:v>11782</c:v>
                </c:pt>
                <c:pt idx="281">
                  <c:v>11815</c:v>
                </c:pt>
                <c:pt idx="282">
                  <c:v>11849</c:v>
                </c:pt>
                <c:pt idx="283">
                  <c:v>11882</c:v>
                </c:pt>
                <c:pt idx="284">
                  <c:v>11915</c:v>
                </c:pt>
                <c:pt idx="285">
                  <c:v>11949</c:v>
                </c:pt>
                <c:pt idx="286">
                  <c:v>11982</c:v>
                </c:pt>
                <c:pt idx="287">
                  <c:v>12015</c:v>
                </c:pt>
                <c:pt idx="288">
                  <c:v>12049</c:v>
                </c:pt>
                <c:pt idx="289">
                  <c:v>12082</c:v>
                </c:pt>
                <c:pt idx="290">
                  <c:v>12115</c:v>
                </c:pt>
                <c:pt idx="291">
                  <c:v>12149</c:v>
                </c:pt>
                <c:pt idx="292">
                  <c:v>12182</c:v>
                </c:pt>
                <c:pt idx="293">
                  <c:v>12215</c:v>
                </c:pt>
                <c:pt idx="294">
                  <c:v>12249</c:v>
                </c:pt>
                <c:pt idx="295">
                  <c:v>12282</c:v>
                </c:pt>
                <c:pt idx="296">
                  <c:v>12315</c:v>
                </c:pt>
                <c:pt idx="297">
                  <c:v>12349</c:v>
                </c:pt>
                <c:pt idx="298">
                  <c:v>12382</c:v>
                </c:pt>
                <c:pt idx="299">
                  <c:v>12415</c:v>
                </c:pt>
                <c:pt idx="300">
                  <c:v>12449</c:v>
                </c:pt>
                <c:pt idx="301">
                  <c:v>12482</c:v>
                </c:pt>
                <c:pt idx="302">
                  <c:v>12515</c:v>
                </c:pt>
                <c:pt idx="303">
                  <c:v>12549</c:v>
                </c:pt>
                <c:pt idx="304">
                  <c:v>12582</c:v>
                </c:pt>
                <c:pt idx="305">
                  <c:v>12615</c:v>
                </c:pt>
                <c:pt idx="306">
                  <c:v>12649</c:v>
                </c:pt>
                <c:pt idx="307">
                  <c:v>12682</c:v>
                </c:pt>
                <c:pt idx="308">
                  <c:v>12715</c:v>
                </c:pt>
                <c:pt idx="309">
                  <c:v>12749</c:v>
                </c:pt>
                <c:pt idx="310">
                  <c:v>12782</c:v>
                </c:pt>
                <c:pt idx="311">
                  <c:v>12815</c:v>
                </c:pt>
                <c:pt idx="312">
                  <c:v>12849</c:v>
                </c:pt>
                <c:pt idx="313">
                  <c:v>12882</c:v>
                </c:pt>
                <c:pt idx="314">
                  <c:v>12915</c:v>
                </c:pt>
                <c:pt idx="315">
                  <c:v>12949</c:v>
                </c:pt>
                <c:pt idx="316">
                  <c:v>12982</c:v>
                </c:pt>
                <c:pt idx="317">
                  <c:v>13016</c:v>
                </c:pt>
                <c:pt idx="318">
                  <c:v>13049</c:v>
                </c:pt>
                <c:pt idx="319">
                  <c:v>13082</c:v>
                </c:pt>
                <c:pt idx="320">
                  <c:v>13116</c:v>
                </c:pt>
                <c:pt idx="321">
                  <c:v>13149</c:v>
                </c:pt>
                <c:pt idx="322">
                  <c:v>13182</c:v>
                </c:pt>
                <c:pt idx="323">
                  <c:v>13216</c:v>
                </c:pt>
                <c:pt idx="324">
                  <c:v>13249</c:v>
                </c:pt>
                <c:pt idx="325">
                  <c:v>13282</c:v>
                </c:pt>
                <c:pt idx="326">
                  <c:v>13316</c:v>
                </c:pt>
                <c:pt idx="327">
                  <c:v>13349</c:v>
                </c:pt>
                <c:pt idx="328">
                  <c:v>13382</c:v>
                </c:pt>
                <c:pt idx="329">
                  <c:v>13416</c:v>
                </c:pt>
                <c:pt idx="330">
                  <c:v>13449</c:v>
                </c:pt>
                <c:pt idx="331">
                  <c:v>13482</c:v>
                </c:pt>
                <c:pt idx="332">
                  <c:v>13516</c:v>
                </c:pt>
                <c:pt idx="333">
                  <c:v>13549</c:v>
                </c:pt>
                <c:pt idx="334">
                  <c:v>13582</c:v>
                </c:pt>
                <c:pt idx="335">
                  <c:v>13616</c:v>
                </c:pt>
                <c:pt idx="336">
                  <c:v>13649</c:v>
                </c:pt>
                <c:pt idx="337">
                  <c:v>13682</c:v>
                </c:pt>
                <c:pt idx="338">
                  <c:v>13716</c:v>
                </c:pt>
                <c:pt idx="339">
                  <c:v>13749</c:v>
                </c:pt>
                <c:pt idx="340">
                  <c:v>13782</c:v>
                </c:pt>
                <c:pt idx="341">
                  <c:v>13816</c:v>
                </c:pt>
                <c:pt idx="342">
                  <c:v>13849</c:v>
                </c:pt>
                <c:pt idx="343">
                  <c:v>13882</c:v>
                </c:pt>
                <c:pt idx="344">
                  <c:v>13916</c:v>
                </c:pt>
                <c:pt idx="345">
                  <c:v>13949</c:v>
                </c:pt>
                <c:pt idx="346">
                  <c:v>13982</c:v>
                </c:pt>
                <c:pt idx="347">
                  <c:v>14016</c:v>
                </c:pt>
                <c:pt idx="348">
                  <c:v>14049</c:v>
                </c:pt>
                <c:pt idx="349">
                  <c:v>14082</c:v>
                </c:pt>
                <c:pt idx="350">
                  <c:v>14116</c:v>
                </c:pt>
                <c:pt idx="351">
                  <c:v>14149</c:v>
                </c:pt>
                <c:pt idx="352">
                  <c:v>14182</c:v>
                </c:pt>
                <c:pt idx="353">
                  <c:v>14216</c:v>
                </c:pt>
                <c:pt idx="354">
                  <c:v>14249</c:v>
                </c:pt>
                <c:pt idx="355">
                  <c:v>14282</c:v>
                </c:pt>
                <c:pt idx="356">
                  <c:v>14316</c:v>
                </c:pt>
                <c:pt idx="357">
                  <c:v>14349</c:v>
                </c:pt>
                <c:pt idx="358">
                  <c:v>14382</c:v>
                </c:pt>
                <c:pt idx="359">
                  <c:v>14416</c:v>
                </c:pt>
                <c:pt idx="360">
                  <c:v>14449</c:v>
                </c:pt>
                <c:pt idx="361">
                  <c:v>14482</c:v>
                </c:pt>
                <c:pt idx="362">
                  <c:v>14516</c:v>
                </c:pt>
                <c:pt idx="363">
                  <c:v>14549</c:v>
                </c:pt>
                <c:pt idx="364">
                  <c:v>14582</c:v>
                </c:pt>
                <c:pt idx="365">
                  <c:v>14616</c:v>
                </c:pt>
                <c:pt idx="366">
                  <c:v>14649</c:v>
                </c:pt>
                <c:pt idx="367">
                  <c:v>14682</c:v>
                </c:pt>
                <c:pt idx="368">
                  <c:v>14716</c:v>
                </c:pt>
                <c:pt idx="369">
                  <c:v>14749</c:v>
                </c:pt>
                <c:pt idx="370">
                  <c:v>14782</c:v>
                </c:pt>
                <c:pt idx="371">
                  <c:v>14816</c:v>
                </c:pt>
                <c:pt idx="372">
                  <c:v>14849</c:v>
                </c:pt>
                <c:pt idx="373">
                  <c:v>14882</c:v>
                </c:pt>
                <c:pt idx="374">
                  <c:v>14916</c:v>
                </c:pt>
                <c:pt idx="375">
                  <c:v>14949</c:v>
                </c:pt>
                <c:pt idx="376">
                  <c:v>14982</c:v>
                </c:pt>
                <c:pt idx="377">
                  <c:v>15016</c:v>
                </c:pt>
                <c:pt idx="378">
                  <c:v>15049</c:v>
                </c:pt>
                <c:pt idx="379">
                  <c:v>15082</c:v>
                </c:pt>
                <c:pt idx="380">
                  <c:v>15116</c:v>
                </c:pt>
                <c:pt idx="381">
                  <c:v>15149</c:v>
                </c:pt>
                <c:pt idx="382">
                  <c:v>15182</c:v>
                </c:pt>
                <c:pt idx="383">
                  <c:v>15216</c:v>
                </c:pt>
                <c:pt idx="384">
                  <c:v>15249</c:v>
                </c:pt>
                <c:pt idx="385">
                  <c:v>15283</c:v>
                </c:pt>
                <c:pt idx="386">
                  <c:v>15316</c:v>
                </c:pt>
                <c:pt idx="387">
                  <c:v>15349</c:v>
                </c:pt>
                <c:pt idx="388">
                  <c:v>15383</c:v>
                </c:pt>
                <c:pt idx="389">
                  <c:v>15416</c:v>
                </c:pt>
                <c:pt idx="390">
                  <c:v>15449</c:v>
                </c:pt>
                <c:pt idx="391">
                  <c:v>15483</c:v>
                </c:pt>
                <c:pt idx="392">
                  <c:v>15516</c:v>
                </c:pt>
                <c:pt idx="393">
                  <c:v>15549</c:v>
                </c:pt>
                <c:pt idx="394">
                  <c:v>15583</c:v>
                </c:pt>
                <c:pt idx="395">
                  <c:v>15616</c:v>
                </c:pt>
                <c:pt idx="396">
                  <c:v>15649</c:v>
                </c:pt>
                <c:pt idx="397">
                  <c:v>15683</c:v>
                </c:pt>
                <c:pt idx="398">
                  <c:v>15716</c:v>
                </c:pt>
                <c:pt idx="399">
                  <c:v>15749</c:v>
                </c:pt>
                <c:pt idx="400">
                  <c:v>15783</c:v>
                </c:pt>
                <c:pt idx="401">
                  <c:v>15816</c:v>
                </c:pt>
                <c:pt idx="402">
                  <c:v>15849</c:v>
                </c:pt>
                <c:pt idx="403">
                  <c:v>15883</c:v>
                </c:pt>
                <c:pt idx="404">
                  <c:v>15916</c:v>
                </c:pt>
                <c:pt idx="405">
                  <c:v>15949</c:v>
                </c:pt>
                <c:pt idx="406">
                  <c:v>15983</c:v>
                </c:pt>
                <c:pt idx="407">
                  <c:v>16016</c:v>
                </c:pt>
                <c:pt idx="408">
                  <c:v>16049</c:v>
                </c:pt>
                <c:pt idx="409">
                  <c:v>16083</c:v>
                </c:pt>
                <c:pt idx="410">
                  <c:v>16116</c:v>
                </c:pt>
                <c:pt idx="411">
                  <c:v>16149</c:v>
                </c:pt>
                <c:pt idx="412">
                  <c:v>16183</c:v>
                </c:pt>
                <c:pt idx="413">
                  <c:v>16216</c:v>
                </c:pt>
                <c:pt idx="414">
                  <c:v>16249</c:v>
                </c:pt>
                <c:pt idx="415">
                  <c:v>16283</c:v>
                </c:pt>
                <c:pt idx="416">
                  <c:v>16316</c:v>
                </c:pt>
                <c:pt idx="417">
                  <c:v>16349</c:v>
                </c:pt>
                <c:pt idx="418">
                  <c:v>16383</c:v>
                </c:pt>
                <c:pt idx="419">
                  <c:v>16416</c:v>
                </c:pt>
                <c:pt idx="420">
                  <c:v>16449</c:v>
                </c:pt>
                <c:pt idx="421">
                  <c:v>16483</c:v>
                </c:pt>
                <c:pt idx="422">
                  <c:v>16516</c:v>
                </c:pt>
                <c:pt idx="423">
                  <c:v>16549</c:v>
                </c:pt>
                <c:pt idx="424">
                  <c:v>16583</c:v>
                </c:pt>
                <c:pt idx="425">
                  <c:v>16616</c:v>
                </c:pt>
                <c:pt idx="426">
                  <c:v>16649</c:v>
                </c:pt>
                <c:pt idx="427">
                  <c:v>16683</c:v>
                </c:pt>
                <c:pt idx="428">
                  <c:v>16716</c:v>
                </c:pt>
                <c:pt idx="429">
                  <c:v>16749</c:v>
                </c:pt>
                <c:pt idx="430">
                  <c:v>16783</c:v>
                </c:pt>
                <c:pt idx="431">
                  <c:v>16816</c:v>
                </c:pt>
                <c:pt idx="432">
                  <c:v>16849</c:v>
                </c:pt>
                <c:pt idx="433">
                  <c:v>16883</c:v>
                </c:pt>
                <c:pt idx="434">
                  <c:v>16916</c:v>
                </c:pt>
                <c:pt idx="435">
                  <c:v>16949</c:v>
                </c:pt>
                <c:pt idx="436">
                  <c:v>16983</c:v>
                </c:pt>
                <c:pt idx="437">
                  <c:v>17016</c:v>
                </c:pt>
                <c:pt idx="438">
                  <c:v>17049</c:v>
                </c:pt>
                <c:pt idx="439">
                  <c:v>17083</c:v>
                </c:pt>
                <c:pt idx="440">
                  <c:v>17116</c:v>
                </c:pt>
                <c:pt idx="441">
                  <c:v>17149</c:v>
                </c:pt>
                <c:pt idx="442">
                  <c:v>17183</c:v>
                </c:pt>
                <c:pt idx="443">
                  <c:v>17216</c:v>
                </c:pt>
                <c:pt idx="444">
                  <c:v>17249</c:v>
                </c:pt>
                <c:pt idx="445">
                  <c:v>17283</c:v>
                </c:pt>
                <c:pt idx="446">
                  <c:v>17316</c:v>
                </c:pt>
                <c:pt idx="447">
                  <c:v>17349</c:v>
                </c:pt>
                <c:pt idx="448">
                  <c:v>17383</c:v>
                </c:pt>
                <c:pt idx="449">
                  <c:v>17416</c:v>
                </c:pt>
                <c:pt idx="450">
                  <c:v>17449</c:v>
                </c:pt>
                <c:pt idx="451">
                  <c:v>17483</c:v>
                </c:pt>
                <c:pt idx="452">
                  <c:v>17516</c:v>
                </c:pt>
                <c:pt idx="453">
                  <c:v>17550</c:v>
                </c:pt>
                <c:pt idx="454">
                  <c:v>17583</c:v>
                </c:pt>
                <c:pt idx="455">
                  <c:v>17616</c:v>
                </c:pt>
                <c:pt idx="456">
                  <c:v>17650</c:v>
                </c:pt>
                <c:pt idx="457">
                  <c:v>17683</c:v>
                </c:pt>
                <c:pt idx="458">
                  <c:v>17716</c:v>
                </c:pt>
                <c:pt idx="459">
                  <c:v>17750</c:v>
                </c:pt>
                <c:pt idx="460">
                  <c:v>17783</c:v>
                </c:pt>
                <c:pt idx="461">
                  <c:v>17816</c:v>
                </c:pt>
                <c:pt idx="462">
                  <c:v>17850</c:v>
                </c:pt>
                <c:pt idx="463">
                  <c:v>17883</c:v>
                </c:pt>
                <c:pt idx="464">
                  <c:v>17916</c:v>
                </c:pt>
                <c:pt idx="465">
                  <c:v>17950</c:v>
                </c:pt>
                <c:pt idx="466">
                  <c:v>17983</c:v>
                </c:pt>
                <c:pt idx="467">
                  <c:v>18016</c:v>
                </c:pt>
                <c:pt idx="468">
                  <c:v>18050</c:v>
                </c:pt>
                <c:pt idx="469">
                  <c:v>18083</c:v>
                </c:pt>
                <c:pt idx="470">
                  <c:v>18116</c:v>
                </c:pt>
                <c:pt idx="471">
                  <c:v>18150</c:v>
                </c:pt>
                <c:pt idx="472">
                  <c:v>18183</c:v>
                </c:pt>
                <c:pt idx="473">
                  <c:v>18216</c:v>
                </c:pt>
                <c:pt idx="474">
                  <c:v>18250</c:v>
                </c:pt>
                <c:pt idx="475">
                  <c:v>18283</c:v>
                </c:pt>
                <c:pt idx="476">
                  <c:v>18316</c:v>
                </c:pt>
                <c:pt idx="477">
                  <c:v>18350</c:v>
                </c:pt>
                <c:pt idx="478">
                  <c:v>18383</c:v>
                </c:pt>
                <c:pt idx="479">
                  <c:v>18416</c:v>
                </c:pt>
                <c:pt idx="480">
                  <c:v>18450</c:v>
                </c:pt>
                <c:pt idx="481">
                  <c:v>18483</c:v>
                </c:pt>
                <c:pt idx="482">
                  <c:v>18516</c:v>
                </c:pt>
                <c:pt idx="483">
                  <c:v>18550</c:v>
                </c:pt>
                <c:pt idx="484">
                  <c:v>18583</c:v>
                </c:pt>
                <c:pt idx="485">
                  <c:v>18616</c:v>
                </c:pt>
                <c:pt idx="486">
                  <c:v>18650</c:v>
                </c:pt>
                <c:pt idx="487">
                  <c:v>18683</c:v>
                </c:pt>
                <c:pt idx="488">
                  <c:v>18716</c:v>
                </c:pt>
                <c:pt idx="489">
                  <c:v>18750</c:v>
                </c:pt>
                <c:pt idx="490">
                  <c:v>18783</c:v>
                </c:pt>
                <c:pt idx="491">
                  <c:v>18816</c:v>
                </c:pt>
                <c:pt idx="492">
                  <c:v>18850</c:v>
                </c:pt>
                <c:pt idx="493">
                  <c:v>18883</c:v>
                </c:pt>
                <c:pt idx="494">
                  <c:v>18916</c:v>
                </c:pt>
                <c:pt idx="495">
                  <c:v>18950</c:v>
                </c:pt>
                <c:pt idx="496">
                  <c:v>18983</c:v>
                </c:pt>
                <c:pt idx="497">
                  <c:v>19016</c:v>
                </c:pt>
                <c:pt idx="498">
                  <c:v>19050</c:v>
                </c:pt>
                <c:pt idx="499">
                  <c:v>19083</c:v>
                </c:pt>
                <c:pt idx="500">
                  <c:v>19116</c:v>
                </c:pt>
                <c:pt idx="501">
                  <c:v>19150</c:v>
                </c:pt>
                <c:pt idx="502">
                  <c:v>19183</c:v>
                </c:pt>
                <c:pt idx="503">
                  <c:v>19216</c:v>
                </c:pt>
                <c:pt idx="504">
                  <c:v>19250</c:v>
                </c:pt>
                <c:pt idx="505">
                  <c:v>19283</c:v>
                </c:pt>
                <c:pt idx="506">
                  <c:v>19316</c:v>
                </c:pt>
                <c:pt idx="507">
                  <c:v>19350</c:v>
                </c:pt>
                <c:pt idx="508">
                  <c:v>19383</c:v>
                </c:pt>
                <c:pt idx="509">
                  <c:v>19416</c:v>
                </c:pt>
                <c:pt idx="510">
                  <c:v>19450</c:v>
                </c:pt>
                <c:pt idx="511">
                  <c:v>19483</c:v>
                </c:pt>
                <c:pt idx="512">
                  <c:v>19516</c:v>
                </c:pt>
                <c:pt idx="513">
                  <c:v>19550</c:v>
                </c:pt>
                <c:pt idx="514">
                  <c:v>19583</c:v>
                </c:pt>
                <c:pt idx="515">
                  <c:v>19616</c:v>
                </c:pt>
                <c:pt idx="516">
                  <c:v>19650</c:v>
                </c:pt>
                <c:pt idx="517">
                  <c:v>19683</c:v>
                </c:pt>
                <c:pt idx="518">
                  <c:v>19716</c:v>
                </c:pt>
                <c:pt idx="519">
                  <c:v>19750</c:v>
                </c:pt>
                <c:pt idx="520">
                  <c:v>19783</c:v>
                </c:pt>
                <c:pt idx="521">
                  <c:v>19817</c:v>
                </c:pt>
                <c:pt idx="522">
                  <c:v>19850</c:v>
                </c:pt>
                <c:pt idx="523">
                  <c:v>19883</c:v>
                </c:pt>
                <c:pt idx="524">
                  <c:v>19917</c:v>
                </c:pt>
                <c:pt idx="525">
                  <c:v>19950</c:v>
                </c:pt>
                <c:pt idx="526">
                  <c:v>19983</c:v>
                </c:pt>
                <c:pt idx="527">
                  <c:v>20017</c:v>
                </c:pt>
                <c:pt idx="528">
                  <c:v>20050</c:v>
                </c:pt>
                <c:pt idx="529">
                  <c:v>20083</c:v>
                </c:pt>
                <c:pt idx="530">
                  <c:v>20117</c:v>
                </c:pt>
                <c:pt idx="531">
                  <c:v>20150</c:v>
                </c:pt>
                <c:pt idx="532">
                  <c:v>20183</c:v>
                </c:pt>
                <c:pt idx="533">
                  <c:v>20217</c:v>
                </c:pt>
                <c:pt idx="534">
                  <c:v>20250</c:v>
                </c:pt>
                <c:pt idx="535">
                  <c:v>20283</c:v>
                </c:pt>
                <c:pt idx="536">
                  <c:v>20317</c:v>
                </c:pt>
                <c:pt idx="537">
                  <c:v>20350</c:v>
                </c:pt>
                <c:pt idx="538">
                  <c:v>20383</c:v>
                </c:pt>
                <c:pt idx="539">
                  <c:v>20417</c:v>
                </c:pt>
                <c:pt idx="540">
                  <c:v>20450</c:v>
                </c:pt>
                <c:pt idx="541">
                  <c:v>20483</c:v>
                </c:pt>
                <c:pt idx="542">
                  <c:v>20517</c:v>
                </c:pt>
                <c:pt idx="543">
                  <c:v>20550</c:v>
                </c:pt>
                <c:pt idx="544">
                  <c:v>20583</c:v>
                </c:pt>
                <c:pt idx="545">
                  <c:v>20617</c:v>
                </c:pt>
                <c:pt idx="546">
                  <c:v>20650</c:v>
                </c:pt>
                <c:pt idx="547">
                  <c:v>20683</c:v>
                </c:pt>
                <c:pt idx="548">
                  <c:v>20717</c:v>
                </c:pt>
                <c:pt idx="549">
                  <c:v>20750</c:v>
                </c:pt>
                <c:pt idx="550">
                  <c:v>20783</c:v>
                </c:pt>
                <c:pt idx="551">
                  <c:v>20817</c:v>
                </c:pt>
                <c:pt idx="552">
                  <c:v>20850</c:v>
                </c:pt>
                <c:pt idx="553">
                  <c:v>20883</c:v>
                </c:pt>
                <c:pt idx="554">
                  <c:v>20917</c:v>
                </c:pt>
                <c:pt idx="555">
                  <c:v>20950</c:v>
                </c:pt>
                <c:pt idx="556">
                  <c:v>20983</c:v>
                </c:pt>
                <c:pt idx="557">
                  <c:v>21017</c:v>
                </c:pt>
                <c:pt idx="558">
                  <c:v>21050</c:v>
                </c:pt>
                <c:pt idx="559">
                  <c:v>21083</c:v>
                </c:pt>
                <c:pt idx="560">
                  <c:v>21117</c:v>
                </c:pt>
                <c:pt idx="561">
                  <c:v>21150</c:v>
                </c:pt>
                <c:pt idx="562">
                  <c:v>21183</c:v>
                </c:pt>
                <c:pt idx="563">
                  <c:v>21217</c:v>
                </c:pt>
                <c:pt idx="564">
                  <c:v>21250</c:v>
                </c:pt>
                <c:pt idx="565">
                  <c:v>21283</c:v>
                </c:pt>
                <c:pt idx="566">
                  <c:v>21317</c:v>
                </c:pt>
                <c:pt idx="567">
                  <c:v>21350</c:v>
                </c:pt>
                <c:pt idx="568">
                  <c:v>21383</c:v>
                </c:pt>
                <c:pt idx="569">
                  <c:v>21417</c:v>
                </c:pt>
                <c:pt idx="570">
                  <c:v>21450</c:v>
                </c:pt>
                <c:pt idx="571">
                  <c:v>21483</c:v>
                </c:pt>
                <c:pt idx="572">
                  <c:v>21517</c:v>
                </c:pt>
                <c:pt idx="573">
                  <c:v>21550</c:v>
                </c:pt>
                <c:pt idx="574">
                  <c:v>21583</c:v>
                </c:pt>
                <c:pt idx="575">
                  <c:v>21617</c:v>
                </c:pt>
                <c:pt idx="576">
                  <c:v>21650</c:v>
                </c:pt>
                <c:pt idx="577">
                  <c:v>21683</c:v>
                </c:pt>
                <c:pt idx="578">
                  <c:v>21717</c:v>
                </c:pt>
                <c:pt idx="579">
                  <c:v>21750</c:v>
                </c:pt>
                <c:pt idx="580">
                  <c:v>21783</c:v>
                </c:pt>
                <c:pt idx="581">
                  <c:v>21817</c:v>
                </c:pt>
                <c:pt idx="582">
                  <c:v>21850</c:v>
                </c:pt>
                <c:pt idx="583">
                  <c:v>21883</c:v>
                </c:pt>
                <c:pt idx="584">
                  <c:v>21917</c:v>
                </c:pt>
                <c:pt idx="585">
                  <c:v>21950</c:v>
                </c:pt>
                <c:pt idx="586">
                  <c:v>21984</c:v>
                </c:pt>
                <c:pt idx="587">
                  <c:v>22017</c:v>
                </c:pt>
                <c:pt idx="588">
                  <c:v>22050</c:v>
                </c:pt>
                <c:pt idx="589">
                  <c:v>22084</c:v>
                </c:pt>
                <c:pt idx="590">
                  <c:v>22117</c:v>
                </c:pt>
                <c:pt idx="591">
                  <c:v>22150</c:v>
                </c:pt>
                <c:pt idx="592">
                  <c:v>22184</c:v>
                </c:pt>
                <c:pt idx="593">
                  <c:v>22217</c:v>
                </c:pt>
                <c:pt idx="594">
                  <c:v>22250</c:v>
                </c:pt>
                <c:pt idx="595">
                  <c:v>22284</c:v>
                </c:pt>
                <c:pt idx="596">
                  <c:v>22317</c:v>
                </c:pt>
                <c:pt idx="597">
                  <c:v>22350</c:v>
                </c:pt>
                <c:pt idx="598">
                  <c:v>22384</c:v>
                </c:pt>
                <c:pt idx="599">
                  <c:v>22417</c:v>
                </c:pt>
                <c:pt idx="600">
                  <c:v>22450</c:v>
                </c:pt>
                <c:pt idx="601">
                  <c:v>22484</c:v>
                </c:pt>
                <c:pt idx="602">
                  <c:v>22517</c:v>
                </c:pt>
                <c:pt idx="603">
                  <c:v>22550</c:v>
                </c:pt>
                <c:pt idx="604">
                  <c:v>22584</c:v>
                </c:pt>
                <c:pt idx="605">
                  <c:v>22617</c:v>
                </c:pt>
                <c:pt idx="606">
                  <c:v>22650</c:v>
                </c:pt>
                <c:pt idx="607">
                  <c:v>22684</c:v>
                </c:pt>
                <c:pt idx="608">
                  <c:v>22717</c:v>
                </c:pt>
                <c:pt idx="609">
                  <c:v>22750</c:v>
                </c:pt>
                <c:pt idx="610">
                  <c:v>22784</c:v>
                </c:pt>
                <c:pt idx="611">
                  <c:v>22817</c:v>
                </c:pt>
                <c:pt idx="612">
                  <c:v>22850</c:v>
                </c:pt>
                <c:pt idx="613">
                  <c:v>22884</c:v>
                </c:pt>
                <c:pt idx="614">
                  <c:v>22917</c:v>
                </c:pt>
                <c:pt idx="615">
                  <c:v>22950</c:v>
                </c:pt>
                <c:pt idx="616">
                  <c:v>22984</c:v>
                </c:pt>
                <c:pt idx="617">
                  <c:v>23017</c:v>
                </c:pt>
                <c:pt idx="618">
                  <c:v>23050</c:v>
                </c:pt>
                <c:pt idx="619">
                  <c:v>23084</c:v>
                </c:pt>
                <c:pt idx="620">
                  <c:v>23117</c:v>
                </c:pt>
                <c:pt idx="621">
                  <c:v>23150</c:v>
                </c:pt>
                <c:pt idx="622">
                  <c:v>23184</c:v>
                </c:pt>
                <c:pt idx="623">
                  <c:v>23217</c:v>
                </c:pt>
                <c:pt idx="624">
                  <c:v>23250</c:v>
                </c:pt>
                <c:pt idx="625">
                  <c:v>23284</c:v>
                </c:pt>
                <c:pt idx="626">
                  <c:v>23317</c:v>
                </c:pt>
                <c:pt idx="627">
                  <c:v>23350</c:v>
                </c:pt>
                <c:pt idx="628">
                  <c:v>23384</c:v>
                </c:pt>
                <c:pt idx="629">
                  <c:v>23417</c:v>
                </c:pt>
                <c:pt idx="630">
                  <c:v>23450</c:v>
                </c:pt>
                <c:pt idx="631">
                  <c:v>23484</c:v>
                </c:pt>
                <c:pt idx="632">
                  <c:v>23517</c:v>
                </c:pt>
                <c:pt idx="633">
                  <c:v>23550</c:v>
                </c:pt>
                <c:pt idx="634">
                  <c:v>23584</c:v>
                </c:pt>
                <c:pt idx="635">
                  <c:v>23617</c:v>
                </c:pt>
                <c:pt idx="636">
                  <c:v>23650</c:v>
                </c:pt>
                <c:pt idx="637">
                  <c:v>23684</c:v>
                </c:pt>
                <c:pt idx="638">
                  <c:v>23717</c:v>
                </c:pt>
                <c:pt idx="639">
                  <c:v>23750</c:v>
                </c:pt>
                <c:pt idx="640">
                  <c:v>23784</c:v>
                </c:pt>
                <c:pt idx="641">
                  <c:v>23817</c:v>
                </c:pt>
                <c:pt idx="642">
                  <c:v>23850</c:v>
                </c:pt>
                <c:pt idx="643">
                  <c:v>23884</c:v>
                </c:pt>
                <c:pt idx="644">
                  <c:v>23917</c:v>
                </c:pt>
                <c:pt idx="645">
                  <c:v>23950</c:v>
                </c:pt>
                <c:pt idx="646">
                  <c:v>23984</c:v>
                </c:pt>
                <c:pt idx="647">
                  <c:v>24017</c:v>
                </c:pt>
                <c:pt idx="648">
                  <c:v>24050</c:v>
                </c:pt>
                <c:pt idx="649">
                  <c:v>24084</c:v>
                </c:pt>
                <c:pt idx="650">
                  <c:v>24117</c:v>
                </c:pt>
                <c:pt idx="651">
                  <c:v>24150</c:v>
                </c:pt>
                <c:pt idx="652">
                  <c:v>24184</c:v>
                </c:pt>
                <c:pt idx="653">
                  <c:v>24217</c:v>
                </c:pt>
                <c:pt idx="654">
                  <c:v>24251</c:v>
                </c:pt>
                <c:pt idx="655">
                  <c:v>24284</c:v>
                </c:pt>
                <c:pt idx="656">
                  <c:v>24317</c:v>
                </c:pt>
                <c:pt idx="657">
                  <c:v>24351</c:v>
                </c:pt>
                <c:pt idx="658">
                  <c:v>24384</c:v>
                </c:pt>
                <c:pt idx="659">
                  <c:v>24417</c:v>
                </c:pt>
                <c:pt idx="660">
                  <c:v>24451</c:v>
                </c:pt>
                <c:pt idx="661">
                  <c:v>24484</c:v>
                </c:pt>
                <c:pt idx="662">
                  <c:v>24517</c:v>
                </c:pt>
                <c:pt idx="663">
                  <c:v>24551</c:v>
                </c:pt>
                <c:pt idx="664">
                  <c:v>24584</c:v>
                </c:pt>
                <c:pt idx="665">
                  <c:v>24617</c:v>
                </c:pt>
                <c:pt idx="666">
                  <c:v>24651</c:v>
                </c:pt>
                <c:pt idx="667">
                  <c:v>24684</c:v>
                </c:pt>
                <c:pt idx="668">
                  <c:v>24717</c:v>
                </c:pt>
                <c:pt idx="669">
                  <c:v>24751</c:v>
                </c:pt>
                <c:pt idx="670">
                  <c:v>24784</c:v>
                </c:pt>
                <c:pt idx="671">
                  <c:v>24817</c:v>
                </c:pt>
                <c:pt idx="672">
                  <c:v>24851</c:v>
                </c:pt>
                <c:pt idx="673">
                  <c:v>24884</c:v>
                </c:pt>
                <c:pt idx="674">
                  <c:v>24917</c:v>
                </c:pt>
                <c:pt idx="675">
                  <c:v>24951</c:v>
                </c:pt>
                <c:pt idx="676">
                  <c:v>24984</c:v>
                </c:pt>
                <c:pt idx="677">
                  <c:v>25017</c:v>
                </c:pt>
                <c:pt idx="678">
                  <c:v>25051</c:v>
                </c:pt>
                <c:pt idx="679">
                  <c:v>25084</c:v>
                </c:pt>
                <c:pt idx="680">
                  <c:v>25117</c:v>
                </c:pt>
                <c:pt idx="681">
                  <c:v>25151</c:v>
                </c:pt>
                <c:pt idx="682">
                  <c:v>25184</c:v>
                </c:pt>
                <c:pt idx="683">
                  <c:v>25217</c:v>
                </c:pt>
                <c:pt idx="684">
                  <c:v>25251</c:v>
                </c:pt>
                <c:pt idx="685">
                  <c:v>25284</c:v>
                </c:pt>
                <c:pt idx="686">
                  <c:v>25317</c:v>
                </c:pt>
                <c:pt idx="687">
                  <c:v>25351</c:v>
                </c:pt>
                <c:pt idx="688">
                  <c:v>25384</c:v>
                </c:pt>
                <c:pt idx="689">
                  <c:v>25417</c:v>
                </c:pt>
                <c:pt idx="690">
                  <c:v>25451</c:v>
                </c:pt>
                <c:pt idx="691">
                  <c:v>25484</c:v>
                </c:pt>
                <c:pt idx="692">
                  <c:v>25517</c:v>
                </c:pt>
                <c:pt idx="693">
                  <c:v>25551</c:v>
                </c:pt>
                <c:pt idx="694">
                  <c:v>25584</c:v>
                </c:pt>
                <c:pt idx="695">
                  <c:v>25617</c:v>
                </c:pt>
                <c:pt idx="696">
                  <c:v>25651</c:v>
                </c:pt>
                <c:pt idx="697">
                  <c:v>25684</c:v>
                </c:pt>
                <c:pt idx="698">
                  <c:v>25717</c:v>
                </c:pt>
                <c:pt idx="699">
                  <c:v>25751</c:v>
                </c:pt>
                <c:pt idx="700">
                  <c:v>25784</c:v>
                </c:pt>
                <c:pt idx="701">
                  <c:v>25817</c:v>
                </c:pt>
                <c:pt idx="702">
                  <c:v>25851</c:v>
                </c:pt>
                <c:pt idx="703">
                  <c:v>25884</c:v>
                </c:pt>
                <c:pt idx="704">
                  <c:v>25917</c:v>
                </c:pt>
                <c:pt idx="705">
                  <c:v>25951</c:v>
                </c:pt>
                <c:pt idx="706">
                  <c:v>25984</c:v>
                </c:pt>
                <c:pt idx="707">
                  <c:v>26017</c:v>
                </c:pt>
                <c:pt idx="708">
                  <c:v>26051</c:v>
                </c:pt>
                <c:pt idx="709">
                  <c:v>26084</c:v>
                </c:pt>
                <c:pt idx="710">
                  <c:v>26117</c:v>
                </c:pt>
                <c:pt idx="711">
                  <c:v>26151</c:v>
                </c:pt>
                <c:pt idx="712">
                  <c:v>26184</c:v>
                </c:pt>
                <c:pt idx="713">
                  <c:v>26217</c:v>
                </c:pt>
                <c:pt idx="714">
                  <c:v>26251</c:v>
                </c:pt>
                <c:pt idx="715">
                  <c:v>26284</c:v>
                </c:pt>
                <c:pt idx="716">
                  <c:v>26317</c:v>
                </c:pt>
                <c:pt idx="717">
                  <c:v>26351</c:v>
                </c:pt>
                <c:pt idx="718">
                  <c:v>26384</c:v>
                </c:pt>
                <c:pt idx="719">
                  <c:v>26417</c:v>
                </c:pt>
                <c:pt idx="720">
                  <c:v>26451</c:v>
                </c:pt>
                <c:pt idx="721">
                  <c:v>26484</c:v>
                </c:pt>
                <c:pt idx="722">
                  <c:v>26518</c:v>
                </c:pt>
                <c:pt idx="723">
                  <c:v>26551</c:v>
                </c:pt>
                <c:pt idx="724">
                  <c:v>26584</c:v>
                </c:pt>
                <c:pt idx="725">
                  <c:v>26618</c:v>
                </c:pt>
                <c:pt idx="726">
                  <c:v>26651</c:v>
                </c:pt>
                <c:pt idx="727">
                  <c:v>26684</c:v>
                </c:pt>
                <c:pt idx="728">
                  <c:v>26718</c:v>
                </c:pt>
                <c:pt idx="729">
                  <c:v>26751</c:v>
                </c:pt>
                <c:pt idx="730">
                  <c:v>26784</c:v>
                </c:pt>
                <c:pt idx="731">
                  <c:v>26818</c:v>
                </c:pt>
                <c:pt idx="732">
                  <c:v>26851</c:v>
                </c:pt>
                <c:pt idx="733">
                  <c:v>26884</c:v>
                </c:pt>
                <c:pt idx="734">
                  <c:v>26918</c:v>
                </c:pt>
                <c:pt idx="735">
                  <c:v>26951</c:v>
                </c:pt>
                <c:pt idx="736">
                  <c:v>26984</c:v>
                </c:pt>
                <c:pt idx="737">
                  <c:v>27018</c:v>
                </c:pt>
                <c:pt idx="738">
                  <c:v>27051</c:v>
                </c:pt>
                <c:pt idx="739">
                  <c:v>27084</c:v>
                </c:pt>
                <c:pt idx="740">
                  <c:v>27118</c:v>
                </c:pt>
                <c:pt idx="741">
                  <c:v>27151</c:v>
                </c:pt>
                <c:pt idx="742">
                  <c:v>27184</c:v>
                </c:pt>
                <c:pt idx="743">
                  <c:v>27218</c:v>
                </c:pt>
                <c:pt idx="744">
                  <c:v>27251</c:v>
                </c:pt>
                <c:pt idx="745">
                  <c:v>27284</c:v>
                </c:pt>
                <c:pt idx="746">
                  <c:v>27318</c:v>
                </c:pt>
                <c:pt idx="747">
                  <c:v>27351</c:v>
                </c:pt>
                <c:pt idx="748">
                  <c:v>27384</c:v>
                </c:pt>
                <c:pt idx="749">
                  <c:v>27418</c:v>
                </c:pt>
                <c:pt idx="750">
                  <c:v>27451</c:v>
                </c:pt>
                <c:pt idx="751">
                  <c:v>27484</c:v>
                </c:pt>
                <c:pt idx="752">
                  <c:v>27518</c:v>
                </c:pt>
                <c:pt idx="753">
                  <c:v>27551</c:v>
                </c:pt>
                <c:pt idx="754">
                  <c:v>27584</c:v>
                </c:pt>
                <c:pt idx="755">
                  <c:v>27618</c:v>
                </c:pt>
                <c:pt idx="756">
                  <c:v>27651</c:v>
                </c:pt>
                <c:pt idx="757">
                  <c:v>27684</c:v>
                </c:pt>
                <c:pt idx="758">
                  <c:v>27718</c:v>
                </c:pt>
                <c:pt idx="759">
                  <c:v>27751</c:v>
                </c:pt>
                <c:pt idx="760">
                  <c:v>27784</c:v>
                </c:pt>
                <c:pt idx="761">
                  <c:v>27818</c:v>
                </c:pt>
                <c:pt idx="762">
                  <c:v>27851</c:v>
                </c:pt>
                <c:pt idx="763">
                  <c:v>27884</c:v>
                </c:pt>
                <c:pt idx="764">
                  <c:v>27918</c:v>
                </c:pt>
                <c:pt idx="765">
                  <c:v>27951</c:v>
                </c:pt>
                <c:pt idx="766">
                  <c:v>27984</c:v>
                </c:pt>
                <c:pt idx="767">
                  <c:v>28018</c:v>
                </c:pt>
                <c:pt idx="768">
                  <c:v>28051</c:v>
                </c:pt>
                <c:pt idx="769">
                  <c:v>28084</c:v>
                </c:pt>
                <c:pt idx="770">
                  <c:v>28118</c:v>
                </c:pt>
                <c:pt idx="771">
                  <c:v>28151</c:v>
                </c:pt>
                <c:pt idx="772">
                  <c:v>28184</c:v>
                </c:pt>
                <c:pt idx="773">
                  <c:v>28218</c:v>
                </c:pt>
                <c:pt idx="774">
                  <c:v>28251</c:v>
                </c:pt>
                <c:pt idx="775">
                  <c:v>28284</c:v>
                </c:pt>
                <c:pt idx="776">
                  <c:v>28318</c:v>
                </c:pt>
                <c:pt idx="777">
                  <c:v>28351</c:v>
                </c:pt>
                <c:pt idx="778">
                  <c:v>28384</c:v>
                </c:pt>
                <c:pt idx="779">
                  <c:v>28418</c:v>
                </c:pt>
                <c:pt idx="780">
                  <c:v>28451</c:v>
                </c:pt>
                <c:pt idx="781">
                  <c:v>28484</c:v>
                </c:pt>
                <c:pt idx="782">
                  <c:v>28518</c:v>
                </c:pt>
                <c:pt idx="783">
                  <c:v>28551</c:v>
                </c:pt>
                <c:pt idx="784">
                  <c:v>28584</c:v>
                </c:pt>
                <c:pt idx="785">
                  <c:v>28618</c:v>
                </c:pt>
                <c:pt idx="786">
                  <c:v>28651</c:v>
                </c:pt>
                <c:pt idx="787">
                  <c:v>28685</c:v>
                </c:pt>
                <c:pt idx="788">
                  <c:v>28718</c:v>
                </c:pt>
                <c:pt idx="789">
                  <c:v>28751</c:v>
                </c:pt>
                <c:pt idx="790">
                  <c:v>28785</c:v>
                </c:pt>
                <c:pt idx="791">
                  <c:v>28818</c:v>
                </c:pt>
                <c:pt idx="792">
                  <c:v>28851</c:v>
                </c:pt>
                <c:pt idx="793">
                  <c:v>28885</c:v>
                </c:pt>
                <c:pt idx="794">
                  <c:v>28918</c:v>
                </c:pt>
                <c:pt idx="795">
                  <c:v>28951</c:v>
                </c:pt>
                <c:pt idx="796">
                  <c:v>28985</c:v>
                </c:pt>
                <c:pt idx="797">
                  <c:v>29018</c:v>
                </c:pt>
                <c:pt idx="798">
                  <c:v>29051</c:v>
                </c:pt>
                <c:pt idx="799">
                  <c:v>29085</c:v>
                </c:pt>
                <c:pt idx="800">
                  <c:v>29118</c:v>
                </c:pt>
                <c:pt idx="801">
                  <c:v>29151</c:v>
                </c:pt>
                <c:pt idx="802">
                  <c:v>29185</c:v>
                </c:pt>
                <c:pt idx="803">
                  <c:v>29218</c:v>
                </c:pt>
                <c:pt idx="804">
                  <c:v>29251</c:v>
                </c:pt>
                <c:pt idx="805">
                  <c:v>29285</c:v>
                </c:pt>
                <c:pt idx="806">
                  <c:v>29318</c:v>
                </c:pt>
                <c:pt idx="807">
                  <c:v>29351</c:v>
                </c:pt>
                <c:pt idx="808">
                  <c:v>29385</c:v>
                </c:pt>
                <c:pt idx="809">
                  <c:v>29418</c:v>
                </c:pt>
                <c:pt idx="810">
                  <c:v>29451</c:v>
                </c:pt>
                <c:pt idx="811">
                  <c:v>29485</c:v>
                </c:pt>
                <c:pt idx="812">
                  <c:v>29518</c:v>
                </c:pt>
                <c:pt idx="813">
                  <c:v>29551</c:v>
                </c:pt>
                <c:pt idx="814">
                  <c:v>29585</c:v>
                </c:pt>
                <c:pt idx="815">
                  <c:v>29618</c:v>
                </c:pt>
                <c:pt idx="816">
                  <c:v>29651</c:v>
                </c:pt>
                <c:pt idx="817">
                  <c:v>29685</c:v>
                </c:pt>
                <c:pt idx="818">
                  <c:v>29718</c:v>
                </c:pt>
                <c:pt idx="819">
                  <c:v>29751</c:v>
                </c:pt>
                <c:pt idx="820">
                  <c:v>29785</c:v>
                </c:pt>
                <c:pt idx="821">
                  <c:v>29818</c:v>
                </c:pt>
                <c:pt idx="822">
                  <c:v>29851</c:v>
                </c:pt>
                <c:pt idx="823">
                  <c:v>29885</c:v>
                </c:pt>
                <c:pt idx="824">
                  <c:v>29918</c:v>
                </c:pt>
                <c:pt idx="825">
                  <c:v>29951</c:v>
                </c:pt>
                <c:pt idx="826">
                  <c:v>29985</c:v>
                </c:pt>
                <c:pt idx="827">
                  <c:v>30018</c:v>
                </c:pt>
                <c:pt idx="828">
                  <c:v>30051</c:v>
                </c:pt>
                <c:pt idx="829">
                  <c:v>30085</c:v>
                </c:pt>
                <c:pt idx="830">
                  <c:v>30118</c:v>
                </c:pt>
                <c:pt idx="831">
                  <c:v>30151</c:v>
                </c:pt>
                <c:pt idx="832">
                  <c:v>30185</c:v>
                </c:pt>
                <c:pt idx="833">
                  <c:v>30218</c:v>
                </c:pt>
                <c:pt idx="834">
                  <c:v>30251</c:v>
                </c:pt>
                <c:pt idx="835">
                  <c:v>30285</c:v>
                </c:pt>
                <c:pt idx="836">
                  <c:v>30318</c:v>
                </c:pt>
                <c:pt idx="837">
                  <c:v>30351</c:v>
                </c:pt>
                <c:pt idx="838">
                  <c:v>30385</c:v>
                </c:pt>
                <c:pt idx="839">
                  <c:v>30418</c:v>
                </c:pt>
                <c:pt idx="840">
                  <c:v>30451</c:v>
                </c:pt>
                <c:pt idx="841">
                  <c:v>30485</c:v>
                </c:pt>
                <c:pt idx="842">
                  <c:v>30518</c:v>
                </c:pt>
                <c:pt idx="843">
                  <c:v>30551</c:v>
                </c:pt>
                <c:pt idx="844">
                  <c:v>30585</c:v>
                </c:pt>
                <c:pt idx="845">
                  <c:v>30618</c:v>
                </c:pt>
                <c:pt idx="846">
                  <c:v>30651</c:v>
                </c:pt>
                <c:pt idx="847">
                  <c:v>30685</c:v>
                </c:pt>
                <c:pt idx="848">
                  <c:v>30718</c:v>
                </c:pt>
                <c:pt idx="849">
                  <c:v>30751</c:v>
                </c:pt>
                <c:pt idx="850">
                  <c:v>30785</c:v>
                </c:pt>
                <c:pt idx="851">
                  <c:v>30818</c:v>
                </c:pt>
                <c:pt idx="852">
                  <c:v>30851</c:v>
                </c:pt>
                <c:pt idx="853">
                  <c:v>30885</c:v>
                </c:pt>
                <c:pt idx="854">
                  <c:v>30918</c:v>
                </c:pt>
                <c:pt idx="855">
                  <c:v>30952</c:v>
                </c:pt>
                <c:pt idx="856">
                  <c:v>30985</c:v>
                </c:pt>
                <c:pt idx="857">
                  <c:v>31018</c:v>
                </c:pt>
                <c:pt idx="858">
                  <c:v>31052</c:v>
                </c:pt>
                <c:pt idx="859">
                  <c:v>31085</c:v>
                </c:pt>
                <c:pt idx="860">
                  <c:v>31118</c:v>
                </c:pt>
                <c:pt idx="861">
                  <c:v>31152</c:v>
                </c:pt>
                <c:pt idx="862">
                  <c:v>31185</c:v>
                </c:pt>
                <c:pt idx="863">
                  <c:v>31218</c:v>
                </c:pt>
                <c:pt idx="864">
                  <c:v>31252</c:v>
                </c:pt>
                <c:pt idx="865">
                  <c:v>31285</c:v>
                </c:pt>
                <c:pt idx="866">
                  <c:v>33</c:v>
                </c:pt>
                <c:pt idx="867">
                  <c:v>66</c:v>
                </c:pt>
                <c:pt idx="868">
                  <c:v>99</c:v>
                </c:pt>
                <c:pt idx="869">
                  <c:v>31411</c:v>
                </c:pt>
                <c:pt idx="870">
                  <c:v>31445</c:v>
                </c:pt>
                <c:pt idx="871">
                  <c:v>31478</c:v>
                </c:pt>
                <c:pt idx="872">
                  <c:v>31511</c:v>
                </c:pt>
                <c:pt idx="873">
                  <c:v>31545</c:v>
                </c:pt>
                <c:pt idx="874">
                  <c:v>31578</c:v>
                </c:pt>
                <c:pt idx="875">
                  <c:v>33</c:v>
                </c:pt>
                <c:pt idx="876">
                  <c:v>31651</c:v>
                </c:pt>
                <c:pt idx="877">
                  <c:v>31685</c:v>
                </c:pt>
                <c:pt idx="878">
                  <c:v>33</c:v>
                </c:pt>
                <c:pt idx="879">
                  <c:v>31747</c:v>
                </c:pt>
                <c:pt idx="880">
                  <c:v>33</c:v>
                </c:pt>
                <c:pt idx="881">
                  <c:v>31811</c:v>
                </c:pt>
                <c:pt idx="882">
                  <c:v>31845</c:v>
                </c:pt>
                <c:pt idx="883">
                  <c:v>33</c:v>
                </c:pt>
                <c:pt idx="884">
                  <c:v>31907</c:v>
                </c:pt>
                <c:pt idx="885">
                  <c:v>33</c:v>
                </c:pt>
                <c:pt idx="886">
                  <c:v>31987</c:v>
                </c:pt>
                <c:pt idx="887">
                  <c:v>32021</c:v>
                </c:pt>
                <c:pt idx="888">
                  <c:v>33</c:v>
                </c:pt>
                <c:pt idx="889">
                  <c:v>32083</c:v>
                </c:pt>
                <c:pt idx="890">
                  <c:v>32117</c:v>
                </c:pt>
                <c:pt idx="891">
                  <c:v>33</c:v>
                </c:pt>
                <c:pt idx="892">
                  <c:v>32179</c:v>
                </c:pt>
                <c:pt idx="893">
                  <c:v>32213</c:v>
                </c:pt>
                <c:pt idx="894">
                  <c:v>33</c:v>
                </c:pt>
                <c:pt idx="895">
                  <c:v>32275</c:v>
                </c:pt>
                <c:pt idx="896">
                  <c:v>32309</c:v>
                </c:pt>
                <c:pt idx="897">
                  <c:v>32342</c:v>
                </c:pt>
                <c:pt idx="898">
                  <c:v>33</c:v>
                </c:pt>
                <c:pt idx="899">
                  <c:v>32419</c:v>
                </c:pt>
                <c:pt idx="900">
                  <c:v>33</c:v>
                </c:pt>
                <c:pt idx="901">
                  <c:v>32483</c:v>
                </c:pt>
                <c:pt idx="902">
                  <c:v>32517</c:v>
                </c:pt>
                <c:pt idx="903">
                  <c:v>33</c:v>
                </c:pt>
                <c:pt idx="904">
                  <c:v>32579</c:v>
                </c:pt>
                <c:pt idx="905">
                  <c:v>32613</c:v>
                </c:pt>
                <c:pt idx="906">
                  <c:v>32646</c:v>
                </c:pt>
                <c:pt idx="907">
                  <c:v>32679</c:v>
                </c:pt>
                <c:pt idx="908">
                  <c:v>32713</c:v>
                </c:pt>
                <c:pt idx="909">
                  <c:v>32746</c:v>
                </c:pt>
                <c:pt idx="910">
                  <c:v>32779</c:v>
                </c:pt>
                <c:pt idx="911">
                  <c:v>32813</c:v>
                </c:pt>
                <c:pt idx="912">
                  <c:v>32846</c:v>
                </c:pt>
                <c:pt idx="913">
                  <c:v>32879</c:v>
                </c:pt>
                <c:pt idx="914">
                  <c:v>32913</c:v>
                </c:pt>
                <c:pt idx="915">
                  <c:v>32946</c:v>
                </c:pt>
                <c:pt idx="916">
                  <c:v>32979</c:v>
                </c:pt>
                <c:pt idx="917">
                  <c:v>33013</c:v>
                </c:pt>
                <c:pt idx="918">
                  <c:v>33046</c:v>
                </c:pt>
                <c:pt idx="919">
                  <c:v>33079</c:v>
                </c:pt>
                <c:pt idx="920">
                  <c:v>33113</c:v>
                </c:pt>
                <c:pt idx="921">
                  <c:v>33146</c:v>
                </c:pt>
                <c:pt idx="922">
                  <c:v>33179</c:v>
                </c:pt>
                <c:pt idx="923">
                  <c:v>33213</c:v>
                </c:pt>
                <c:pt idx="924">
                  <c:v>33246</c:v>
                </c:pt>
                <c:pt idx="925">
                  <c:v>33279</c:v>
                </c:pt>
                <c:pt idx="926">
                  <c:v>33313</c:v>
                </c:pt>
                <c:pt idx="927">
                  <c:v>33346</c:v>
                </c:pt>
                <c:pt idx="928">
                  <c:v>33379</c:v>
                </c:pt>
                <c:pt idx="929">
                  <c:v>33413</c:v>
                </c:pt>
                <c:pt idx="930">
                  <c:v>33446</c:v>
                </c:pt>
                <c:pt idx="931">
                  <c:v>33479</c:v>
                </c:pt>
                <c:pt idx="932">
                  <c:v>33513</c:v>
                </c:pt>
                <c:pt idx="933">
                  <c:v>33546</c:v>
                </c:pt>
                <c:pt idx="934">
                  <c:v>33579</c:v>
                </c:pt>
                <c:pt idx="935">
                  <c:v>33613</c:v>
                </c:pt>
                <c:pt idx="936">
                  <c:v>33646</c:v>
                </c:pt>
                <c:pt idx="937">
                  <c:v>33679</c:v>
                </c:pt>
                <c:pt idx="938">
                  <c:v>33713</c:v>
                </c:pt>
                <c:pt idx="939">
                  <c:v>33746</c:v>
                </c:pt>
                <c:pt idx="940">
                  <c:v>33779</c:v>
                </c:pt>
                <c:pt idx="941">
                  <c:v>33813</c:v>
                </c:pt>
                <c:pt idx="942">
                  <c:v>33846</c:v>
                </c:pt>
                <c:pt idx="943">
                  <c:v>33879</c:v>
                </c:pt>
                <c:pt idx="944">
                  <c:v>33913</c:v>
                </c:pt>
                <c:pt idx="945">
                  <c:v>33946</c:v>
                </c:pt>
                <c:pt idx="946">
                  <c:v>33979</c:v>
                </c:pt>
                <c:pt idx="947">
                  <c:v>34013</c:v>
                </c:pt>
                <c:pt idx="948">
                  <c:v>34046</c:v>
                </c:pt>
                <c:pt idx="949">
                  <c:v>34079</c:v>
                </c:pt>
                <c:pt idx="950">
                  <c:v>34113</c:v>
                </c:pt>
                <c:pt idx="951">
                  <c:v>34146</c:v>
                </c:pt>
                <c:pt idx="952">
                  <c:v>34179</c:v>
                </c:pt>
                <c:pt idx="953">
                  <c:v>34213</c:v>
                </c:pt>
                <c:pt idx="954">
                  <c:v>34246</c:v>
                </c:pt>
                <c:pt idx="955">
                  <c:v>34279</c:v>
                </c:pt>
                <c:pt idx="956">
                  <c:v>34313</c:v>
                </c:pt>
                <c:pt idx="957">
                  <c:v>34346</c:v>
                </c:pt>
                <c:pt idx="958">
                  <c:v>34379</c:v>
                </c:pt>
                <c:pt idx="959">
                  <c:v>34413</c:v>
                </c:pt>
                <c:pt idx="960">
                  <c:v>34446</c:v>
                </c:pt>
                <c:pt idx="961">
                  <c:v>34479</c:v>
                </c:pt>
                <c:pt idx="962">
                  <c:v>34513</c:v>
                </c:pt>
                <c:pt idx="963">
                  <c:v>34546</c:v>
                </c:pt>
                <c:pt idx="964">
                  <c:v>34579</c:v>
                </c:pt>
                <c:pt idx="965">
                  <c:v>34613</c:v>
                </c:pt>
                <c:pt idx="966">
                  <c:v>34646</c:v>
                </c:pt>
                <c:pt idx="967">
                  <c:v>34679</c:v>
                </c:pt>
                <c:pt idx="968">
                  <c:v>34713</c:v>
                </c:pt>
                <c:pt idx="969">
                  <c:v>34746</c:v>
                </c:pt>
                <c:pt idx="970">
                  <c:v>34779</c:v>
                </c:pt>
                <c:pt idx="971">
                  <c:v>34813</c:v>
                </c:pt>
                <c:pt idx="972">
                  <c:v>34846</c:v>
                </c:pt>
                <c:pt idx="973">
                  <c:v>34879</c:v>
                </c:pt>
                <c:pt idx="974">
                  <c:v>34913</c:v>
                </c:pt>
                <c:pt idx="975">
                  <c:v>34946</c:v>
                </c:pt>
                <c:pt idx="976">
                  <c:v>34979</c:v>
                </c:pt>
                <c:pt idx="977">
                  <c:v>35013</c:v>
                </c:pt>
                <c:pt idx="978">
                  <c:v>35046</c:v>
                </c:pt>
                <c:pt idx="979">
                  <c:v>35079</c:v>
                </c:pt>
                <c:pt idx="980">
                  <c:v>35113</c:v>
                </c:pt>
                <c:pt idx="981">
                  <c:v>35146</c:v>
                </c:pt>
                <c:pt idx="982">
                  <c:v>35179</c:v>
                </c:pt>
                <c:pt idx="983">
                  <c:v>35213</c:v>
                </c:pt>
                <c:pt idx="984">
                  <c:v>35246</c:v>
                </c:pt>
                <c:pt idx="985">
                  <c:v>35279</c:v>
                </c:pt>
                <c:pt idx="986">
                  <c:v>35313</c:v>
                </c:pt>
                <c:pt idx="987">
                  <c:v>35346</c:v>
                </c:pt>
                <c:pt idx="988">
                  <c:v>35379</c:v>
                </c:pt>
                <c:pt idx="989">
                  <c:v>35413</c:v>
                </c:pt>
                <c:pt idx="990">
                  <c:v>35446</c:v>
                </c:pt>
                <c:pt idx="991">
                  <c:v>35479</c:v>
                </c:pt>
                <c:pt idx="992">
                  <c:v>35513</c:v>
                </c:pt>
                <c:pt idx="993">
                  <c:v>35546</c:v>
                </c:pt>
                <c:pt idx="994">
                  <c:v>35579</c:v>
                </c:pt>
                <c:pt idx="995">
                  <c:v>35613</c:v>
                </c:pt>
                <c:pt idx="996">
                  <c:v>35646</c:v>
                </c:pt>
                <c:pt idx="997">
                  <c:v>35679</c:v>
                </c:pt>
                <c:pt idx="998">
                  <c:v>35713</c:v>
                </c:pt>
                <c:pt idx="999">
                  <c:v>35746</c:v>
                </c:pt>
                <c:pt idx="1000">
                  <c:v>35779</c:v>
                </c:pt>
                <c:pt idx="1001">
                  <c:v>35813</c:v>
                </c:pt>
                <c:pt idx="1002">
                  <c:v>35846</c:v>
                </c:pt>
                <c:pt idx="1003">
                  <c:v>35879</c:v>
                </c:pt>
                <c:pt idx="1004">
                  <c:v>35913</c:v>
                </c:pt>
                <c:pt idx="1005">
                  <c:v>35946</c:v>
                </c:pt>
                <c:pt idx="1006">
                  <c:v>35979</c:v>
                </c:pt>
                <c:pt idx="1007">
                  <c:v>36013</c:v>
                </c:pt>
                <c:pt idx="1008">
                  <c:v>36046</c:v>
                </c:pt>
                <c:pt idx="1009">
                  <c:v>36079</c:v>
                </c:pt>
                <c:pt idx="1010">
                  <c:v>36113</c:v>
                </c:pt>
                <c:pt idx="1011">
                  <c:v>36146</c:v>
                </c:pt>
                <c:pt idx="1012">
                  <c:v>36179</c:v>
                </c:pt>
                <c:pt idx="1013">
                  <c:v>36213</c:v>
                </c:pt>
                <c:pt idx="1014">
                  <c:v>36246</c:v>
                </c:pt>
                <c:pt idx="1015">
                  <c:v>36279</c:v>
                </c:pt>
                <c:pt idx="1016">
                  <c:v>36313</c:v>
                </c:pt>
                <c:pt idx="1017">
                  <c:v>36346</c:v>
                </c:pt>
                <c:pt idx="1018">
                  <c:v>36379</c:v>
                </c:pt>
                <c:pt idx="1019">
                  <c:v>36413</c:v>
                </c:pt>
              </c:numCache>
            </c:numRef>
          </c:cat>
          <c:val>
            <c:numRef>
              <c:f>発表用!$G$3:$G$1022</c:f>
              <c:numCache>
                <c:formatCode>General</c:formatCode>
                <c:ptCount val="1020"/>
                <c:pt idx="0">
                  <c:v>8119</c:v>
                </c:pt>
                <c:pt idx="1">
                  <c:v>8127</c:v>
                </c:pt>
                <c:pt idx="2">
                  <c:v>8040</c:v>
                </c:pt>
                <c:pt idx="3">
                  <c:v>8021</c:v>
                </c:pt>
                <c:pt idx="4">
                  <c:v>8024</c:v>
                </c:pt>
                <c:pt idx="5">
                  <c:v>8133</c:v>
                </c:pt>
                <c:pt idx="6">
                  <c:v>8037</c:v>
                </c:pt>
                <c:pt idx="7">
                  <c:v>8047</c:v>
                </c:pt>
                <c:pt idx="8">
                  <c:v>8039</c:v>
                </c:pt>
                <c:pt idx="9">
                  <c:v>8126</c:v>
                </c:pt>
                <c:pt idx="10">
                  <c:v>8050</c:v>
                </c:pt>
                <c:pt idx="11">
                  <c:v>8127</c:v>
                </c:pt>
                <c:pt idx="12">
                  <c:v>8126</c:v>
                </c:pt>
                <c:pt idx="13">
                  <c:v>8123</c:v>
                </c:pt>
                <c:pt idx="14">
                  <c:v>8124</c:v>
                </c:pt>
                <c:pt idx="15">
                  <c:v>8121</c:v>
                </c:pt>
                <c:pt idx="16">
                  <c:v>8131</c:v>
                </c:pt>
                <c:pt idx="17">
                  <c:v>8128</c:v>
                </c:pt>
                <c:pt idx="18">
                  <c:v>8037</c:v>
                </c:pt>
                <c:pt idx="19">
                  <c:v>8117</c:v>
                </c:pt>
                <c:pt idx="20">
                  <c:v>8123</c:v>
                </c:pt>
                <c:pt idx="21">
                  <c:v>8130</c:v>
                </c:pt>
                <c:pt idx="22">
                  <c:v>8129</c:v>
                </c:pt>
                <c:pt idx="23">
                  <c:v>8130</c:v>
                </c:pt>
                <c:pt idx="24">
                  <c:v>8126</c:v>
                </c:pt>
                <c:pt idx="25">
                  <c:v>8128</c:v>
                </c:pt>
                <c:pt idx="26">
                  <c:v>8122</c:v>
                </c:pt>
                <c:pt idx="27">
                  <c:v>8123</c:v>
                </c:pt>
                <c:pt idx="28">
                  <c:v>8039</c:v>
                </c:pt>
                <c:pt idx="29">
                  <c:v>8039</c:v>
                </c:pt>
                <c:pt idx="30">
                  <c:v>8043</c:v>
                </c:pt>
                <c:pt idx="31">
                  <c:v>8041</c:v>
                </c:pt>
                <c:pt idx="32">
                  <c:v>8039</c:v>
                </c:pt>
                <c:pt idx="33">
                  <c:v>8039</c:v>
                </c:pt>
                <c:pt idx="34">
                  <c:v>7954</c:v>
                </c:pt>
                <c:pt idx="35">
                  <c:v>8041</c:v>
                </c:pt>
                <c:pt idx="36">
                  <c:v>7964</c:v>
                </c:pt>
                <c:pt idx="37">
                  <c:v>7883</c:v>
                </c:pt>
                <c:pt idx="38">
                  <c:v>7959</c:v>
                </c:pt>
                <c:pt idx="39">
                  <c:v>7973</c:v>
                </c:pt>
                <c:pt idx="40">
                  <c:v>7958</c:v>
                </c:pt>
                <c:pt idx="41">
                  <c:v>7965</c:v>
                </c:pt>
                <c:pt idx="42">
                  <c:v>7874</c:v>
                </c:pt>
                <c:pt idx="43">
                  <c:v>7865</c:v>
                </c:pt>
                <c:pt idx="44">
                  <c:v>7884</c:v>
                </c:pt>
                <c:pt idx="45">
                  <c:v>7876</c:v>
                </c:pt>
                <c:pt idx="46">
                  <c:v>7889</c:v>
                </c:pt>
                <c:pt idx="47">
                  <c:v>7881</c:v>
                </c:pt>
                <c:pt idx="48">
                  <c:v>7876</c:v>
                </c:pt>
                <c:pt idx="49">
                  <c:v>7975</c:v>
                </c:pt>
                <c:pt idx="50">
                  <c:v>7884</c:v>
                </c:pt>
                <c:pt idx="51">
                  <c:v>7963</c:v>
                </c:pt>
                <c:pt idx="52">
                  <c:v>7956</c:v>
                </c:pt>
                <c:pt idx="53">
                  <c:v>7882</c:v>
                </c:pt>
                <c:pt idx="54">
                  <c:v>7876</c:v>
                </c:pt>
                <c:pt idx="55">
                  <c:v>7952</c:v>
                </c:pt>
                <c:pt idx="56">
                  <c:v>7949</c:v>
                </c:pt>
                <c:pt idx="57">
                  <c:v>7943</c:v>
                </c:pt>
                <c:pt idx="58">
                  <c:v>7870</c:v>
                </c:pt>
                <c:pt idx="59">
                  <c:v>7950</c:v>
                </c:pt>
                <c:pt idx="60">
                  <c:v>7941</c:v>
                </c:pt>
                <c:pt idx="61">
                  <c:v>7939</c:v>
                </c:pt>
                <c:pt idx="62">
                  <c:v>7948</c:v>
                </c:pt>
                <c:pt idx="63">
                  <c:v>7957</c:v>
                </c:pt>
                <c:pt idx="64">
                  <c:v>7960</c:v>
                </c:pt>
                <c:pt idx="65">
                  <c:v>7958</c:v>
                </c:pt>
                <c:pt idx="66">
                  <c:v>7885</c:v>
                </c:pt>
                <c:pt idx="67">
                  <c:v>7962</c:v>
                </c:pt>
                <c:pt idx="68">
                  <c:v>7955</c:v>
                </c:pt>
                <c:pt idx="69">
                  <c:v>7876</c:v>
                </c:pt>
                <c:pt idx="70">
                  <c:v>7880</c:v>
                </c:pt>
                <c:pt idx="71">
                  <c:v>7868</c:v>
                </c:pt>
                <c:pt idx="72">
                  <c:v>7958</c:v>
                </c:pt>
                <c:pt idx="73">
                  <c:v>7888</c:v>
                </c:pt>
                <c:pt idx="74">
                  <c:v>8021</c:v>
                </c:pt>
                <c:pt idx="75">
                  <c:v>7874</c:v>
                </c:pt>
                <c:pt idx="76">
                  <c:v>7869</c:v>
                </c:pt>
                <c:pt idx="77">
                  <c:v>7964</c:v>
                </c:pt>
                <c:pt idx="78">
                  <c:v>7808</c:v>
                </c:pt>
                <c:pt idx="79">
                  <c:v>7794</c:v>
                </c:pt>
                <c:pt idx="80">
                  <c:v>7893</c:v>
                </c:pt>
                <c:pt idx="81">
                  <c:v>7886</c:v>
                </c:pt>
                <c:pt idx="82">
                  <c:v>7808</c:v>
                </c:pt>
                <c:pt idx="83">
                  <c:v>7792</c:v>
                </c:pt>
                <c:pt idx="84">
                  <c:v>7893</c:v>
                </c:pt>
                <c:pt idx="85">
                  <c:v>7891</c:v>
                </c:pt>
                <c:pt idx="86">
                  <c:v>7879</c:v>
                </c:pt>
                <c:pt idx="87">
                  <c:v>7875</c:v>
                </c:pt>
                <c:pt idx="88">
                  <c:v>7786</c:v>
                </c:pt>
                <c:pt idx="89">
                  <c:v>7871</c:v>
                </c:pt>
                <c:pt idx="90">
                  <c:v>7868</c:v>
                </c:pt>
                <c:pt idx="91">
                  <c:v>7784</c:v>
                </c:pt>
                <c:pt idx="92">
                  <c:v>7555</c:v>
                </c:pt>
                <c:pt idx="93">
                  <c:v>7253</c:v>
                </c:pt>
                <c:pt idx="94">
                  <c:v>6883</c:v>
                </c:pt>
                <c:pt idx="95">
                  <c:v>6522</c:v>
                </c:pt>
                <c:pt idx="96">
                  <c:v>6159</c:v>
                </c:pt>
                <c:pt idx="97">
                  <c:v>5888</c:v>
                </c:pt>
                <c:pt idx="98">
                  <c:v>5627</c:v>
                </c:pt>
                <c:pt idx="99">
                  <c:v>5423</c:v>
                </c:pt>
                <c:pt idx="100">
                  <c:v>5162</c:v>
                </c:pt>
                <c:pt idx="101">
                  <c:v>4978</c:v>
                </c:pt>
                <c:pt idx="102">
                  <c:v>4793</c:v>
                </c:pt>
                <c:pt idx="103">
                  <c:v>4671</c:v>
                </c:pt>
                <c:pt idx="104">
                  <c:v>4498</c:v>
                </c:pt>
                <c:pt idx="105">
                  <c:v>4378</c:v>
                </c:pt>
                <c:pt idx="106">
                  <c:v>4270</c:v>
                </c:pt>
                <c:pt idx="107">
                  <c:v>4148</c:v>
                </c:pt>
                <c:pt idx="108">
                  <c:v>4088</c:v>
                </c:pt>
                <c:pt idx="109">
                  <c:v>3920</c:v>
                </c:pt>
                <c:pt idx="110">
                  <c:v>3871</c:v>
                </c:pt>
                <c:pt idx="111">
                  <c:v>3761</c:v>
                </c:pt>
                <c:pt idx="112">
                  <c:v>3701</c:v>
                </c:pt>
                <c:pt idx="113">
                  <c:v>3654</c:v>
                </c:pt>
                <c:pt idx="114">
                  <c:v>3599</c:v>
                </c:pt>
                <c:pt idx="115">
                  <c:v>3501</c:v>
                </c:pt>
                <c:pt idx="116">
                  <c:v>3504</c:v>
                </c:pt>
                <c:pt idx="117">
                  <c:v>3399</c:v>
                </c:pt>
                <c:pt idx="118">
                  <c:v>3345</c:v>
                </c:pt>
                <c:pt idx="119">
                  <c:v>3341</c:v>
                </c:pt>
                <c:pt idx="120">
                  <c:v>3241</c:v>
                </c:pt>
                <c:pt idx="121">
                  <c:v>3246</c:v>
                </c:pt>
                <c:pt idx="122">
                  <c:v>3193</c:v>
                </c:pt>
                <c:pt idx="123">
                  <c:v>3088</c:v>
                </c:pt>
                <c:pt idx="124">
                  <c:v>3038</c:v>
                </c:pt>
                <c:pt idx="125">
                  <c:v>2988</c:v>
                </c:pt>
                <c:pt idx="126">
                  <c:v>2846</c:v>
                </c:pt>
                <c:pt idx="127">
                  <c:v>2791</c:v>
                </c:pt>
                <c:pt idx="128">
                  <c:v>2796</c:v>
                </c:pt>
                <c:pt idx="129">
                  <c:v>2703</c:v>
                </c:pt>
                <c:pt idx="130">
                  <c:v>2701</c:v>
                </c:pt>
                <c:pt idx="131">
                  <c:v>2610</c:v>
                </c:pt>
                <c:pt idx="132">
                  <c:v>2555</c:v>
                </c:pt>
                <c:pt idx="133">
                  <c:v>2516</c:v>
                </c:pt>
                <c:pt idx="134">
                  <c:v>2466</c:v>
                </c:pt>
                <c:pt idx="135">
                  <c:v>2465</c:v>
                </c:pt>
                <c:pt idx="136">
                  <c:v>2385</c:v>
                </c:pt>
                <c:pt idx="137">
                  <c:v>2380</c:v>
                </c:pt>
                <c:pt idx="138">
                  <c:v>2383</c:v>
                </c:pt>
                <c:pt idx="139">
                  <c:v>2387</c:v>
                </c:pt>
                <c:pt idx="140">
                  <c:v>2386</c:v>
                </c:pt>
                <c:pt idx="141">
                  <c:v>2385</c:v>
                </c:pt>
                <c:pt idx="142">
                  <c:v>2386</c:v>
                </c:pt>
                <c:pt idx="143">
                  <c:v>2379</c:v>
                </c:pt>
                <c:pt idx="144">
                  <c:v>2378</c:v>
                </c:pt>
                <c:pt idx="145">
                  <c:v>2431</c:v>
                </c:pt>
                <c:pt idx="146">
                  <c:v>2470</c:v>
                </c:pt>
                <c:pt idx="147">
                  <c:v>2469</c:v>
                </c:pt>
                <c:pt idx="148">
                  <c:v>2468</c:v>
                </c:pt>
                <c:pt idx="149">
                  <c:v>2472</c:v>
                </c:pt>
                <c:pt idx="150">
                  <c:v>2556</c:v>
                </c:pt>
                <c:pt idx="151">
                  <c:v>2462</c:v>
                </c:pt>
                <c:pt idx="152">
                  <c:v>2625</c:v>
                </c:pt>
                <c:pt idx="153">
                  <c:v>2461</c:v>
                </c:pt>
                <c:pt idx="154">
                  <c:v>2470</c:v>
                </c:pt>
                <c:pt idx="155">
                  <c:v>2383</c:v>
                </c:pt>
                <c:pt idx="156">
                  <c:v>2382</c:v>
                </c:pt>
                <c:pt idx="157">
                  <c:v>2295</c:v>
                </c:pt>
                <c:pt idx="158">
                  <c:v>2207</c:v>
                </c:pt>
                <c:pt idx="159">
                  <c:v>2204</c:v>
                </c:pt>
                <c:pt idx="160">
                  <c:v>2161</c:v>
                </c:pt>
                <c:pt idx="161">
                  <c:v>2115</c:v>
                </c:pt>
                <c:pt idx="162">
                  <c:v>2120</c:v>
                </c:pt>
                <c:pt idx="163">
                  <c:v>2117</c:v>
                </c:pt>
                <c:pt idx="164">
                  <c:v>2081</c:v>
                </c:pt>
                <c:pt idx="165">
                  <c:v>2084</c:v>
                </c:pt>
                <c:pt idx="166">
                  <c:v>2038</c:v>
                </c:pt>
                <c:pt idx="167">
                  <c:v>2034</c:v>
                </c:pt>
                <c:pt idx="168">
                  <c:v>2034</c:v>
                </c:pt>
                <c:pt idx="169">
                  <c:v>2066</c:v>
                </c:pt>
                <c:pt idx="170">
                  <c:v>2075</c:v>
                </c:pt>
                <c:pt idx="171">
                  <c:v>2121</c:v>
                </c:pt>
                <c:pt idx="172">
                  <c:v>2116</c:v>
                </c:pt>
                <c:pt idx="173">
                  <c:v>2207</c:v>
                </c:pt>
                <c:pt idx="174">
                  <c:v>2250</c:v>
                </c:pt>
                <c:pt idx="175">
                  <c:v>2299</c:v>
                </c:pt>
                <c:pt idx="176">
                  <c:v>2329</c:v>
                </c:pt>
                <c:pt idx="177">
                  <c:v>2336</c:v>
                </c:pt>
                <c:pt idx="178">
                  <c:v>2380</c:v>
                </c:pt>
                <c:pt idx="179">
                  <c:v>2381</c:v>
                </c:pt>
                <c:pt idx="180">
                  <c:v>2422</c:v>
                </c:pt>
                <c:pt idx="181">
                  <c:v>2464</c:v>
                </c:pt>
                <c:pt idx="182">
                  <c:v>2424</c:v>
                </c:pt>
                <c:pt idx="183">
                  <c:v>2380</c:v>
                </c:pt>
                <c:pt idx="184">
                  <c:v>2380</c:v>
                </c:pt>
                <c:pt idx="185">
                  <c:v>2253</c:v>
                </c:pt>
                <c:pt idx="186">
                  <c:v>2216</c:v>
                </c:pt>
                <c:pt idx="187">
                  <c:v>2165</c:v>
                </c:pt>
                <c:pt idx="188">
                  <c:v>2165</c:v>
                </c:pt>
                <c:pt idx="189">
                  <c:v>2081</c:v>
                </c:pt>
                <c:pt idx="190">
                  <c:v>2077</c:v>
                </c:pt>
                <c:pt idx="191">
                  <c:v>2036</c:v>
                </c:pt>
                <c:pt idx="192">
                  <c:v>2038</c:v>
                </c:pt>
                <c:pt idx="193">
                  <c:v>2035</c:v>
                </c:pt>
                <c:pt idx="194">
                  <c:v>2033</c:v>
                </c:pt>
                <c:pt idx="195">
                  <c:v>2036</c:v>
                </c:pt>
                <c:pt idx="196">
                  <c:v>2032</c:v>
                </c:pt>
                <c:pt idx="197">
                  <c:v>2032</c:v>
                </c:pt>
                <c:pt idx="198">
                  <c:v>2033</c:v>
                </c:pt>
                <c:pt idx="199">
                  <c:v>2035</c:v>
                </c:pt>
                <c:pt idx="200">
                  <c:v>2042</c:v>
                </c:pt>
                <c:pt idx="201">
                  <c:v>2043</c:v>
                </c:pt>
                <c:pt idx="202">
                  <c:v>2069</c:v>
                </c:pt>
                <c:pt idx="203">
                  <c:v>2081</c:v>
                </c:pt>
                <c:pt idx="204">
                  <c:v>2129</c:v>
                </c:pt>
                <c:pt idx="205">
                  <c:v>2153</c:v>
                </c:pt>
                <c:pt idx="206">
                  <c:v>2208</c:v>
                </c:pt>
                <c:pt idx="207">
                  <c:v>2210</c:v>
                </c:pt>
                <c:pt idx="208">
                  <c:v>2248</c:v>
                </c:pt>
                <c:pt idx="209">
                  <c:v>2249</c:v>
                </c:pt>
                <c:pt idx="210">
                  <c:v>2256</c:v>
                </c:pt>
                <c:pt idx="211">
                  <c:v>2019</c:v>
                </c:pt>
                <c:pt idx="212">
                  <c:v>2251</c:v>
                </c:pt>
                <c:pt idx="213">
                  <c:v>2248</c:v>
                </c:pt>
                <c:pt idx="214">
                  <c:v>2154</c:v>
                </c:pt>
                <c:pt idx="215">
                  <c:v>2161</c:v>
                </c:pt>
                <c:pt idx="216">
                  <c:v>2072</c:v>
                </c:pt>
                <c:pt idx="217">
                  <c:v>2043</c:v>
                </c:pt>
                <c:pt idx="218">
                  <c:v>1989</c:v>
                </c:pt>
                <c:pt idx="219">
                  <c:v>1992</c:v>
                </c:pt>
                <c:pt idx="220">
                  <c:v>1987</c:v>
                </c:pt>
                <c:pt idx="221">
                  <c:v>1993</c:v>
                </c:pt>
                <c:pt idx="222">
                  <c:v>1962</c:v>
                </c:pt>
                <c:pt idx="223">
                  <c:v>1964</c:v>
                </c:pt>
                <c:pt idx="224">
                  <c:v>1959</c:v>
                </c:pt>
                <c:pt idx="225">
                  <c:v>1956</c:v>
                </c:pt>
                <c:pt idx="226">
                  <c:v>1962</c:v>
                </c:pt>
                <c:pt idx="227">
                  <c:v>2000</c:v>
                </c:pt>
                <c:pt idx="228">
                  <c:v>1995</c:v>
                </c:pt>
                <c:pt idx="229">
                  <c:v>2041</c:v>
                </c:pt>
                <c:pt idx="230">
                  <c:v>2041</c:v>
                </c:pt>
                <c:pt idx="231">
                  <c:v>2118</c:v>
                </c:pt>
                <c:pt idx="232">
                  <c:v>2164</c:v>
                </c:pt>
                <c:pt idx="233">
                  <c:v>2211</c:v>
                </c:pt>
                <c:pt idx="234">
                  <c:v>2298</c:v>
                </c:pt>
                <c:pt idx="235">
                  <c:v>2333</c:v>
                </c:pt>
                <c:pt idx="236">
                  <c:v>2331</c:v>
                </c:pt>
                <c:pt idx="237">
                  <c:v>2376</c:v>
                </c:pt>
                <c:pt idx="238">
                  <c:v>2416</c:v>
                </c:pt>
                <c:pt idx="239">
                  <c:v>2461</c:v>
                </c:pt>
                <c:pt idx="240">
                  <c:v>2468</c:v>
                </c:pt>
                <c:pt idx="241">
                  <c:v>2467</c:v>
                </c:pt>
                <c:pt idx="242">
                  <c:v>2422</c:v>
                </c:pt>
                <c:pt idx="243">
                  <c:v>2377</c:v>
                </c:pt>
                <c:pt idx="244">
                  <c:v>2289</c:v>
                </c:pt>
                <c:pt idx="245">
                  <c:v>2208</c:v>
                </c:pt>
                <c:pt idx="246">
                  <c:v>2170</c:v>
                </c:pt>
                <c:pt idx="247">
                  <c:v>2069</c:v>
                </c:pt>
                <c:pt idx="248">
                  <c:v>2043</c:v>
                </c:pt>
                <c:pt idx="249">
                  <c:v>1991</c:v>
                </c:pt>
                <c:pt idx="250">
                  <c:v>1965</c:v>
                </c:pt>
                <c:pt idx="251">
                  <c:v>1925</c:v>
                </c:pt>
                <c:pt idx="252">
                  <c:v>1918</c:v>
                </c:pt>
                <c:pt idx="253">
                  <c:v>1919</c:v>
                </c:pt>
                <c:pt idx="254">
                  <c:v>1919</c:v>
                </c:pt>
                <c:pt idx="255">
                  <c:v>1919</c:v>
                </c:pt>
                <c:pt idx="256">
                  <c:v>1965</c:v>
                </c:pt>
                <c:pt idx="257">
                  <c:v>1963</c:v>
                </c:pt>
                <c:pt idx="258">
                  <c:v>1997</c:v>
                </c:pt>
                <c:pt idx="259">
                  <c:v>2039</c:v>
                </c:pt>
                <c:pt idx="260">
                  <c:v>2086</c:v>
                </c:pt>
                <c:pt idx="261">
                  <c:v>2163</c:v>
                </c:pt>
                <c:pt idx="262">
                  <c:v>2213</c:v>
                </c:pt>
                <c:pt idx="263">
                  <c:v>2250</c:v>
                </c:pt>
                <c:pt idx="264">
                  <c:v>2301</c:v>
                </c:pt>
                <c:pt idx="265">
                  <c:v>2419</c:v>
                </c:pt>
                <c:pt idx="266">
                  <c:v>2465</c:v>
                </c:pt>
                <c:pt idx="267">
                  <c:v>2459</c:v>
                </c:pt>
                <c:pt idx="268">
                  <c:v>2470</c:v>
                </c:pt>
                <c:pt idx="269">
                  <c:v>2468</c:v>
                </c:pt>
                <c:pt idx="270">
                  <c:v>2458</c:v>
                </c:pt>
                <c:pt idx="271">
                  <c:v>2438</c:v>
                </c:pt>
                <c:pt idx="272">
                  <c:v>2428</c:v>
                </c:pt>
                <c:pt idx="273">
                  <c:v>2338</c:v>
                </c:pt>
                <c:pt idx="274">
                  <c:v>2255</c:v>
                </c:pt>
                <c:pt idx="275">
                  <c:v>2158</c:v>
                </c:pt>
                <c:pt idx="276">
                  <c:v>2072</c:v>
                </c:pt>
                <c:pt idx="277">
                  <c:v>2083</c:v>
                </c:pt>
                <c:pt idx="278">
                  <c:v>1993</c:v>
                </c:pt>
                <c:pt idx="279">
                  <c:v>1998</c:v>
                </c:pt>
                <c:pt idx="280">
                  <c:v>1965</c:v>
                </c:pt>
                <c:pt idx="281">
                  <c:v>1947</c:v>
                </c:pt>
                <c:pt idx="282">
                  <c:v>1962</c:v>
                </c:pt>
                <c:pt idx="283">
                  <c:v>1917</c:v>
                </c:pt>
                <c:pt idx="284">
                  <c:v>1914</c:v>
                </c:pt>
                <c:pt idx="285">
                  <c:v>1920</c:v>
                </c:pt>
                <c:pt idx="286">
                  <c:v>1916</c:v>
                </c:pt>
                <c:pt idx="287">
                  <c:v>1917</c:v>
                </c:pt>
                <c:pt idx="288">
                  <c:v>1918</c:v>
                </c:pt>
                <c:pt idx="289">
                  <c:v>1921</c:v>
                </c:pt>
                <c:pt idx="290">
                  <c:v>1918</c:v>
                </c:pt>
                <c:pt idx="291">
                  <c:v>1962</c:v>
                </c:pt>
                <c:pt idx="292">
                  <c:v>1998</c:v>
                </c:pt>
                <c:pt idx="293">
                  <c:v>2034</c:v>
                </c:pt>
                <c:pt idx="294">
                  <c:v>2079</c:v>
                </c:pt>
                <c:pt idx="295">
                  <c:v>2162</c:v>
                </c:pt>
                <c:pt idx="296">
                  <c:v>2207</c:v>
                </c:pt>
                <c:pt idx="297">
                  <c:v>2253</c:v>
                </c:pt>
                <c:pt idx="298">
                  <c:v>2327</c:v>
                </c:pt>
                <c:pt idx="299">
                  <c:v>2377</c:v>
                </c:pt>
                <c:pt idx="300">
                  <c:v>2421</c:v>
                </c:pt>
                <c:pt idx="301">
                  <c:v>2422</c:v>
                </c:pt>
                <c:pt idx="302">
                  <c:v>2420</c:v>
                </c:pt>
                <c:pt idx="303">
                  <c:v>2334</c:v>
                </c:pt>
                <c:pt idx="304">
                  <c:v>2297</c:v>
                </c:pt>
                <c:pt idx="305">
                  <c:v>2250</c:v>
                </c:pt>
                <c:pt idx="306">
                  <c:v>2158</c:v>
                </c:pt>
                <c:pt idx="307">
                  <c:v>2074</c:v>
                </c:pt>
                <c:pt idx="308">
                  <c:v>2074</c:v>
                </c:pt>
                <c:pt idx="309">
                  <c:v>2033</c:v>
                </c:pt>
                <c:pt idx="310">
                  <c:v>1998</c:v>
                </c:pt>
                <c:pt idx="311">
                  <c:v>1991</c:v>
                </c:pt>
                <c:pt idx="312">
                  <c:v>1993</c:v>
                </c:pt>
                <c:pt idx="313">
                  <c:v>1961</c:v>
                </c:pt>
                <c:pt idx="314">
                  <c:v>1965</c:v>
                </c:pt>
                <c:pt idx="315">
                  <c:v>1955</c:v>
                </c:pt>
                <c:pt idx="316">
                  <c:v>1923</c:v>
                </c:pt>
                <c:pt idx="317">
                  <c:v>1921</c:v>
                </c:pt>
                <c:pt idx="318">
                  <c:v>1920</c:v>
                </c:pt>
                <c:pt idx="319">
                  <c:v>1924</c:v>
                </c:pt>
                <c:pt idx="320">
                  <c:v>1916</c:v>
                </c:pt>
                <c:pt idx="321">
                  <c:v>1923</c:v>
                </c:pt>
                <c:pt idx="322">
                  <c:v>1959</c:v>
                </c:pt>
                <c:pt idx="323">
                  <c:v>1994</c:v>
                </c:pt>
                <c:pt idx="324">
                  <c:v>2032</c:v>
                </c:pt>
                <c:pt idx="325">
                  <c:v>2035</c:v>
                </c:pt>
                <c:pt idx="326">
                  <c:v>2073</c:v>
                </c:pt>
                <c:pt idx="327">
                  <c:v>2079</c:v>
                </c:pt>
                <c:pt idx="328">
                  <c:v>2074</c:v>
                </c:pt>
                <c:pt idx="329">
                  <c:v>2122</c:v>
                </c:pt>
                <c:pt idx="330">
                  <c:v>2001</c:v>
                </c:pt>
                <c:pt idx="331">
                  <c:v>2026.5</c:v>
                </c:pt>
                <c:pt idx="332">
                  <c:v>2052</c:v>
                </c:pt>
                <c:pt idx="333">
                  <c:v>2032</c:v>
                </c:pt>
                <c:pt idx="334">
                  <c:v>1993</c:v>
                </c:pt>
                <c:pt idx="335">
                  <c:v>1918</c:v>
                </c:pt>
                <c:pt idx="336">
                  <c:v>1921</c:v>
                </c:pt>
                <c:pt idx="337">
                  <c:v>1843</c:v>
                </c:pt>
                <c:pt idx="338">
                  <c:v>1837</c:v>
                </c:pt>
                <c:pt idx="339">
                  <c:v>1840</c:v>
                </c:pt>
                <c:pt idx="340">
                  <c:v>1841</c:v>
                </c:pt>
                <c:pt idx="341">
                  <c:v>1838</c:v>
                </c:pt>
                <c:pt idx="342">
                  <c:v>1806</c:v>
                </c:pt>
                <c:pt idx="343">
                  <c:v>1766</c:v>
                </c:pt>
                <c:pt idx="344">
                  <c:v>1808</c:v>
                </c:pt>
                <c:pt idx="345">
                  <c:v>1802</c:v>
                </c:pt>
                <c:pt idx="346">
                  <c:v>1801</c:v>
                </c:pt>
                <c:pt idx="347">
                  <c:v>1811</c:v>
                </c:pt>
                <c:pt idx="348">
                  <c:v>1840</c:v>
                </c:pt>
                <c:pt idx="349">
                  <c:v>1841</c:v>
                </c:pt>
                <c:pt idx="350">
                  <c:v>1881</c:v>
                </c:pt>
                <c:pt idx="351">
                  <c:v>1919</c:v>
                </c:pt>
                <c:pt idx="352">
                  <c:v>2001</c:v>
                </c:pt>
                <c:pt idx="353">
                  <c:v>2036</c:v>
                </c:pt>
                <c:pt idx="354">
                  <c:v>2075</c:v>
                </c:pt>
                <c:pt idx="355">
                  <c:v>2158</c:v>
                </c:pt>
                <c:pt idx="356">
                  <c:v>2257</c:v>
                </c:pt>
                <c:pt idx="357">
                  <c:v>2297</c:v>
                </c:pt>
                <c:pt idx="358">
                  <c:v>2329</c:v>
                </c:pt>
                <c:pt idx="359">
                  <c:v>2332</c:v>
                </c:pt>
                <c:pt idx="360">
                  <c:v>2281.5</c:v>
                </c:pt>
                <c:pt idx="361">
                  <c:v>2180.5</c:v>
                </c:pt>
                <c:pt idx="362">
                  <c:v>2130</c:v>
                </c:pt>
                <c:pt idx="363">
                  <c:v>2247</c:v>
                </c:pt>
                <c:pt idx="364">
                  <c:v>2165</c:v>
                </c:pt>
                <c:pt idx="365">
                  <c:v>2087</c:v>
                </c:pt>
                <c:pt idx="366">
                  <c:v>1989</c:v>
                </c:pt>
                <c:pt idx="367">
                  <c:v>1961</c:v>
                </c:pt>
                <c:pt idx="368">
                  <c:v>1918</c:v>
                </c:pt>
                <c:pt idx="369">
                  <c:v>1881</c:v>
                </c:pt>
                <c:pt idx="370">
                  <c:v>1841</c:v>
                </c:pt>
                <c:pt idx="371">
                  <c:v>1837</c:v>
                </c:pt>
                <c:pt idx="372">
                  <c:v>1834</c:v>
                </c:pt>
                <c:pt idx="373">
                  <c:v>1837</c:v>
                </c:pt>
                <c:pt idx="374">
                  <c:v>1839</c:v>
                </c:pt>
                <c:pt idx="375">
                  <c:v>1837</c:v>
                </c:pt>
                <c:pt idx="376">
                  <c:v>1837</c:v>
                </c:pt>
                <c:pt idx="377">
                  <c:v>1880</c:v>
                </c:pt>
                <c:pt idx="378">
                  <c:v>1921</c:v>
                </c:pt>
                <c:pt idx="379">
                  <c:v>1920</c:v>
                </c:pt>
                <c:pt idx="380">
                  <c:v>1988</c:v>
                </c:pt>
                <c:pt idx="381">
                  <c:v>1993</c:v>
                </c:pt>
                <c:pt idx="382">
                  <c:v>2073</c:v>
                </c:pt>
                <c:pt idx="383">
                  <c:v>2163</c:v>
                </c:pt>
                <c:pt idx="384">
                  <c:v>2249</c:v>
                </c:pt>
                <c:pt idx="385">
                  <c:v>2338</c:v>
                </c:pt>
                <c:pt idx="386">
                  <c:v>2372</c:v>
                </c:pt>
                <c:pt idx="387">
                  <c:v>2422</c:v>
                </c:pt>
                <c:pt idx="388">
                  <c:v>2503</c:v>
                </c:pt>
                <c:pt idx="389">
                  <c:v>2553</c:v>
                </c:pt>
                <c:pt idx="390">
                  <c:v>2597</c:v>
                </c:pt>
                <c:pt idx="391">
                  <c:v>2693</c:v>
                </c:pt>
                <c:pt idx="392">
                  <c:v>2737</c:v>
                </c:pt>
                <c:pt idx="393">
                  <c:v>2783</c:v>
                </c:pt>
                <c:pt idx="394">
                  <c:v>2835</c:v>
                </c:pt>
                <c:pt idx="395">
                  <c:v>2877</c:v>
                </c:pt>
                <c:pt idx="396">
                  <c:v>2926</c:v>
                </c:pt>
                <c:pt idx="397">
                  <c:v>3035</c:v>
                </c:pt>
                <c:pt idx="398">
                  <c:v>2984</c:v>
                </c:pt>
                <c:pt idx="399">
                  <c:v>3080</c:v>
                </c:pt>
                <c:pt idx="400">
                  <c:v>3075</c:v>
                </c:pt>
                <c:pt idx="401">
                  <c:v>3139</c:v>
                </c:pt>
                <c:pt idx="402">
                  <c:v>3133</c:v>
                </c:pt>
                <c:pt idx="403">
                  <c:v>3237</c:v>
                </c:pt>
                <c:pt idx="404">
                  <c:v>3229</c:v>
                </c:pt>
                <c:pt idx="405">
                  <c:v>3241</c:v>
                </c:pt>
                <c:pt idx="406">
                  <c:v>3288</c:v>
                </c:pt>
                <c:pt idx="407">
                  <c:v>3270</c:v>
                </c:pt>
                <c:pt idx="408">
                  <c:v>3349</c:v>
                </c:pt>
                <c:pt idx="409">
                  <c:v>3344</c:v>
                </c:pt>
                <c:pt idx="410">
                  <c:v>3393</c:v>
                </c:pt>
                <c:pt idx="411">
                  <c:v>3392</c:v>
                </c:pt>
                <c:pt idx="412">
                  <c:v>3394</c:v>
                </c:pt>
                <c:pt idx="413">
                  <c:v>3452</c:v>
                </c:pt>
                <c:pt idx="414">
                  <c:v>3491</c:v>
                </c:pt>
                <c:pt idx="415">
                  <c:v>3493</c:v>
                </c:pt>
                <c:pt idx="416">
                  <c:v>3552</c:v>
                </c:pt>
                <c:pt idx="417">
                  <c:v>3613</c:v>
                </c:pt>
                <c:pt idx="418">
                  <c:v>3596</c:v>
                </c:pt>
                <c:pt idx="419">
                  <c:v>3661</c:v>
                </c:pt>
                <c:pt idx="420">
                  <c:v>3708</c:v>
                </c:pt>
                <c:pt idx="421">
                  <c:v>3709</c:v>
                </c:pt>
                <c:pt idx="422">
                  <c:v>3821</c:v>
                </c:pt>
                <c:pt idx="423">
                  <c:v>3814</c:v>
                </c:pt>
                <c:pt idx="424">
                  <c:v>3818</c:v>
                </c:pt>
                <c:pt idx="425">
                  <c:v>3863</c:v>
                </c:pt>
                <c:pt idx="426">
                  <c:v>3925</c:v>
                </c:pt>
                <c:pt idx="427">
                  <c:v>3921</c:v>
                </c:pt>
                <c:pt idx="428">
                  <c:v>3981</c:v>
                </c:pt>
                <c:pt idx="429">
                  <c:v>3984</c:v>
                </c:pt>
                <c:pt idx="430">
                  <c:v>4041</c:v>
                </c:pt>
                <c:pt idx="431">
                  <c:v>4046</c:v>
                </c:pt>
                <c:pt idx="432">
                  <c:v>4034</c:v>
                </c:pt>
                <c:pt idx="433">
                  <c:v>4094</c:v>
                </c:pt>
                <c:pt idx="434">
                  <c:v>4105</c:v>
                </c:pt>
                <c:pt idx="435">
                  <c:v>4155</c:v>
                </c:pt>
                <c:pt idx="436">
                  <c:v>4208</c:v>
                </c:pt>
                <c:pt idx="437">
                  <c:v>4225</c:v>
                </c:pt>
                <c:pt idx="438">
                  <c:v>4213</c:v>
                </c:pt>
                <c:pt idx="439">
                  <c:v>4215</c:v>
                </c:pt>
                <c:pt idx="440">
                  <c:v>4208</c:v>
                </c:pt>
                <c:pt idx="441">
                  <c:v>4271</c:v>
                </c:pt>
                <c:pt idx="442">
                  <c:v>4264</c:v>
                </c:pt>
                <c:pt idx="443">
                  <c:v>4328</c:v>
                </c:pt>
                <c:pt idx="444">
                  <c:v>4319</c:v>
                </c:pt>
                <c:pt idx="445">
                  <c:v>4385</c:v>
                </c:pt>
                <c:pt idx="446">
                  <c:v>4381</c:v>
                </c:pt>
                <c:pt idx="447">
                  <c:v>4382</c:v>
                </c:pt>
                <c:pt idx="448">
                  <c:v>4383</c:v>
                </c:pt>
                <c:pt idx="449">
                  <c:v>4444</c:v>
                </c:pt>
                <c:pt idx="450">
                  <c:v>4491</c:v>
                </c:pt>
                <c:pt idx="451">
                  <c:v>4507</c:v>
                </c:pt>
                <c:pt idx="452">
                  <c:v>4514</c:v>
                </c:pt>
                <c:pt idx="453">
                  <c:v>4560</c:v>
                </c:pt>
                <c:pt idx="454">
                  <c:v>4555</c:v>
                </c:pt>
                <c:pt idx="455">
                  <c:v>4614</c:v>
                </c:pt>
                <c:pt idx="456">
                  <c:v>4558</c:v>
                </c:pt>
                <c:pt idx="457">
                  <c:v>4609</c:v>
                </c:pt>
                <c:pt idx="458">
                  <c:v>4667</c:v>
                </c:pt>
                <c:pt idx="459">
                  <c:v>4620</c:v>
                </c:pt>
                <c:pt idx="460">
                  <c:v>4677</c:v>
                </c:pt>
                <c:pt idx="461">
                  <c:v>4674</c:v>
                </c:pt>
                <c:pt idx="462">
                  <c:v>4678</c:v>
                </c:pt>
                <c:pt idx="463">
                  <c:v>4675</c:v>
                </c:pt>
                <c:pt idx="464">
                  <c:v>4674</c:v>
                </c:pt>
                <c:pt idx="465">
                  <c:v>4673</c:v>
                </c:pt>
                <c:pt idx="466">
                  <c:v>4676</c:v>
                </c:pt>
                <c:pt idx="467">
                  <c:v>4675</c:v>
                </c:pt>
                <c:pt idx="468">
                  <c:v>4677</c:v>
                </c:pt>
                <c:pt idx="469">
                  <c:v>4676</c:v>
                </c:pt>
                <c:pt idx="470">
                  <c:v>4678</c:v>
                </c:pt>
                <c:pt idx="471">
                  <c:v>4674</c:v>
                </c:pt>
                <c:pt idx="472">
                  <c:v>4677</c:v>
                </c:pt>
                <c:pt idx="473">
                  <c:v>4677</c:v>
                </c:pt>
                <c:pt idx="474">
                  <c:v>4676</c:v>
                </c:pt>
                <c:pt idx="475">
                  <c:v>4675</c:v>
                </c:pt>
                <c:pt idx="476">
                  <c:v>4670</c:v>
                </c:pt>
                <c:pt idx="477">
                  <c:v>4679</c:v>
                </c:pt>
                <c:pt idx="478">
                  <c:v>4675</c:v>
                </c:pt>
                <c:pt idx="479">
                  <c:v>4726</c:v>
                </c:pt>
                <c:pt idx="480">
                  <c:v>4795</c:v>
                </c:pt>
                <c:pt idx="481">
                  <c:v>4796</c:v>
                </c:pt>
                <c:pt idx="482">
                  <c:v>4801</c:v>
                </c:pt>
                <c:pt idx="483">
                  <c:v>4810</c:v>
                </c:pt>
                <c:pt idx="484">
                  <c:v>4802</c:v>
                </c:pt>
                <c:pt idx="485">
                  <c:v>4803</c:v>
                </c:pt>
                <c:pt idx="486">
                  <c:v>4802</c:v>
                </c:pt>
                <c:pt idx="487">
                  <c:v>4805</c:v>
                </c:pt>
                <c:pt idx="488">
                  <c:v>4798</c:v>
                </c:pt>
                <c:pt idx="489">
                  <c:v>4796</c:v>
                </c:pt>
                <c:pt idx="490">
                  <c:v>4801</c:v>
                </c:pt>
                <c:pt idx="491">
                  <c:v>4803</c:v>
                </c:pt>
                <c:pt idx="492">
                  <c:v>4797</c:v>
                </c:pt>
                <c:pt idx="493">
                  <c:v>4805</c:v>
                </c:pt>
                <c:pt idx="494">
                  <c:v>4853</c:v>
                </c:pt>
                <c:pt idx="495">
                  <c:v>4796</c:v>
                </c:pt>
                <c:pt idx="496">
                  <c:v>4804</c:v>
                </c:pt>
                <c:pt idx="497">
                  <c:v>4801</c:v>
                </c:pt>
                <c:pt idx="498">
                  <c:v>4800</c:v>
                </c:pt>
                <c:pt idx="499">
                  <c:v>4801</c:v>
                </c:pt>
                <c:pt idx="500">
                  <c:v>4793</c:v>
                </c:pt>
                <c:pt idx="501">
                  <c:v>4855</c:v>
                </c:pt>
                <c:pt idx="502">
                  <c:v>4856</c:v>
                </c:pt>
                <c:pt idx="503">
                  <c:v>4856</c:v>
                </c:pt>
                <c:pt idx="504">
                  <c:v>4922</c:v>
                </c:pt>
                <c:pt idx="505">
                  <c:v>4926</c:v>
                </c:pt>
                <c:pt idx="506">
                  <c:v>4861</c:v>
                </c:pt>
                <c:pt idx="507">
                  <c:v>4976</c:v>
                </c:pt>
                <c:pt idx="508">
                  <c:v>4925</c:v>
                </c:pt>
                <c:pt idx="509">
                  <c:v>4925</c:v>
                </c:pt>
                <c:pt idx="510">
                  <c:v>4979</c:v>
                </c:pt>
                <c:pt idx="511">
                  <c:v>4985</c:v>
                </c:pt>
                <c:pt idx="512">
                  <c:v>4928</c:v>
                </c:pt>
                <c:pt idx="513">
                  <c:v>4981</c:v>
                </c:pt>
                <c:pt idx="514">
                  <c:v>4985</c:v>
                </c:pt>
                <c:pt idx="515">
                  <c:v>4975</c:v>
                </c:pt>
                <c:pt idx="516">
                  <c:v>4978</c:v>
                </c:pt>
                <c:pt idx="517">
                  <c:v>4998</c:v>
                </c:pt>
                <c:pt idx="518">
                  <c:v>5051</c:v>
                </c:pt>
                <c:pt idx="519">
                  <c:v>5101</c:v>
                </c:pt>
                <c:pt idx="520">
                  <c:v>5117</c:v>
                </c:pt>
                <c:pt idx="521">
                  <c:v>5114</c:v>
                </c:pt>
                <c:pt idx="522">
                  <c:v>5119</c:v>
                </c:pt>
                <c:pt idx="523">
                  <c:v>5228</c:v>
                </c:pt>
                <c:pt idx="524">
                  <c:v>5236</c:v>
                </c:pt>
                <c:pt idx="525">
                  <c:v>5239</c:v>
                </c:pt>
                <c:pt idx="526">
                  <c:v>5234</c:v>
                </c:pt>
                <c:pt idx="527">
                  <c:v>5244</c:v>
                </c:pt>
                <c:pt idx="528">
                  <c:v>5250</c:v>
                </c:pt>
                <c:pt idx="529">
                  <c:v>5310</c:v>
                </c:pt>
                <c:pt idx="530">
                  <c:v>5246</c:v>
                </c:pt>
                <c:pt idx="531">
                  <c:v>5252</c:v>
                </c:pt>
                <c:pt idx="532">
                  <c:v>5303</c:v>
                </c:pt>
                <c:pt idx="533">
                  <c:v>5305</c:v>
                </c:pt>
                <c:pt idx="534">
                  <c:v>5237</c:v>
                </c:pt>
                <c:pt idx="535">
                  <c:v>5295</c:v>
                </c:pt>
                <c:pt idx="536">
                  <c:v>5295</c:v>
                </c:pt>
                <c:pt idx="537">
                  <c:v>5235</c:v>
                </c:pt>
                <c:pt idx="538">
                  <c:v>5304</c:v>
                </c:pt>
                <c:pt idx="539">
                  <c:v>5295</c:v>
                </c:pt>
                <c:pt idx="540">
                  <c:v>5299</c:v>
                </c:pt>
                <c:pt idx="541">
                  <c:v>5299</c:v>
                </c:pt>
                <c:pt idx="542">
                  <c:v>5306</c:v>
                </c:pt>
                <c:pt idx="543">
                  <c:v>5301</c:v>
                </c:pt>
                <c:pt idx="544">
                  <c:v>5301</c:v>
                </c:pt>
                <c:pt idx="545">
                  <c:v>5311</c:v>
                </c:pt>
                <c:pt idx="546">
                  <c:v>5302</c:v>
                </c:pt>
                <c:pt idx="547">
                  <c:v>5302</c:v>
                </c:pt>
                <c:pt idx="548">
                  <c:v>5302</c:v>
                </c:pt>
                <c:pt idx="549">
                  <c:v>5366</c:v>
                </c:pt>
                <c:pt idx="550">
                  <c:v>5368</c:v>
                </c:pt>
                <c:pt idx="551">
                  <c:v>5369</c:v>
                </c:pt>
                <c:pt idx="552">
                  <c:v>5362</c:v>
                </c:pt>
                <c:pt idx="553">
                  <c:v>5430</c:v>
                </c:pt>
                <c:pt idx="554">
                  <c:v>5434</c:v>
                </c:pt>
                <c:pt idx="555">
                  <c:v>5435</c:v>
                </c:pt>
                <c:pt idx="556">
                  <c:v>5435</c:v>
                </c:pt>
                <c:pt idx="557">
                  <c:v>5509</c:v>
                </c:pt>
                <c:pt idx="558">
                  <c:v>5439</c:v>
                </c:pt>
                <c:pt idx="559">
                  <c:v>5513</c:v>
                </c:pt>
                <c:pt idx="560">
                  <c:v>5433</c:v>
                </c:pt>
                <c:pt idx="561">
                  <c:v>5501</c:v>
                </c:pt>
                <c:pt idx="562">
                  <c:v>5565</c:v>
                </c:pt>
                <c:pt idx="563">
                  <c:v>5564</c:v>
                </c:pt>
                <c:pt idx="564">
                  <c:v>5567</c:v>
                </c:pt>
                <c:pt idx="565">
                  <c:v>5575</c:v>
                </c:pt>
                <c:pt idx="566">
                  <c:v>5571</c:v>
                </c:pt>
                <c:pt idx="567">
                  <c:v>5572</c:v>
                </c:pt>
                <c:pt idx="568">
                  <c:v>5573</c:v>
                </c:pt>
                <c:pt idx="569">
                  <c:v>5560</c:v>
                </c:pt>
                <c:pt idx="570">
                  <c:v>5567</c:v>
                </c:pt>
                <c:pt idx="571">
                  <c:v>5564</c:v>
                </c:pt>
                <c:pt idx="572">
                  <c:v>5560</c:v>
                </c:pt>
                <c:pt idx="573">
                  <c:v>5566</c:v>
                </c:pt>
                <c:pt idx="574">
                  <c:v>5558</c:v>
                </c:pt>
                <c:pt idx="575">
                  <c:v>5568</c:v>
                </c:pt>
                <c:pt idx="576">
                  <c:v>5567</c:v>
                </c:pt>
                <c:pt idx="577">
                  <c:v>5567</c:v>
                </c:pt>
                <c:pt idx="578">
                  <c:v>5629</c:v>
                </c:pt>
                <c:pt idx="579">
                  <c:v>5697</c:v>
                </c:pt>
                <c:pt idx="580">
                  <c:v>5623</c:v>
                </c:pt>
                <c:pt idx="581">
                  <c:v>5628</c:v>
                </c:pt>
                <c:pt idx="582">
                  <c:v>5621</c:v>
                </c:pt>
                <c:pt idx="583">
                  <c:v>5621</c:v>
                </c:pt>
                <c:pt idx="584">
                  <c:v>5680</c:v>
                </c:pt>
                <c:pt idx="585">
                  <c:v>5683</c:v>
                </c:pt>
                <c:pt idx="586">
                  <c:v>5748</c:v>
                </c:pt>
                <c:pt idx="587">
                  <c:v>5761</c:v>
                </c:pt>
                <c:pt idx="588">
                  <c:v>5746</c:v>
                </c:pt>
                <c:pt idx="589">
                  <c:v>5753</c:v>
                </c:pt>
                <c:pt idx="590">
                  <c:v>5756</c:v>
                </c:pt>
                <c:pt idx="591">
                  <c:v>5752</c:v>
                </c:pt>
                <c:pt idx="592">
                  <c:v>5820</c:v>
                </c:pt>
                <c:pt idx="593">
                  <c:v>5820</c:v>
                </c:pt>
                <c:pt idx="594">
                  <c:v>5760</c:v>
                </c:pt>
                <c:pt idx="595">
                  <c:v>5760</c:v>
                </c:pt>
                <c:pt idx="596">
                  <c:v>5818</c:v>
                </c:pt>
                <c:pt idx="597">
                  <c:v>5815</c:v>
                </c:pt>
                <c:pt idx="598">
                  <c:v>5817</c:v>
                </c:pt>
                <c:pt idx="599">
                  <c:v>5818</c:v>
                </c:pt>
                <c:pt idx="600">
                  <c:v>5750</c:v>
                </c:pt>
                <c:pt idx="601">
                  <c:v>5732</c:v>
                </c:pt>
                <c:pt idx="602">
                  <c:v>5820</c:v>
                </c:pt>
                <c:pt idx="603">
                  <c:v>5753</c:v>
                </c:pt>
                <c:pt idx="604">
                  <c:v>5748</c:v>
                </c:pt>
                <c:pt idx="605">
                  <c:v>5746</c:v>
                </c:pt>
                <c:pt idx="606">
                  <c:v>5812</c:v>
                </c:pt>
                <c:pt idx="607">
                  <c:v>5826</c:v>
                </c:pt>
                <c:pt idx="608">
                  <c:v>5809</c:v>
                </c:pt>
                <c:pt idx="609">
                  <c:v>5815</c:v>
                </c:pt>
                <c:pt idx="610">
                  <c:v>5817</c:v>
                </c:pt>
                <c:pt idx="611">
                  <c:v>5810</c:v>
                </c:pt>
                <c:pt idx="612">
                  <c:v>5875</c:v>
                </c:pt>
                <c:pt idx="613">
                  <c:v>5868</c:v>
                </c:pt>
                <c:pt idx="614">
                  <c:v>5869</c:v>
                </c:pt>
                <c:pt idx="615">
                  <c:v>5869</c:v>
                </c:pt>
                <c:pt idx="616">
                  <c:v>5940</c:v>
                </c:pt>
                <c:pt idx="617">
                  <c:v>5946</c:v>
                </c:pt>
                <c:pt idx="618">
                  <c:v>5943</c:v>
                </c:pt>
                <c:pt idx="619">
                  <c:v>5945</c:v>
                </c:pt>
                <c:pt idx="620">
                  <c:v>6019</c:v>
                </c:pt>
                <c:pt idx="621">
                  <c:v>6011</c:v>
                </c:pt>
                <c:pt idx="622">
                  <c:v>5944</c:v>
                </c:pt>
                <c:pt idx="623">
                  <c:v>6011</c:v>
                </c:pt>
                <c:pt idx="624">
                  <c:v>6007</c:v>
                </c:pt>
                <c:pt idx="625">
                  <c:v>6006</c:v>
                </c:pt>
                <c:pt idx="626">
                  <c:v>6014</c:v>
                </c:pt>
                <c:pt idx="627">
                  <c:v>6009</c:v>
                </c:pt>
                <c:pt idx="628">
                  <c:v>6086</c:v>
                </c:pt>
                <c:pt idx="629">
                  <c:v>6166</c:v>
                </c:pt>
                <c:pt idx="630">
                  <c:v>6158</c:v>
                </c:pt>
                <c:pt idx="631">
                  <c:v>6075</c:v>
                </c:pt>
                <c:pt idx="632">
                  <c:v>6153</c:v>
                </c:pt>
                <c:pt idx="633">
                  <c:v>6086</c:v>
                </c:pt>
                <c:pt idx="634">
                  <c:v>6081</c:v>
                </c:pt>
                <c:pt idx="635">
                  <c:v>6021</c:v>
                </c:pt>
                <c:pt idx="636">
                  <c:v>6014</c:v>
                </c:pt>
                <c:pt idx="637">
                  <c:v>6009</c:v>
                </c:pt>
                <c:pt idx="638">
                  <c:v>6014</c:v>
                </c:pt>
                <c:pt idx="639">
                  <c:v>6012</c:v>
                </c:pt>
                <c:pt idx="640">
                  <c:v>6025</c:v>
                </c:pt>
                <c:pt idx="641">
                  <c:v>6017</c:v>
                </c:pt>
                <c:pt idx="642">
                  <c:v>6012</c:v>
                </c:pt>
                <c:pt idx="643">
                  <c:v>6011</c:v>
                </c:pt>
                <c:pt idx="644">
                  <c:v>6021</c:v>
                </c:pt>
                <c:pt idx="645">
                  <c:v>6009</c:v>
                </c:pt>
                <c:pt idx="646">
                  <c:v>6008</c:v>
                </c:pt>
                <c:pt idx="647">
                  <c:v>6012</c:v>
                </c:pt>
                <c:pt idx="648">
                  <c:v>6157</c:v>
                </c:pt>
                <c:pt idx="649">
                  <c:v>6074</c:v>
                </c:pt>
                <c:pt idx="650">
                  <c:v>6154</c:v>
                </c:pt>
                <c:pt idx="651">
                  <c:v>6092</c:v>
                </c:pt>
                <c:pt idx="652">
                  <c:v>6157</c:v>
                </c:pt>
                <c:pt idx="653">
                  <c:v>6154</c:v>
                </c:pt>
                <c:pt idx="654">
                  <c:v>6153</c:v>
                </c:pt>
                <c:pt idx="655">
                  <c:v>6218</c:v>
                </c:pt>
                <c:pt idx="656">
                  <c:v>6219</c:v>
                </c:pt>
                <c:pt idx="657">
                  <c:v>6213</c:v>
                </c:pt>
                <c:pt idx="658">
                  <c:v>6227</c:v>
                </c:pt>
                <c:pt idx="659">
                  <c:v>6242.9230769230771</c:v>
                </c:pt>
                <c:pt idx="660">
                  <c:v>6258.8461538461543</c:v>
                </c:pt>
                <c:pt idx="661">
                  <c:v>6274.7692307692305</c:v>
                </c:pt>
                <c:pt idx="662">
                  <c:v>6290.6923076923076</c:v>
                </c:pt>
                <c:pt idx="663">
                  <c:v>6306.6153846153848</c:v>
                </c:pt>
                <c:pt idx="664">
                  <c:v>6322.5384615384619</c:v>
                </c:pt>
                <c:pt idx="665">
                  <c:v>6338.4615384615381</c:v>
                </c:pt>
                <c:pt idx="666">
                  <c:v>6354.3846153846152</c:v>
                </c:pt>
                <c:pt idx="667">
                  <c:v>6370.3076923076924</c:v>
                </c:pt>
                <c:pt idx="668">
                  <c:v>6386.2307692307695</c:v>
                </c:pt>
                <c:pt idx="669">
                  <c:v>6402.1538461538457</c:v>
                </c:pt>
                <c:pt idx="670">
                  <c:v>6418.0769230769229</c:v>
                </c:pt>
                <c:pt idx="671">
                  <c:v>6434</c:v>
                </c:pt>
                <c:pt idx="672">
                  <c:v>6434</c:v>
                </c:pt>
                <c:pt idx="673">
                  <c:v>6440</c:v>
                </c:pt>
                <c:pt idx="674">
                  <c:v>6442</c:v>
                </c:pt>
                <c:pt idx="675">
                  <c:v>6441</c:v>
                </c:pt>
                <c:pt idx="676">
                  <c:v>6425</c:v>
                </c:pt>
                <c:pt idx="677">
                  <c:v>6436</c:v>
                </c:pt>
                <c:pt idx="678">
                  <c:v>6436</c:v>
                </c:pt>
                <c:pt idx="679">
                  <c:v>6436</c:v>
                </c:pt>
                <c:pt idx="680">
                  <c:v>6433</c:v>
                </c:pt>
                <c:pt idx="681">
                  <c:v>6433</c:v>
                </c:pt>
                <c:pt idx="682">
                  <c:v>6440</c:v>
                </c:pt>
                <c:pt idx="683">
                  <c:v>6444</c:v>
                </c:pt>
                <c:pt idx="684">
                  <c:v>6515</c:v>
                </c:pt>
                <c:pt idx="685">
                  <c:v>6521</c:v>
                </c:pt>
                <c:pt idx="686">
                  <c:v>6514</c:v>
                </c:pt>
                <c:pt idx="687">
                  <c:v>6516</c:v>
                </c:pt>
                <c:pt idx="688">
                  <c:v>6593</c:v>
                </c:pt>
                <c:pt idx="689">
                  <c:v>6579</c:v>
                </c:pt>
                <c:pt idx="690">
                  <c:v>6582</c:v>
                </c:pt>
                <c:pt idx="691">
                  <c:v>6573</c:v>
                </c:pt>
                <c:pt idx="692">
                  <c:v>6659</c:v>
                </c:pt>
                <c:pt idx="693">
                  <c:v>6571</c:v>
                </c:pt>
                <c:pt idx="694">
                  <c:v>6660</c:v>
                </c:pt>
                <c:pt idx="695">
                  <c:v>6660</c:v>
                </c:pt>
                <c:pt idx="696">
                  <c:v>6663</c:v>
                </c:pt>
                <c:pt idx="697">
                  <c:v>6723</c:v>
                </c:pt>
                <c:pt idx="698">
                  <c:v>6739</c:v>
                </c:pt>
                <c:pt idx="699">
                  <c:v>6727</c:v>
                </c:pt>
                <c:pt idx="700">
                  <c:v>6739</c:v>
                </c:pt>
                <c:pt idx="701">
                  <c:v>6797</c:v>
                </c:pt>
                <c:pt idx="702">
                  <c:v>6725</c:v>
                </c:pt>
                <c:pt idx="703">
                  <c:v>6807</c:v>
                </c:pt>
                <c:pt idx="704">
                  <c:v>6806</c:v>
                </c:pt>
                <c:pt idx="705">
                  <c:v>6872</c:v>
                </c:pt>
                <c:pt idx="706">
                  <c:v>6870</c:v>
                </c:pt>
                <c:pt idx="707">
                  <c:v>6928</c:v>
                </c:pt>
                <c:pt idx="708">
                  <c:v>6867</c:v>
                </c:pt>
                <c:pt idx="709">
                  <c:v>6861</c:v>
                </c:pt>
                <c:pt idx="710">
                  <c:v>6939</c:v>
                </c:pt>
                <c:pt idx="711">
                  <c:v>7020</c:v>
                </c:pt>
                <c:pt idx="712">
                  <c:v>6948</c:v>
                </c:pt>
                <c:pt idx="713">
                  <c:v>6948</c:v>
                </c:pt>
                <c:pt idx="714">
                  <c:v>6939</c:v>
                </c:pt>
                <c:pt idx="715">
                  <c:v>7025</c:v>
                </c:pt>
                <c:pt idx="716">
                  <c:v>6953</c:v>
                </c:pt>
                <c:pt idx="717">
                  <c:v>6944</c:v>
                </c:pt>
                <c:pt idx="718">
                  <c:v>7035</c:v>
                </c:pt>
                <c:pt idx="719">
                  <c:v>6880</c:v>
                </c:pt>
                <c:pt idx="720">
                  <c:v>6881</c:v>
                </c:pt>
                <c:pt idx="721">
                  <c:v>6958</c:v>
                </c:pt>
                <c:pt idx="722">
                  <c:v>6955</c:v>
                </c:pt>
                <c:pt idx="723">
                  <c:v>6877</c:v>
                </c:pt>
                <c:pt idx="724">
                  <c:v>6951</c:v>
                </c:pt>
                <c:pt idx="725">
                  <c:v>6959</c:v>
                </c:pt>
                <c:pt idx="726">
                  <c:v>6947</c:v>
                </c:pt>
                <c:pt idx="727">
                  <c:v>6959</c:v>
                </c:pt>
                <c:pt idx="728">
                  <c:v>6959</c:v>
                </c:pt>
                <c:pt idx="729">
                  <c:v>6964</c:v>
                </c:pt>
                <c:pt idx="730">
                  <c:v>6958</c:v>
                </c:pt>
                <c:pt idx="731">
                  <c:v>6958</c:v>
                </c:pt>
                <c:pt idx="732">
                  <c:v>6961</c:v>
                </c:pt>
                <c:pt idx="733">
                  <c:v>7030</c:v>
                </c:pt>
                <c:pt idx="734">
                  <c:v>6954</c:v>
                </c:pt>
                <c:pt idx="735">
                  <c:v>6958</c:v>
                </c:pt>
                <c:pt idx="736">
                  <c:v>6952</c:v>
                </c:pt>
                <c:pt idx="737">
                  <c:v>6949</c:v>
                </c:pt>
                <c:pt idx="738">
                  <c:v>6954</c:v>
                </c:pt>
                <c:pt idx="739">
                  <c:v>6946</c:v>
                </c:pt>
                <c:pt idx="740">
                  <c:v>6960</c:v>
                </c:pt>
                <c:pt idx="741">
                  <c:v>6962</c:v>
                </c:pt>
                <c:pt idx="742">
                  <c:v>7029</c:v>
                </c:pt>
                <c:pt idx="743">
                  <c:v>6956</c:v>
                </c:pt>
                <c:pt idx="744">
                  <c:v>6961</c:v>
                </c:pt>
                <c:pt idx="745">
                  <c:v>6962</c:v>
                </c:pt>
                <c:pt idx="746">
                  <c:v>6952</c:v>
                </c:pt>
                <c:pt idx="747">
                  <c:v>6955</c:v>
                </c:pt>
                <c:pt idx="748">
                  <c:v>6957</c:v>
                </c:pt>
                <c:pt idx="749">
                  <c:v>6955</c:v>
                </c:pt>
                <c:pt idx="750">
                  <c:v>6954</c:v>
                </c:pt>
                <c:pt idx="751">
                  <c:v>7026</c:v>
                </c:pt>
                <c:pt idx="752">
                  <c:v>6959</c:v>
                </c:pt>
                <c:pt idx="753">
                  <c:v>7031</c:v>
                </c:pt>
                <c:pt idx="754">
                  <c:v>6961</c:v>
                </c:pt>
                <c:pt idx="755">
                  <c:v>7029</c:v>
                </c:pt>
                <c:pt idx="756">
                  <c:v>7027</c:v>
                </c:pt>
                <c:pt idx="757">
                  <c:v>6961</c:v>
                </c:pt>
                <c:pt idx="758">
                  <c:v>7027</c:v>
                </c:pt>
                <c:pt idx="759">
                  <c:v>7020</c:v>
                </c:pt>
                <c:pt idx="760">
                  <c:v>7036</c:v>
                </c:pt>
                <c:pt idx="761">
                  <c:v>7029</c:v>
                </c:pt>
                <c:pt idx="762">
                  <c:v>7025</c:v>
                </c:pt>
                <c:pt idx="763">
                  <c:v>7030</c:v>
                </c:pt>
                <c:pt idx="764">
                  <c:v>7023</c:v>
                </c:pt>
                <c:pt idx="765">
                  <c:v>7016</c:v>
                </c:pt>
                <c:pt idx="766">
                  <c:v>7018</c:v>
                </c:pt>
                <c:pt idx="767">
                  <c:v>7028</c:v>
                </c:pt>
                <c:pt idx="768">
                  <c:v>7013</c:v>
                </c:pt>
                <c:pt idx="769">
                  <c:v>7023</c:v>
                </c:pt>
                <c:pt idx="770">
                  <c:v>7017</c:v>
                </c:pt>
                <c:pt idx="771">
                  <c:v>7016</c:v>
                </c:pt>
                <c:pt idx="772">
                  <c:v>7087</c:v>
                </c:pt>
                <c:pt idx="773">
                  <c:v>7012</c:v>
                </c:pt>
                <c:pt idx="774">
                  <c:v>7015</c:v>
                </c:pt>
                <c:pt idx="775">
                  <c:v>7093</c:v>
                </c:pt>
                <c:pt idx="776">
                  <c:v>7090</c:v>
                </c:pt>
                <c:pt idx="777">
                  <c:v>7171</c:v>
                </c:pt>
                <c:pt idx="778">
                  <c:v>7090</c:v>
                </c:pt>
                <c:pt idx="779">
                  <c:v>7092</c:v>
                </c:pt>
                <c:pt idx="780">
                  <c:v>7095</c:v>
                </c:pt>
                <c:pt idx="781">
                  <c:v>7081</c:v>
                </c:pt>
                <c:pt idx="782">
                  <c:v>7088</c:v>
                </c:pt>
                <c:pt idx="783">
                  <c:v>7089</c:v>
                </c:pt>
                <c:pt idx="784">
                  <c:v>7088</c:v>
                </c:pt>
                <c:pt idx="785">
                  <c:v>7087</c:v>
                </c:pt>
                <c:pt idx="786">
                  <c:v>7156</c:v>
                </c:pt>
                <c:pt idx="787">
                  <c:v>7086</c:v>
                </c:pt>
                <c:pt idx="788">
                  <c:v>7080</c:v>
                </c:pt>
                <c:pt idx="789">
                  <c:v>7090</c:v>
                </c:pt>
                <c:pt idx="790">
                  <c:v>7096</c:v>
                </c:pt>
                <c:pt idx="791">
                  <c:v>7172</c:v>
                </c:pt>
                <c:pt idx="792">
                  <c:v>7174</c:v>
                </c:pt>
                <c:pt idx="793">
                  <c:v>7169</c:v>
                </c:pt>
                <c:pt idx="794">
                  <c:v>7237</c:v>
                </c:pt>
                <c:pt idx="795">
                  <c:v>7247</c:v>
                </c:pt>
                <c:pt idx="796">
                  <c:v>7251</c:v>
                </c:pt>
                <c:pt idx="797">
                  <c:v>7250</c:v>
                </c:pt>
                <c:pt idx="798">
                  <c:v>7174</c:v>
                </c:pt>
                <c:pt idx="799">
                  <c:v>7247</c:v>
                </c:pt>
                <c:pt idx="800">
                  <c:v>7243</c:v>
                </c:pt>
                <c:pt idx="801">
                  <c:v>7162</c:v>
                </c:pt>
                <c:pt idx="802">
                  <c:v>7243</c:v>
                </c:pt>
                <c:pt idx="803">
                  <c:v>7167</c:v>
                </c:pt>
                <c:pt idx="804">
                  <c:v>7172</c:v>
                </c:pt>
                <c:pt idx="805">
                  <c:v>7169</c:v>
                </c:pt>
                <c:pt idx="806">
                  <c:v>7247</c:v>
                </c:pt>
                <c:pt idx="807">
                  <c:v>7167</c:v>
                </c:pt>
                <c:pt idx="808">
                  <c:v>7166</c:v>
                </c:pt>
                <c:pt idx="809">
                  <c:v>7248</c:v>
                </c:pt>
                <c:pt idx="810">
                  <c:v>7175</c:v>
                </c:pt>
                <c:pt idx="811">
                  <c:v>7167</c:v>
                </c:pt>
                <c:pt idx="812">
                  <c:v>7169</c:v>
                </c:pt>
                <c:pt idx="813">
                  <c:v>7170</c:v>
                </c:pt>
                <c:pt idx="814">
                  <c:v>7170</c:v>
                </c:pt>
                <c:pt idx="815">
                  <c:v>7163</c:v>
                </c:pt>
                <c:pt idx="816">
                  <c:v>7165</c:v>
                </c:pt>
                <c:pt idx="817">
                  <c:v>7166</c:v>
                </c:pt>
                <c:pt idx="818">
                  <c:v>7165</c:v>
                </c:pt>
                <c:pt idx="819">
                  <c:v>7247</c:v>
                </c:pt>
                <c:pt idx="820">
                  <c:v>7169</c:v>
                </c:pt>
                <c:pt idx="821">
                  <c:v>7164</c:v>
                </c:pt>
                <c:pt idx="822">
                  <c:v>7168</c:v>
                </c:pt>
                <c:pt idx="823">
                  <c:v>7248</c:v>
                </c:pt>
                <c:pt idx="824">
                  <c:v>7165</c:v>
                </c:pt>
                <c:pt idx="825">
                  <c:v>7169</c:v>
                </c:pt>
                <c:pt idx="826">
                  <c:v>7175</c:v>
                </c:pt>
                <c:pt idx="827">
                  <c:v>7247</c:v>
                </c:pt>
                <c:pt idx="828">
                  <c:v>7253</c:v>
                </c:pt>
                <c:pt idx="829">
                  <c:v>7253</c:v>
                </c:pt>
                <c:pt idx="830">
                  <c:v>7182</c:v>
                </c:pt>
                <c:pt idx="831">
                  <c:v>7252</c:v>
                </c:pt>
                <c:pt idx="832">
                  <c:v>7246</c:v>
                </c:pt>
                <c:pt idx="833">
                  <c:v>7172</c:v>
                </c:pt>
                <c:pt idx="834">
                  <c:v>7254</c:v>
                </c:pt>
                <c:pt idx="835">
                  <c:v>7252</c:v>
                </c:pt>
                <c:pt idx="836">
                  <c:v>7251</c:v>
                </c:pt>
                <c:pt idx="837">
                  <c:v>7246</c:v>
                </c:pt>
                <c:pt idx="838">
                  <c:v>7256</c:v>
                </c:pt>
                <c:pt idx="839">
                  <c:v>7242</c:v>
                </c:pt>
                <c:pt idx="840">
                  <c:v>7249</c:v>
                </c:pt>
                <c:pt idx="841">
                  <c:v>7231</c:v>
                </c:pt>
                <c:pt idx="842">
                  <c:v>7244</c:v>
                </c:pt>
                <c:pt idx="843">
                  <c:v>7247</c:v>
                </c:pt>
                <c:pt idx="844">
                  <c:v>7246</c:v>
                </c:pt>
                <c:pt idx="845">
                  <c:v>7249</c:v>
                </c:pt>
                <c:pt idx="846">
                  <c:v>7243</c:v>
                </c:pt>
                <c:pt idx="847">
                  <c:v>7239</c:v>
                </c:pt>
                <c:pt idx="848">
                  <c:v>7239</c:v>
                </c:pt>
                <c:pt idx="849">
                  <c:v>7249</c:v>
                </c:pt>
                <c:pt idx="850">
                  <c:v>7249</c:v>
                </c:pt>
                <c:pt idx="851">
                  <c:v>7173</c:v>
                </c:pt>
                <c:pt idx="852">
                  <c:v>7242</c:v>
                </c:pt>
                <c:pt idx="853">
                  <c:v>7250</c:v>
                </c:pt>
                <c:pt idx="854">
                  <c:v>7249</c:v>
                </c:pt>
                <c:pt idx="855">
                  <c:v>7232</c:v>
                </c:pt>
                <c:pt idx="856">
                  <c:v>7250</c:v>
                </c:pt>
                <c:pt idx="857">
                  <c:v>7247</c:v>
                </c:pt>
                <c:pt idx="858">
                  <c:v>7249</c:v>
                </c:pt>
                <c:pt idx="859">
                  <c:v>7266.75</c:v>
                </c:pt>
                <c:pt idx="860">
                  <c:v>7284.5</c:v>
                </c:pt>
                <c:pt idx="861">
                  <c:v>7302.25</c:v>
                </c:pt>
                <c:pt idx="862">
                  <c:v>7320</c:v>
                </c:pt>
                <c:pt idx="863">
                  <c:v>7313</c:v>
                </c:pt>
                <c:pt idx="864">
                  <c:v>7321</c:v>
                </c:pt>
                <c:pt idx="865">
                  <c:v>7321</c:v>
                </c:pt>
                <c:pt idx="866">
                  <c:v>7319</c:v>
                </c:pt>
                <c:pt idx="867">
                  <c:v>7319</c:v>
                </c:pt>
                <c:pt idx="868">
                  <c:v>7321.5</c:v>
                </c:pt>
                <c:pt idx="869">
                  <c:v>7324</c:v>
                </c:pt>
                <c:pt idx="870">
                  <c:v>7320</c:v>
                </c:pt>
                <c:pt idx="871">
                  <c:v>7323</c:v>
                </c:pt>
                <c:pt idx="872">
                  <c:v>7326</c:v>
                </c:pt>
                <c:pt idx="873">
                  <c:v>7322</c:v>
                </c:pt>
                <c:pt idx="874">
                  <c:v>7318</c:v>
                </c:pt>
                <c:pt idx="875">
                  <c:v>7322</c:v>
                </c:pt>
                <c:pt idx="876">
                  <c:v>7318.5</c:v>
                </c:pt>
                <c:pt idx="877">
                  <c:v>7315</c:v>
                </c:pt>
                <c:pt idx="878">
                  <c:v>7318</c:v>
                </c:pt>
                <c:pt idx="879">
                  <c:v>7321</c:v>
                </c:pt>
                <c:pt idx="880">
                  <c:v>7314</c:v>
                </c:pt>
                <c:pt idx="881">
                  <c:v>7277</c:v>
                </c:pt>
                <c:pt idx="882">
                  <c:v>7240</c:v>
                </c:pt>
                <c:pt idx="883">
                  <c:v>7235</c:v>
                </c:pt>
                <c:pt idx="884">
                  <c:v>7236.5</c:v>
                </c:pt>
                <c:pt idx="885">
                  <c:v>7238</c:v>
                </c:pt>
                <c:pt idx="886">
                  <c:v>7240</c:v>
                </c:pt>
                <c:pt idx="887">
                  <c:v>7242.5</c:v>
                </c:pt>
                <c:pt idx="888">
                  <c:v>7245</c:v>
                </c:pt>
                <c:pt idx="889">
                  <c:v>7239</c:v>
                </c:pt>
                <c:pt idx="890">
                  <c:v>7239</c:v>
                </c:pt>
                <c:pt idx="891">
                  <c:v>7239</c:v>
                </c:pt>
                <c:pt idx="892">
                  <c:v>7239</c:v>
                </c:pt>
                <c:pt idx="893">
                  <c:v>7236.5</c:v>
                </c:pt>
                <c:pt idx="894">
                  <c:v>7234</c:v>
                </c:pt>
                <c:pt idx="895">
                  <c:v>7236</c:v>
                </c:pt>
                <c:pt idx="896">
                  <c:v>7240.5</c:v>
                </c:pt>
                <c:pt idx="897">
                  <c:v>7245</c:v>
                </c:pt>
                <c:pt idx="898">
                  <c:v>7235</c:v>
                </c:pt>
                <c:pt idx="899">
                  <c:v>7237</c:v>
                </c:pt>
                <c:pt idx="900">
                  <c:v>7235</c:v>
                </c:pt>
                <c:pt idx="901">
                  <c:v>7235</c:v>
                </c:pt>
                <c:pt idx="902">
                  <c:v>7238</c:v>
                </c:pt>
                <c:pt idx="903">
                  <c:v>7236</c:v>
                </c:pt>
                <c:pt idx="904">
                  <c:v>7237</c:v>
                </c:pt>
                <c:pt idx="905">
                  <c:v>7238</c:v>
                </c:pt>
                <c:pt idx="906">
                  <c:v>7155</c:v>
                </c:pt>
                <c:pt idx="907">
                  <c:v>7238</c:v>
                </c:pt>
                <c:pt idx="908">
                  <c:v>7240</c:v>
                </c:pt>
                <c:pt idx="909">
                  <c:v>7157</c:v>
                </c:pt>
                <c:pt idx="910">
                  <c:v>7239</c:v>
                </c:pt>
                <c:pt idx="911">
                  <c:v>7232</c:v>
                </c:pt>
                <c:pt idx="912">
                  <c:v>7238</c:v>
                </c:pt>
                <c:pt idx="913">
                  <c:v>7160</c:v>
                </c:pt>
                <c:pt idx="914">
                  <c:v>7152</c:v>
                </c:pt>
                <c:pt idx="915">
                  <c:v>7158</c:v>
                </c:pt>
                <c:pt idx="916">
                  <c:v>7150</c:v>
                </c:pt>
                <c:pt idx="917">
                  <c:v>7163</c:v>
                </c:pt>
                <c:pt idx="918">
                  <c:v>7149</c:v>
                </c:pt>
                <c:pt idx="919">
                  <c:v>7160</c:v>
                </c:pt>
                <c:pt idx="920">
                  <c:v>7157</c:v>
                </c:pt>
                <c:pt idx="921">
                  <c:v>7163</c:v>
                </c:pt>
                <c:pt idx="922">
                  <c:v>7167</c:v>
                </c:pt>
                <c:pt idx="923">
                  <c:v>7167</c:v>
                </c:pt>
                <c:pt idx="924">
                  <c:v>7152</c:v>
                </c:pt>
                <c:pt idx="925">
                  <c:v>7159</c:v>
                </c:pt>
                <c:pt idx="926">
                  <c:v>7152</c:v>
                </c:pt>
                <c:pt idx="927">
                  <c:v>7159</c:v>
                </c:pt>
                <c:pt idx="928">
                  <c:v>7156</c:v>
                </c:pt>
                <c:pt idx="929">
                  <c:v>7163</c:v>
                </c:pt>
                <c:pt idx="930">
                  <c:v>7152</c:v>
                </c:pt>
                <c:pt idx="931">
                  <c:v>7150</c:v>
                </c:pt>
                <c:pt idx="932">
                  <c:v>7155</c:v>
                </c:pt>
                <c:pt idx="933">
                  <c:v>7158</c:v>
                </c:pt>
                <c:pt idx="934">
                  <c:v>7154</c:v>
                </c:pt>
                <c:pt idx="935">
                  <c:v>7156</c:v>
                </c:pt>
                <c:pt idx="936">
                  <c:v>7155</c:v>
                </c:pt>
                <c:pt idx="937">
                  <c:v>7152</c:v>
                </c:pt>
                <c:pt idx="938">
                  <c:v>7166</c:v>
                </c:pt>
                <c:pt idx="939">
                  <c:v>7163</c:v>
                </c:pt>
                <c:pt idx="940">
                  <c:v>7155</c:v>
                </c:pt>
                <c:pt idx="941">
                  <c:v>7155</c:v>
                </c:pt>
                <c:pt idx="942">
                  <c:v>7081</c:v>
                </c:pt>
                <c:pt idx="943">
                  <c:v>7163</c:v>
                </c:pt>
                <c:pt idx="944">
                  <c:v>7162</c:v>
                </c:pt>
                <c:pt idx="945">
                  <c:v>7159</c:v>
                </c:pt>
                <c:pt idx="946">
                  <c:v>7155</c:v>
                </c:pt>
                <c:pt idx="947">
                  <c:v>7148</c:v>
                </c:pt>
                <c:pt idx="948">
                  <c:v>7169</c:v>
                </c:pt>
                <c:pt idx="949">
                  <c:v>7152</c:v>
                </c:pt>
                <c:pt idx="950">
                  <c:v>7159</c:v>
                </c:pt>
                <c:pt idx="951">
                  <c:v>7159</c:v>
                </c:pt>
                <c:pt idx="952">
                  <c:v>7145</c:v>
                </c:pt>
                <c:pt idx="953">
                  <c:v>7153</c:v>
                </c:pt>
                <c:pt idx="954">
                  <c:v>7073</c:v>
                </c:pt>
                <c:pt idx="955">
                  <c:v>7152</c:v>
                </c:pt>
                <c:pt idx="956">
                  <c:v>7160</c:v>
                </c:pt>
                <c:pt idx="957">
                  <c:v>7076</c:v>
                </c:pt>
                <c:pt idx="958">
                  <c:v>7150</c:v>
                </c:pt>
                <c:pt idx="959">
                  <c:v>7161</c:v>
                </c:pt>
                <c:pt idx="960">
                  <c:v>7163</c:v>
                </c:pt>
                <c:pt idx="961">
                  <c:v>7075</c:v>
                </c:pt>
                <c:pt idx="962">
                  <c:v>7145</c:v>
                </c:pt>
                <c:pt idx="963">
                  <c:v>7077</c:v>
                </c:pt>
                <c:pt idx="964">
                  <c:v>7156</c:v>
                </c:pt>
                <c:pt idx="965">
                  <c:v>7073</c:v>
                </c:pt>
                <c:pt idx="966">
                  <c:v>7085</c:v>
                </c:pt>
                <c:pt idx="967">
                  <c:v>7142</c:v>
                </c:pt>
                <c:pt idx="968">
                  <c:v>7082</c:v>
                </c:pt>
                <c:pt idx="969">
                  <c:v>7084</c:v>
                </c:pt>
                <c:pt idx="970">
                  <c:v>7076</c:v>
                </c:pt>
                <c:pt idx="971">
                  <c:v>7000</c:v>
                </c:pt>
                <c:pt idx="972">
                  <c:v>7002</c:v>
                </c:pt>
                <c:pt idx="973">
                  <c:v>7084</c:v>
                </c:pt>
                <c:pt idx="974">
                  <c:v>6998</c:v>
                </c:pt>
                <c:pt idx="975">
                  <c:v>7093</c:v>
                </c:pt>
                <c:pt idx="976">
                  <c:v>7075</c:v>
                </c:pt>
                <c:pt idx="977">
                  <c:v>7075</c:v>
                </c:pt>
                <c:pt idx="978">
                  <c:v>7070</c:v>
                </c:pt>
                <c:pt idx="979">
                  <c:v>7084</c:v>
                </c:pt>
                <c:pt idx="980">
                  <c:v>7070</c:v>
                </c:pt>
                <c:pt idx="981">
                  <c:v>6992</c:v>
                </c:pt>
                <c:pt idx="982">
                  <c:v>7073</c:v>
                </c:pt>
                <c:pt idx="983">
                  <c:v>7078</c:v>
                </c:pt>
                <c:pt idx="984">
                  <c:v>7072</c:v>
                </c:pt>
                <c:pt idx="985">
                  <c:v>7070</c:v>
                </c:pt>
                <c:pt idx="986">
                  <c:v>7077</c:v>
                </c:pt>
                <c:pt idx="987">
                  <c:v>7094</c:v>
                </c:pt>
                <c:pt idx="988">
                  <c:v>7080</c:v>
                </c:pt>
                <c:pt idx="989">
                  <c:v>7068</c:v>
                </c:pt>
                <c:pt idx="990">
                  <c:v>7014</c:v>
                </c:pt>
                <c:pt idx="991">
                  <c:v>7085</c:v>
                </c:pt>
                <c:pt idx="992">
                  <c:v>7085</c:v>
                </c:pt>
                <c:pt idx="993">
                  <c:v>7082</c:v>
                </c:pt>
                <c:pt idx="994">
                  <c:v>7078</c:v>
                </c:pt>
                <c:pt idx="995">
                  <c:v>7079</c:v>
                </c:pt>
                <c:pt idx="996">
                  <c:v>7081</c:v>
                </c:pt>
                <c:pt idx="997">
                  <c:v>7087</c:v>
                </c:pt>
                <c:pt idx="998">
                  <c:v>7085</c:v>
                </c:pt>
                <c:pt idx="999">
                  <c:v>7090</c:v>
                </c:pt>
                <c:pt idx="1000">
                  <c:v>7157</c:v>
                </c:pt>
                <c:pt idx="1001">
                  <c:v>7079</c:v>
                </c:pt>
                <c:pt idx="1002">
                  <c:v>7151</c:v>
                </c:pt>
                <c:pt idx="1003">
                  <c:v>7076</c:v>
                </c:pt>
                <c:pt idx="1004">
                  <c:v>7098</c:v>
                </c:pt>
                <c:pt idx="1005">
                  <c:v>7147</c:v>
                </c:pt>
                <c:pt idx="1006">
                  <c:v>7071</c:v>
                </c:pt>
                <c:pt idx="1007">
                  <c:v>7075</c:v>
                </c:pt>
                <c:pt idx="1008">
                  <c:v>7077</c:v>
                </c:pt>
                <c:pt idx="1009">
                  <c:v>7082</c:v>
                </c:pt>
                <c:pt idx="1010">
                  <c:v>7074</c:v>
                </c:pt>
                <c:pt idx="1011">
                  <c:v>7073</c:v>
                </c:pt>
                <c:pt idx="1012">
                  <c:v>7077</c:v>
                </c:pt>
                <c:pt idx="1013">
                  <c:v>7079</c:v>
                </c:pt>
                <c:pt idx="1014">
                  <c:v>7158</c:v>
                </c:pt>
                <c:pt idx="1015">
                  <c:v>7151</c:v>
                </c:pt>
                <c:pt idx="1016">
                  <c:v>7157</c:v>
                </c:pt>
                <c:pt idx="1017">
                  <c:v>7159</c:v>
                </c:pt>
                <c:pt idx="1018">
                  <c:v>7077</c:v>
                </c:pt>
                <c:pt idx="1019">
                  <c:v>7073</c:v>
                </c:pt>
              </c:numCache>
            </c:numRef>
          </c:val>
          <c:smooth val="0"/>
          <c:extLst>
            <c:ext xmlns:c16="http://schemas.microsoft.com/office/drawing/2014/chart" uri="{C3380CC4-5D6E-409C-BE32-E72D297353CC}">
              <c16:uniqueId val="{00000002-AEED-4624-8CC9-B5CA3325BBD1}"/>
            </c:ext>
          </c:extLst>
        </c:ser>
        <c:dLbls>
          <c:showLegendKey val="0"/>
          <c:showVal val="0"/>
          <c:showCatName val="0"/>
          <c:showSerName val="0"/>
          <c:showPercent val="0"/>
          <c:showBubbleSize val="0"/>
        </c:dLbls>
        <c:marker val="1"/>
        <c:smooth val="0"/>
        <c:axId val="639009728"/>
        <c:axId val="639010448"/>
        <c:extLst>
          <c:ext xmlns:c15="http://schemas.microsoft.com/office/drawing/2012/chart" uri="{02D57815-91ED-43cb-92C2-25804820EDAC}">
            <c15:filteredLineSeries>
              <c15:ser>
                <c:idx val="3"/>
                <c:order val="3"/>
                <c:tx>
                  <c:strRef>
                    <c:extLst>
                      <c:ext uri="{02D57815-91ED-43cb-92C2-25804820EDAC}">
                        <c15:formulaRef>
                          <c15:sqref>発表用!$B:$B</c15:sqref>
                        </c15:formulaRef>
                      </c:ext>
                    </c:extLst>
                    <c:strCache>
                      <c:ptCount val="1048576"/>
                      <c:pt idx="0">
                        <c:v>経過時間</c:v>
                      </c:pt>
                      <c:pt idx="1">
                        <c:v>[ms]</c:v>
                      </c:pt>
                      <c:pt idx="2">
                        <c:v>2448</c:v>
                      </c:pt>
                      <c:pt idx="3">
                        <c:v>2482</c:v>
                      </c:pt>
                      <c:pt idx="4">
                        <c:v>2515</c:v>
                      </c:pt>
                      <c:pt idx="5">
                        <c:v>2548</c:v>
                      </c:pt>
                      <c:pt idx="6">
                        <c:v>2582</c:v>
                      </c:pt>
                      <c:pt idx="7">
                        <c:v>2615</c:v>
                      </c:pt>
                      <c:pt idx="8">
                        <c:v>2648</c:v>
                      </c:pt>
                      <c:pt idx="9">
                        <c:v>2682</c:v>
                      </c:pt>
                      <c:pt idx="10">
                        <c:v>2715</c:v>
                      </c:pt>
                      <c:pt idx="11">
                        <c:v>2748</c:v>
                      </c:pt>
                      <c:pt idx="12">
                        <c:v>2782</c:v>
                      </c:pt>
                      <c:pt idx="13">
                        <c:v>2815</c:v>
                      </c:pt>
                      <c:pt idx="14">
                        <c:v>2848</c:v>
                      </c:pt>
                      <c:pt idx="15">
                        <c:v>2882</c:v>
                      </c:pt>
                      <c:pt idx="16">
                        <c:v>2915</c:v>
                      </c:pt>
                      <c:pt idx="17">
                        <c:v>2948</c:v>
                      </c:pt>
                      <c:pt idx="18">
                        <c:v>2982</c:v>
                      </c:pt>
                      <c:pt idx="19">
                        <c:v>3015</c:v>
                      </c:pt>
                      <c:pt idx="20">
                        <c:v>3048</c:v>
                      </c:pt>
                      <c:pt idx="21">
                        <c:v>3082</c:v>
                      </c:pt>
                      <c:pt idx="22">
                        <c:v>3115</c:v>
                      </c:pt>
                      <c:pt idx="23">
                        <c:v>3148</c:v>
                      </c:pt>
                      <c:pt idx="24">
                        <c:v>3182</c:v>
                      </c:pt>
                      <c:pt idx="25">
                        <c:v>3215</c:v>
                      </c:pt>
                      <c:pt idx="26">
                        <c:v>3248</c:v>
                      </c:pt>
                      <c:pt idx="27">
                        <c:v>3282</c:v>
                      </c:pt>
                      <c:pt idx="28">
                        <c:v>3315</c:v>
                      </c:pt>
                      <c:pt idx="29">
                        <c:v>3348</c:v>
                      </c:pt>
                      <c:pt idx="30">
                        <c:v>3382</c:v>
                      </c:pt>
                      <c:pt idx="31">
                        <c:v>3415</c:v>
                      </c:pt>
                      <c:pt idx="32">
                        <c:v>3448</c:v>
                      </c:pt>
                      <c:pt idx="33">
                        <c:v>3482</c:v>
                      </c:pt>
                      <c:pt idx="34">
                        <c:v>3515</c:v>
                      </c:pt>
                      <c:pt idx="35">
                        <c:v>3548</c:v>
                      </c:pt>
                      <c:pt idx="36">
                        <c:v>3582</c:v>
                      </c:pt>
                      <c:pt idx="37">
                        <c:v>3615</c:v>
                      </c:pt>
                      <c:pt idx="38">
                        <c:v>3648</c:v>
                      </c:pt>
                      <c:pt idx="39">
                        <c:v>3682</c:v>
                      </c:pt>
                      <c:pt idx="40">
                        <c:v>3715</c:v>
                      </c:pt>
                      <c:pt idx="41">
                        <c:v>3748</c:v>
                      </c:pt>
                      <c:pt idx="42">
                        <c:v>3782</c:v>
                      </c:pt>
                      <c:pt idx="43">
                        <c:v>3815</c:v>
                      </c:pt>
                      <c:pt idx="44">
                        <c:v>3848</c:v>
                      </c:pt>
                      <c:pt idx="45">
                        <c:v>3882</c:v>
                      </c:pt>
                      <c:pt idx="46">
                        <c:v>3915</c:v>
                      </c:pt>
                      <c:pt idx="47">
                        <c:v>3948</c:v>
                      </c:pt>
                      <c:pt idx="48">
                        <c:v>3982</c:v>
                      </c:pt>
                      <c:pt idx="49">
                        <c:v>4015</c:v>
                      </c:pt>
                      <c:pt idx="50">
                        <c:v>4048</c:v>
                      </c:pt>
                      <c:pt idx="51">
                        <c:v>4082</c:v>
                      </c:pt>
                      <c:pt idx="52">
                        <c:v>4115</c:v>
                      </c:pt>
                      <c:pt idx="53">
                        <c:v>4148</c:v>
                      </c:pt>
                      <c:pt idx="54">
                        <c:v>4182</c:v>
                      </c:pt>
                      <c:pt idx="55">
                        <c:v>4215</c:v>
                      </c:pt>
                      <c:pt idx="56">
                        <c:v>4248</c:v>
                      </c:pt>
                      <c:pt idx="57">
                        <c:v>4282</c:v>
                      </c:pt>
                      <c:pt idx="58">
                        <c:v>4315</c:v>
                      </c:pt>
                      <c:pt idx="59">
                        <c:v>4348</c:v>
                      </c:pt>
                      <c:pt idx="60">
                        <c:v>4382</c:v>
                      </c:pt>
                      <c:pt idx="61">
                        <c:v>4415</c:v>
                      </c:pt>
                      <c:pt idx="62">
                        <c:v>4448</c:v>
                      </c:pt>
                      <c:pt idx="63">
                        <c:v>4482</c:v>
                      </c:pt>
                      <c:pt idx="64">
                        <c:v>4515</c:v>
                      </c:pt>
                      <c:pt idx="65">
                        <c:v>4548</c:v>
                      </c:pt>
                      <c:pt idx="66">
                        <c:v>4582</c:v>
                      </c:pt>
                      <c:pt idx="67">
                        <c:v>4615</c:v>
                      </c:pt>
                      <c:pt idx="68">
                        <c:v>4648</c:v>
                      </c:pt>
                      <c:pt idx="69">
                        <c:v>4682</c:v>
                      </c:pt>
                      <c:pt idx="70">
                        <c:v>4715</c:v>
                      </c:pt>
                      <c:pt idx="71">
                        <c:v>4748</c:v>
                      </c:pt>
                      <c:pt idx="72">
                        <c:v>4782</c:v>
                      </c:pt>
                      <c:pt idx="73">
                        <c:v>4815</c:v>
                      </c:pt>
                      <c:pt idx="74">
                        <c:v>4848</c:v>
                      </c:pt>
                      <c:pt idx="75">
                        <c:v>4882</c:v>
                      </c:pt>
                      <c:pt idx="76">
                        <c:v>4915</c:v>
                      </c:pt>
                      <c:pt idx="77">
                        <c:v>4948</c:v>
                      </c:pt>
                      <c:pt idx="78">
                        <c:v>4982</c:v>
                      </c:pt>
                      <c:pt idx="79">
                        <c:v>5015</c:v>
                      </c:pt>
                      <c:pt idx="80">
                        <c:v>5048</c:v>
                      </c:pt>
                      <c:pt idx="81">
                        <c:v>5082</c:v>
                      </c:pt>
                      <c:pt idx="82">
                        <c:v>5115</c:v>
                      </c:pt>
                      <c:pt idx="83">
                        <c:v>5148</c:v>
                      </c:pt>
                      <c:pt idx="84">
                        <c:v>5182</c:v>
                      </c:pt>
                      <c:pt idx="85">
                        <c:v>5215</c:v>
                      </c:pt>
                      <c:pt idx="86">
                        <c:v>5248</c:v>
                      </c:pt>
                      <c:pt idx="87">
                        <c:v>5282</c:v>
                      </c:pt>
                      <c:pt idx="88">
                        <c:v>5315</c:v>
                      </c:pt>
                      <c:pt idx="89">
                        <c:v>5348</c:v>
                      </c:pt>
                      <c:pt idx="90">
                        <c:v>5382</c:v>
                      </c:pt>
                      <c:pt idx="91">
                        <c:v>5415</c:v>
                      </c:pt>
                      <c:pt idx="92">
                        <c:v>5448</c:v>
                      </c:pt>
                      <c:pt idx="93">
                        <c:v>5482</c:v>
                      </c:pt>
                      <c:pt idx="94">
                        <c:v>5515</c:v>
                      </c:pt>
                      <c:pt idx="95">
                        <c:v>5548</c:v>
                      </c:pt>
                      <c:pt idx="96">
                        <c:v>5582</c:v>
                      </c:pt>
                      <c:pt idx="97">
                        <c:v>5615</c:v>
                      </c:pt>
                      <c:pt idx="98">
                        <c:v>5648</c:v>
                      </c:pt>
                      <c:pt idx="99">
                        <c:v>5682</c:v>
                      </c:pt>
                      <c:pt idx="100">
                        <c:v>5715</c:v>
                      </c:pt>
                      <c:pt idx="101">
                        <c:v>5748</c:v>
                      </c:pt>
                      <c:pt idx="102">
                        <c:v>5782</c:v>
                      </c:pt>
                      <c:pt idx="103">
                        <c:v>5815</c:v>
                      </c:pt>
                      <c:pt idx="104">
                        <c:v>5848</c:v>
                      </c:pt>
                      <c:pt idx="105">
                        <c:v>5882</c:v>
                      </c:pt>
                      <c:pt idx="106">
                        <c:v>5915</c:v>
                      </c:pt>
                      <c:pt idx="107">
                        <c:v>5948</c:v>
                      </c:pt>
                      <c:pt idx="108">
                        <c:v>5982</c:v>
                      </c:pt>
                      <c:pt idx="109">
                        <c:v>6015</c:v>
                      </c:pt>
                      <c:pt idx="110">
                        <c:v>6048</c:v>
                      </c:pt>
                      <c:pt idx="111">
                        <c:v>6082</c:v>
                      </c:pt>
                      <c:pt idx="112">
                        <c:v>6115</c:v>
                      </c:pt>
                      <c:pt idx="113">
                        <c:v>6148</c:v>
                      </c:pt>
                      <c:pt idx="114">
                        <c:v>6182</c:v>
                      </c:pt>
                      <c:pt idx="115">
                        <c:v>6215</c:v>
                      </c:pt>
                      <c:pt idx="116">
                        <c:v>6248</c:v>
                      </c:pt>
                      <c:pt idx="117">
                        <c:v>6282</c:v>
                      </c:pt>
                      <c:pt idx="118">
                        <c:v>6315</c:v>
                      </c:pt>
                      <c:pt idx="119">
                        <c:v>6348</c:v>
                      </c:pt>
                      <c:pt idx="120">
                        <c:v>6382</c:v>
                      </c:pt>
                      <c:pt idx="121">
                        <c:v>6415</c:v>
                      </c:pt>
                      <c:pt idx="122">
                        <c:v>6448</c:v>
                      </c:pt>
                      <c:pt idx="123">
                        <c:v>6482</c:v>
                      </c:pt>
                      <c:pt idx="124">
                        <c:v>6515</c:v>
                      </c:pt>
                      <c:pt idx="125">
                        <c:v>6548</c:v>
                      </c:pt>
                      <c:pt idx="126">
                        <c:v>6582</c:v>
                      </c:pt>
                      <c:pt idx="127">
                        <c:v>6615</c:v>
                      </c:pt>
                      <c:pt idx="128">
                        <c:v>6648</c:v>
                      </c:pt>
                      <c:pt idx="129">
                        <c:v>6682</c:v>
                      </c:pt>
                      <c:pt idx="130">
                        <c:v>6715</c:v>
                      </c:pt>
                      <c:pt idx="131">
                        <c:v>6748</c:v>
                      </c:pt>
                      <c:pt idx="132">
                        <c:v>6782</c:v>
                      </c:pt>
                      <c:pt idx="133">
                        <c:v>6815</c:v>
                      </c:pt>
                      <c:pt idx="134">
                        <c:v>6848</c:v>
                      </c:pt>
                      <c:pt idx="135">
                        <c:v>6882</c:v>
                      </c:pt>
                      <c:pt idx="136">
                        <c:v>6915</c:v>
                      </c:pt>
                      <c:pt idx="137">
                        <c:v>6948</c:v>
                      </c:pt>
                      <c:pt idx="138">
                        <c:v>6982</c:v>
                      </c:pt>
                      <c:pt idx="139">
                        <c:v>7015</c:v>
                      </c:pt>
                      <c:pt idx="140">
                        <c:v>7048</c:v>
                      </c:pt>
                      <c:pt idx="141">
                        <c:v>7082</c:v>
                      </c:pt>
                      <c:pt idx="142">
                        <c:v>7115</c:v>
                      </c:pt>
                      <c:pt idx="143">
                        <c:v>7148</c:v>
                      </c:pt>
                      <c:pt idx="144">
                        <c:v>7182</c:v>
                      </c:pt>
                      <c:pt idx="145">
                        <c:v>7215</c:v>
                      </c:pt>
                      <c:pt idx="146">
                        <c:v>7248</c:v>
                      </c:pt>
                      <c:pt idx="147">
                        <c:v>7282</c:v>
                      </c:pt>
                      <c:pt idx="148">
                        <c:v>7315</c:v>
                      </c:pt>
                      <c:pt idx="149">
                        <c:v>7348</c:v>
                      </c:pt>
                      <c:pt idx="150">
                        <c:v>7382</c:v>
                      </c:pt>
                      <c:pt idx="151">
                        <c:v>7415</c:v>
                      </c:pt>
                      <c:pt idx="152">
                        <c:v>7448</c:v>
                      </c:pt>
                      <c:pt idx="153">
                        <c:v>7482</c:v>
                      </c:pt>
                      <c:pt idx="154">
                        <c:v>7515</c:v>
                      </c:pt>
                      <c:pt idx="155">
                        <c:v>7548</c:v>
                      </c:pt>
                      <c:pt idx="156">
                        <c:v>7582</c:v>
                      </c:pt>
                      <c:pt idx="157">
                        <c:v>7615</c:v>
                      </c:pt>
                      <c:pt idx="158">
                        <c:v>7648</c:v>
                      </c:pt>
                      <c:pt idx="159">
                        <c:v>7682</c:v>
                      </c:pt>
                      <c:pt idx="160">
                        <c:v>7715</c:v>
                      </c:pt>
                      <c:pt idx="161">
                        <c:v>7748</c:v>
                      </c:pt>
                      <c:pt idx="162">
                        <c:v>7782</c:v>
                      </c:pt>
                      <c:pt idx="163">
                        <c:v>7815</c:v>
                      </c:pt>
                      <c:pt idx="164">
                        <c:v>7848</c:v>
                      </c:pt>
                      <c:pt idx="165">
                        <c:v>7882</c:v>
                      </c:pt>
                      <c:pt idx="166">
                        <c:v>7915</c:v>
                      </c:pt>
                      <c:pt idx="167">
                        <c:v>7948</c:v>
                      </c:pt>
                      <c:pt idx="168">
                        <c:v>7982</c:v>
                      </c:pt>
                      <c:pt idx="169">
                        <c:v>8015</c:v>
                      </c:pt>
                      <c:pt idx="170">
                        <c:v>8048</c:v>
                      </c:pt>
                      <c:pt idx="171">
                        <c:v>8082</c:v>
                      </c:pt>
                      <c:pt idx="172">
                        <c:v>8115</c:v>
                      </c:pt>
                      <c:pt idx="173">
                        <c:v>8148</c:v>
                      </c:pt>
                      <c:pt idx="174">
                        <c:v>8182</c:v>
                      </c:pt>
                      <c:pt idx="175">
                        <c:v>8215</c:v>
                      </c:pt>
                      <c:pt idx="176">
                        <c:v>8248</c:v>
                      </c:pt>
                      <c:pt idx="177">
                        <c:v>8282</c:v>
                      </c:pt>
                      <c:pt idx="178">
                        <c:v>8315</c:v>
                      </c:pt>
                      <c:pt idx="179">
                        <c:v>8348</c:v>
                      </c:pt>
                      <c:pt idx="180">
                        <c:v>8382</c:v>
                      </c:pt>
                      <c:pt idx="181">
                        <c:v>8415</c:v>
                      </c:pt>
                      <c:pt idx="182">
                        <c:v>8448</c:v>
                      </c:pt>
                      <c:pt idx="183">
                        <c:v>8482</c:v>
                      </c:pt>
                      <c:pt idx="184">
                        <c:v>8515</c:v>
                      </c:pt>
                      <c:pt idx="185">
                        <c:v>8548</c:v>
                      </c:pt>
                      <c:pt idx="186">
                        <c:v>8582</c:v>
                      </c:pt>
                      <c:pt idx="187">
                        <c:v>8615</c:v>
                      </c:pt>
                      <c:pt idx="188">
                        <c:v>8648</c:v>
                      </c:pt>
                      <c:pt idx="189">
                        <c:v>8682</c:v>
                      </c:pt>
                      <c:pt idx="190">
                        <c:v>8715</c:v>
                      </c:pt>
                      <c:pt idx="191">
                        <c:v>8748</c:v>
                      </c:pt>
                      <c:pt idx="192">
                        <c:v>8782</c:v>
                      </c:pt>
                      <c:pt idx="193">
                        <c:v>8815</c:v>
                      </c:pt>
                      <c:pt idx="194">
                        <c:v>8848</c:v>
                      </c:pt>
                      <c:pt idx="195">
                        <c:v>8882</c:v>
                      </c:pt>
                      <c:pt idx="196">
                        <c:v>8915</c:v>
                      </c:pt>
                      <c:pt idx="197">
                        <c:v>8948</c:v>
                      </c:pt>
                      <c:pt idx="198">
                        <c:v>8982</c:v>
                      </c:pt>
                      <c:pt idx="199">
                        <c:v>9015</c:v>
                      </c:pt>
                      <c:pt idx="200">
                        <c:v>9048</c:v>
                      </c:pt>
                      <c:pt idx="201">
                        <c:v>9082</c:v>
                      </c:pt>
                      <c:pt idx="202">
                        <c:v>9115</c:v>
                      </c:pt>
                      <c:pt idx="203">
                        <c:v>9148</c:v>
                      </c:pt>
                      <c:pt idx="204">
                        <c:v>9182</c:v>
                      </c:pt>
                      <c:pt idx="205">
                        <c:v>9215</c:v>
                      </c:pt>
                      <c:pt idx="206">
                        <c:v>9248</c:v>
                      </c:pt>
                      <c:pt idx="207">
                        <c:v>9282</c:v>
                      </c:pt>
                      <c:pt idx="208">
                        <c:v>9315</c:v>
                      </c:pt>
                      <c:pt idx="209">
                        <c:v>9348</c:v>
                      </c:pt>
                      <c:pt idx="210">
                        <c:v>9382</c:v>
                      </c:pt>
                      <c:pt idx="211">
                        <c:v>9415</c:v>
                      </c:pt>
                      <c:pt idx="212">
                        <c:v>9448</c:v>
                      </c:pt>
                      <c:pt idx="213">
                        <c:v>9482</c:v>
                      </c:pt>
                      <c:pt idx="214">
                        <c:v>9515</c:v>
                      </c:pt>
                      <c:pt idx="215">
                        <c:v>9549</c:v>
                      </c:pt>
                      <c:pt idx="216">
                        <c:v>9582</c:v>
                      </c:pt>
                      <c:pt idx="217">
                        <c:v>9615</c:v>
                      </c:pt>
                      <c:pt idx="218">
                        <c:v>9649</c:v>
                      </c:pt>
                      <c:pt idx="219">
                        <c:v>9682</c:v>
                      </c:pt>
                      <c:pt idx="220">
                        <c:v>9715</c:v>
                      </c:pt>
                      <c:pt idx="221">
                        <c:v>9749</c:v>
                      </c:pt>
                      <c:pt idx="222">
                        <c:v>9782</c:v>
                      </c:pt>
                      <c:pt idx="223">
                        <c:v>9815</c:v>
                      </c:pt>
                      <c:pt idx="224">
                        <c:v>9849</c:v>
                      </c:pt>
                      <c:pt idx="225">
                        <c:v>9882</c:v>
                      </c:pt>
                      <c:pt idx="226">
                        <c:v>9915</c:v>
                      </c:pt>
                      <c:pt idx="227">
                        <c:v>9949</c:v>
                      </c:pt>
                      <c:pt idx="228">
                        <c:v>9982</c:v>
                      </c:pt>
                      <c:pt idx="229">
                        <c:v>10015</c:v>
                      </c:pt>
                      <c:pt idx="230">
                        <c:v>10049</c:v>
                      </c:pt>
                      <c:pt idx="231">
                        <c:v>10082</c:v>
                      </c:pt>
                      <c:pt idx="232">
                        <c:v>10115</c:v>
                      </c:pt>
                      <c:pt idx="233">
                        <c:v>10149</c:v>
                      </c:pt>
                      <c:pt idx="234">
                        <c:v>10182</c:v>
                      </c:pt>
                      <c:pt idx="235">
                        <c:v>10215</c:v>
                      </c:pt>
                      <c:pt idx="236">
                        <c:v>10249</c:v>
                      </c:pt>
                      <c:pt idx="237">
                        <c:v>10282</c:v>
                      </c:pt>
                      <c:pt idx="238">
                        <c:v>10315</c:v>
                      </c:pt>
                      <c:pt idx="239">
                        <c:v>10349</c:v>
                      </c:pt>
                      <c:pt idx="240">
                        <c:v>10382</c:v>
                      </c:pt>
                      <c:pt idx="241">
                        <c:v>10415</c:v>
                      </c:pt>
                      <c:pt idx="242">
                        <c:v>10449</c:v>
                      </c:pt>
                      <c:pt idx="243">
                        <c:v>10482</c:v>
                      </c:pt>
                      <c:pt idx="244">
                        <c:v>10515</c:v>
                      </c:pt>
                      <c:pt idx="245">
                        <c:v>10549</c:v>
                      </c:pt>
                      <c:pt idx="246">
                        <c:v>10582</c:v>
                      </c:pt>
                      <c:pt idx="247">
                        <c:v>10615</c:v>
                      </c:pt>
                      <c:pt idx="248">
                        <c:v>10649</c:v>
                      </c:pt>
                      <c:pt idx="249">
                        <c:v>10682</c:v>
                      </c:pt>
                      <c:pt idx="250">
                        <c:v>10715</c:v>
                      </c:pt>
                      <c:pt idx="251">
                        <c:v>10749</c:v>
                      </c:pt>
                      <c:pt idx="252">
                        <c:v>10782</c:v>
                      </c:pt>
                      <c:pt idx="253">
                        <c:v>10815</c:v>
                      </c:pt>
                      <c:pt idx="254">
                        <c:v>10849</c:v>
                      </c:pt>
                      <c:pt idx="255">
                        <c:v>10882</c:v>
                      </c:pt>
                      <c:pt idx="256">
                        <c:v>10915</c:v>
                      </c:pt>
                      <c:pt idx="257">
                        <c:v>10949</c:v>
                      </c:pt>
                      <c:pt idx="258">
                        <c:v>10982</c:v>
                      </c:pt>
                      <c:pt idx="259">
                        <c:v>11015</c:v>
                      </c:pt>
                      <c:pt idx="260">
                        <c:v>11049</c:v>
                      </c:pt>
                      <c:pt idx="261">
                        <c:v>11082</c:v>
                      </c:pt>
                      <c:pt idx="262">
                        <c:v>11115</c:v>
                      </c:pt>
                      <c:pt idx="263">
                        <c:v>11149</c:v>
                      </c:pt>
                      <c:pt idx="264">
                        <c:v>11182</c:v>
                      </c:pt>
                      <c:pt idx="265">
                        <c:v>11215</c:v>
                      </c:pt>
                      <c:pt idx="266">
                        <c:v>11249</c:v>
                      </c:pt>
                      <c:pt idx="267">
                        <c:v>11282</c:v>
                      </c:pt>
                      <c:pt idx="268">
                        <c:v>11315</c:v>
                      </c:pt>
                      <c:pt idx="269">
                        <c:v>11349</c:v>
                      </c:pt>
                      <c:pt idx="270">
                        <c:v>11382</c:v>
                      </c:pt>
                      <c:pt idx="271">
                        <c:v>11415</c:v>
                      </c:pt>
                      <c:pt idx="272">
                        <c:v>11449</c:v>
                      </c:pt>
                      <c:pt idx="273">
                        <c:v>11482</c:v>
                      </c:pt>
                      <c:pt idx="274">
                        <c:v>11515</c:v>
                      </c:pt>
                      <c:pt idx="275">
                        <c:v>11549</c:v>
                      </c:pt>
                      <c:pt idx="276">
                        <c:v>11582</c:v>
                      </c:pt>
                      <c:pt idx="277">
                        <c:v>11615</c:v>
                      </c:pt>
                      <c:pt idx="278">
                        <c:v>11649</c:v>
                      </c:pt>
                      <c:pt idx="279">
                        <c:v>11682</c:v>
                      </c:pt>
                      <c:pt idx="280">
                        <c:v>11715</c:v>
                      </c:pt>
                      <c:pt idx="281">
                        <c:v>11749</c:v>
                      </c:pt>
                      <c:pt idx="282">
                        <c:v>11782</c:v>
                      </c:pt>
                      <c:pt idx="283">
                        <c:v>11815</c:v>
                      </c:pt>
                      <c:pt idx="284">
                        <c:v>11849</c:v>
                      </c:pt>
                      <c:pt idx="285">
                        <c:v>11882</c:v>
                      </c:pt>
                      <c:pt idx="286">
                        <c:v>11915</c:v>
                      </c:pt>
                      <c:pt idx="287">
                        <c:v>11949</c:v>
                      </c:pt>
                      <c:pt idx="288">
                        <c:v>11982</c:v>
                      </c:pt>
                      <c:pt idx="289">
                        <c:v>12015</c:v>
                      </c:pt>
                      <c:pt idx="290">
                        <c:v>12049</c:v>
                      </c:pt>
                      <c:pt idx="291">
                        <c:v>12082</c:v>
                      </c:pt>
                      <c:pt idx="292">
                        <c:v>12115</c:v>
                      </c:pt>
                      <c:pt idx="293">
                        <c:v>12149</c:v>
                      </c:pt>
                      <c:pt idx="294">
                        <c:v>12182</c:v>
                      </c:pt>
                      <c:pt idx="295">
                        <c:v>12215</c:v>
                      </c:pt>
                      <c:pt idx="296">
                        <c:v>12249</c:v>
                      </c:pt>
                      <c:pt idx="297">
                        <c:v>12282</c:v>
                      </c:pt>
                      <c:pt idx="298">
                        <c:v>12315</c:v>
                      </c:pt>
                      <c:pt idx="299">
                        <c:v>12349</c:v>
                      </c:pt>
                      <c:pt idx="300">
                        <c:v>12382</c:v>
                      </c:pt>
                      <c:pt idx="301">
                        <c:v>12415</c:v>
                      </c:pt>
                      <c:pt idx="302">
                        <c:v>12449</c:v>
                      </c:pt>
                      <c:pt idx="303">
                        <c:v>12482</c:v>
                      </c:pt>
                      <c:pt idx="304">
                        <c:v>12515</c:v>
                      </c:pt>
                      <c:pt idx="305">
                        <c:v>12549</c:v>
                      </c:pt>
                      <c:pt idx="306">
                        <c:v>12582</c:v>
                      </c:pt>
                      <c:pt idx="307">
                        <c:v>12615</c:v>
                      </c:pt>
                      <c:pt idx="308">
                        <c:v>12649</c:v>
                      </c:pt>
                      <c:pt idx="309">
                        <c:v>12682</c:v>
                      </c:pt>
                      <c:pt idx="310">
                        <c:v>12715</c:v>
                      </c:pt>
                      <c:pt idx="311">
                        <c:v>12749</c:v>
                      </c:pt>
                      <c:pt idx="312">
                        <c:v>12782</c:v>
                      </c:pt>
                      <c:pt idx="313">
                        <c:v>12815</c:v>
                      </c:pt>
                      <c:pt idx="314">
                        <c:v>12849</c:v>
                      </c:pt>
                      <c:pt idx="315">
                        <c:v>12882</c:v>
                      </c:pt>
                      <c:pt idx="316">
                        <c:v>12915</c:v>
                      </c:pt>
                      <c:pt idx="317">
                        <c:v>12949</c:v>
                      </c:pt>
                      <c:pt idx="318">
                        <c:v>12982</c:v>
                      </c:pt>
                      <c:pt idx="319">
                        <c:v>13016</c:v>
                      </c:pt>
                      <c:pt idx="320">
                        <c:v>13049</c:v>
                      </c:pt>
                      <c:pt idx="321">
                        <c:v>13082</c:v>
                      </c:pt>
                      <c:pt idx="322">
                        <c:v>13116</c:v>
                      </c:pt>
                      <c:pt idx="323">
                        <c:v>13149</c:v>
                      </c:pt>
                      <c:pt idx="324">
                        <c:v>13182</c:v>
                      </c:pt>
                      <c:pt idx="325">
                        <c:v>13216</c:v>
                      </c:pt>
                      <c:pt idx="326">
                        <c:v>13249</c:v>
                      </c:pt>
                      <c:pt idx="327">
                        <c:v>13282</c:v>
                      </c:pt>
                      <c:pt idx="328">
                        <c:v>13316</c:v>
                      </c:pt>
                      <c:pt idx="329">
                        <c:v>13349</c:v>
                      </c:pt>
                      <c:pt idx="330">
                        <c:v>13382</c:v>
                      </c:pt>
                      <c:pt idx="331">
                        <c:v>13416</c:v>
                      </c:pt>
                      <c:pt idx="332">
                        <c:v>13449</c:v>
                      </c:pt>
                      <c:pt idx="333">
                        <c:v>13482</c:v>
                      </c:pt>
                      <c:pt idx="334">
                        <c:v>13516</c:v>
                      </c:pt>
                      <c:pt idx="335">
                        <c:v>13549</c:v>
                      </c:pt>
                      <c:pt idx="336">
                        <c:v>13582</c:v>
                      </c:pt>
                      <c:pt idx="337">
                        <c:v>13616</c:v>
                      </c:pt>
                      <c:pt idx="338">
                        <c:v>13649</c:v>
                      </c:pt>
                      <c:pt idx="339">
                        <c:v>13682</c:v>
                      </c:pt>
                      <c:pt idx="340">
                        <c:v>13716</c:v>
                      </c:pt>
                      <c:pt idx="341">
                        <c:v>13749</c:v>
                      </c:pt>
                      <c:pt idx="342">
                        <c:v>13782</c:v>
                      </c:pt>
                      <c:pt idx="343">
                        <c:v>13816</c:v>
                      </c:pt>
                      <c:pt idx="344">
                        <c:v>13849</c:v>
                      </c:pt>
                      <c:pt idx="345">
                        <c:v>13882</c:v>
                      </c:pt>
                      <c:pt idx="346">
                        <c:v>13916</c:v>
                      </c:pt>
                      <c:pt idx="347">
                        <c:v>13949</c:v>
                      </c:pt>
                      <c:pt idx="348">
                        <c:v>13982</c:v>
                      </c:pt>
                      <c:pt idx="349">
                        <c:v>14016</c:v>
                      </c:pt>
                      <c:pt idx="350">
                        <c:v>14049</c:v>
                      </c:pt>
                      <c:pt idx="351">
                        <c:v>14082</c:v>
                      </c:pt>
                      <c:pt idx="352">
                        <c:v>14116</c:v>
                      </c:pt>
                      <c:pt idx="353">
                        <c:v>14149</c:v>
                      </c:pt>
                      <c:pt idx="354">
                        <c:v>14182</c:v>
                      </c:pt>
                      <c:pt idx="355">
                        <c:v>14216</c:v>
                      </c:pt>
                      <c:pt idx="356">
                        <c:v>14249</c:v>
                      </c:pt>
                      <c:pt idx="357">
                        <c:v>14282</c:v>
                      </c:pt>
                      <c:pt idx="358">
                        <c:v>14316</c:v>
                      </c:pt>
                      <c:pt idx="359">
                        <c:v>14349</c:v>
                      </c:pt>
                      <c:pt idx="360">
                        <c:v>14382</c:v>
                      </c:pt>
                      <c:pt idx="361">
                        <c:v>14416</c:v>
                      </c:pt>
                      <c:pt idx="362">
                        <c:v>14449</c:v>
                      </c:pt>
                      <c:pt idx="363">
                        <c:v>14482</c:v>
                      </c:pt>
                      <c:pt idx="364">
                        <c:v>14516</c:v>
                      </c:pt>
                      <c:pt idx="365">
                        <c:v>14549</c:v>
                      </c:pt>
                      <c:pt idx="366">
                        <c:v>14582</c:v>
                      </c:pt>
                      <c:pt idx="367">
                        <c:v>14616</c:v>
                      </c:pt>
                      <c:pt idx="368">
                        <c:v>14649</c:v>
                      </c:pt>
                      <c:pt idx="369">
                        <c:v>14682</c:v>
                      </c:pt>
                      <c:pt idx="370">
                        <c:v>14716</c:v>
                      </c:pt>
                      <c:pt idx="371">
                        <c:v>14749</c:v>
                      </c:pt>
                      <c:pt idx="372">
                        <c:v>14782</c:v>
                      </c:pt>
                      <c:pt idx="373">
                        <c:v>14816</c:v>
                      </c:pt>
                      <c:pt idx="374">
                        <c:v>14849</c:v>
                      </c:pt>
                      <c:pt idx="375">
                        <c:v>14882</c:v>
                      </c:pt>
                      <c:pt idx="376">
                        <c:v>14916</c:v>
                      </c:pt>
                      <c:pt idx="377">
                        <c:v>14949</c:v>
                      </c:pt>
                      <c:pt idx="378">
                        <c:v>14982</c:v>
                      </c:pt>
                      <c:pt idx="379">
                        <c:v>15016</c:v>
                      </c:pt>
                      <c:pt idx="380">
                        <c:v>15049</c:v>
                      </c:pt>
                      <c:pt idx="381">
                        <c:v>15082</c:v>
                      </c:pt>
                      <c:pt idx="382">
                        <c:v>15116</c:v>
                      </c:pt>
                      <c:pt idx="383">
                        <c:v>15149</c:v>
                      </c:pt>
                      <c:pt idx="384">
                        <c:v>15182</c:v>
                      </c:pt>
                      <c:pt idx="385">
                        <c:v>15216</c:v>
                      </c:pt>
                      <c:pt idx="386">
                        <c:v>15249</c:v>
                      </c:pt>
                      <c:pt idx="387">
                        <c:v>15283</c:v>
                      </c:pt>
                      <c:pt idx="388">
                        <c:v>15316</c:v>
                      </c:pt>
                      <c:pt idx="389">
                        <c:v>15349</c:v>
                      </c:pt>
                      <c:pt idx="390">
                        <c:v>15383</c:v>
                      </c:pt>
                      <c:pt idx="391">
                        <c:v>15416</c:v>
                      </c:pt>
                      <c:pt idx="392">
                        <c:v>15449</c:v>
                      </c:pt>
                      <c:pt idx="393">
                        <c:v>15483</c:v>
                      </c:pt>
                      <c:pt idx="394">
                        <c:v>15516</c:v>
                      </c:pt>
                      <c:pt idx="395">
                        <c:v>15549</c:v>
                      </c:pt>
                      <c:pt idx="396">
                        <c:v>15583</c:v>
                      </c:pt>
                      <c:pt idx="397">
                        <c:v>15616</c:v>
                      </c:pt>
                      <c:pt idx="398">
                        <c:v>15649</c:v>
                      </c:pt>
                      <c:pt idx="399">
                        <c:v>15683</c:v>
                      </c:pt>
                      <c:pt idx="400">
                        <c:v>15716</c:v>
                      </c:pt>
                      <c:pt idx="401">
                        <c:v>15749</c:v>
                      </c:pt>
                      <c:pt idx="402">
                        <c:v>15783</c:v>
                      </c:pt>
                      <c:pt idx="403">
                        <c:v>15816</c:v>
                      </c:pt>
                      <c:pt idx="404">
                        <c:v>15849</c:v>
                      </c:pt>
                      <c:pt idx="405">
                        <c:v>15883</c:v>
                      </c:pt>
                      <c:pt idx="406">
                        <c:v>15916</c:v>
                      </c:pt>
                      <c:pt idx="407">
                        <c:v>15949</c:v>
                      </c:pt>
                      <c:pt idx="408">
                        <c:v>15983</c:v>
                      </c:pt>
                      <c:pt idx="409">
                        <c:v>16016</c:v>
                      </c:pt>
                      <c:pt idx="410">
                        <c:v>16049</c:v>
                      </c:pt>
                      <c:pt idx="411">
                        <c:v>16083</c:v>
                      </c:pt>
                      <c:pt idx="412">
                        <c:v>16116</c:v>
                      </c:pt>
                      <c:pt idx="413">
                        <c:v>16149</c:v>
                      </c:pt>
                      <c:pt idx="414">
                        <c:v>16183</c:v>
                      </c:pt>
                      <c:pt idx="415">
                        <c:v>16216</c:v>
                      </c:pt>
                      <c:pt idx="416">
                        <c:v>16249</c:v>
                      </c:pt>
                      <c:pt idx="417">
                        <c:v>16283</c:v>
                      </c:pt>
                      <c:pt idx="418">
                        <c:v>16316</c:v>
                      </c:pt>
                      <c:pt idx="419">
                        <c:v>16349</c:v>
                      </c:pt>
                      <c:pt idx="420">
                        <c:v>16383</c:v>
                      </c:pt>
                      <c:pt idx="421">
                        <c:v>16416</c:v>
                      </c:pt>
                      <c:pt idx="422">
                        <c:v>16449</c:v>
                      </c:pt>
                      <c:pt idx="423">
                        <c:v>16483</c:v>
                      </c:pt>
                      <c:pt idx="424">
                        <c:v>16516</c:v>
                      </c:pt>
                      <c:pt idx="425">
                        <c:v>16549</c:v>
                      </c:pt>
                      <c:pt idx="426">
                        <c:v>16583</c:v>
                      </c:pt>
                      <c:pt idx="427">
                        <c:v>16616</c:v>
                      </c:pt>
                      <c:pt idx="428">
                        <c:v>16649</c:v>
                      </c:pt>
                      <c:pt idx="429">
                        <c:v>16683</c:v>
                      </c:pt>
                      <c:pt idx="430">
                        <c:v>16716</c:v>
                      </c:pt>
                      <c:pt idx="431">
                        <c:v>16749</c:v>
                      </c:pt>
                      <c:pt idx="432">
                        <c:v>16783</c:v>
                      </c:pt>
                      <c:pt idx="433">
                        <c:v>16816</c:v>
                      </c:pt>
                      <c:pt idx="434">
                        <c:v>16849</c:v>
                      </c:pt>
                      <c:pt idx="435">
                        <c:v>16883</c:v>
                      </c:pt>
                      <c:pt idx="436">
                        <c:v>16916</c:v>
                      </c:pt>
                      <c:pt idx="437">
                        <c:v>16949</c:v>
                      </c:pt>
                      <c:pt idx="438">
                        <c:v>16983</c:v>
                      </c:pt>
                      <c:pt idx="439">
                        <c:v>17016</c:v>
                      </c:pt>
                      <c:pt idx="440">
                        <c:v>17049</c:v>
                      </c:pt>
                      <c:pt idx="441">
                        <c:v>17083</c:v>
                      </c:pt>
                      <c:pt idx="442">
                        <c:v>17116</c:v>
                      </c:pt>
                      <c:pt idx="443">
                        <c:v>17149</c:v>
                      </c:pt>
                      <c:pt idx="444">
                        <c:v>17183</c:v>
                      </c:pt>
                      <c:pt idx="445">
                        <c:v>17216</c:v>
                      </c:pt>
                      <c:pt idx="446">
                        <c:v>17249</c:v>
                      </c:pt>
                      <c:pt idx="447">
                        <c:v>17283</c:v>
                      </c:pt>
                      <c:pt idx="448">
                        <c:v>17316</c:v>
                      </c:pt>
                      <c:pt idx="449">
                        <c:v>17349</c:v>
                      </c:pt>
                      <c:pt idx="450">
                        <c:v>17383</c:v>
                      </c:pt>
                      <c:pt idx="451">
                        <c:v>17416</c:v>
                      </c:pt>
                      <c:pt idx="452">
                        <c:v>17449</c:v>
                      </c:pt>
                      <c:pt idx="453">
                        <c:v>17483</c:v>
                      </c:pt>
                      <c:pt idx="454">
                        <c:v>17516</c:v>
                      </c:pt>
                      <c:pt idx="455">
                        <c:v>17550</c:v>
                      </c:pt>
                      <c:pt idx="456">
                        <c:v>17583</c:v>
                      </c:pt>
                      <c:pt idx="457">
                        <c:v>17616</c:v>
                      </c:pt>
                      <c:pt idx="458">
                        <c:v>17650</c:v>
                      </c:pt>
                      <c:pt idx="459">
                        <c:v>17683</c:v>
                      </c:pt>
                      <c:pt idx="460">
                        <c:v>17716</c:v>
                      </c:pt>
                      <c:pt idx="461">
                        <c:v>17750</c:v>
                      </c:pt>
                      <c:pt idx="462">
                        <c:v>17783</c:v>
                      </c:pt>
                      <c:pt idx="463">
                        <c:v>17816</c:v>
                      </c:pt>
                      <c:pt idx="464">
                        <c:v>17850</c:v>
                      </c:pt>
                      <c:pt idx="465">
                        <c:v>17883</c:v>
                      </c:pt>
                      <c:pt idx="466">
                        <c:v>17916</c:v>
                      </c:pt>
                      <c:pt idx="467">
                        <c:v>17950</c:v>
                      </c:pt>
                      <c:pt idx="468">
                        <c:v>17983</c:v>
                      </c:pt>
                      <c:pt idx="469">
                        <c:v>18016</c:v>
                      </c:pt>
                      <c:pt idx="470">
                        <c:v>18050</c:v>
                      </c:pt>
                      <c:pt idx="471">
                        <c:v>18083</c:v>
                      </c:pt>
                      <c:pt idx="472">
                        <c:v>18116</c:v>
                      </c:pt>
                      <c:pt idx="473">
                        <c:v>18150</c:v>
                      </c:pt>
                      <c:pt idx="474">
                        <c:v>18183</c:v>
                      </c:pt>
                      <c:pt idx="475">
                        <c:v>18216</c:v>
                      </c:pt>
                      <c:pt idx="476">
                        <c:v>18250</c:v>
                      </c:pt>
                      <c:pt idx="477">
                        <c:v>18283</c:v>
                      </c:pt>
                      <c:pt idx="478">
                        <c:v>18316</c:v>
                      </c:pt>
                      <c:pt idx="479">
                        <c:v>18350</c:v>
                      </c:pt>
                      <c:pt idx="480">
                        <c:v>18383</c:v>
                      </c:pt>
                      <c:pt idx="481">
                        <c:v>18416</c:v>
                      </c:pt>
                      <c:pt idx="482">
                        <c:v>18450</c:v>
                      </c:pt>
                      <c:pt idx="483">
                        <c:v>18483</c:v>
                      </c:pt>
                      <c:pt idx="484">
                        <c:v>18516</c:v>
                      </c:pt>
                      <c:pt idx="485">
                        <c:v>18550</c:v>
                      </c:pt>
                      <c:pt idx="486">
                        <c:v>18583</c:v>
                      </c:pt>
                      <c:pt idx="487">
                        <c:v>18616</c:v>
                      </c:pt>
                      <c:pt idx="488">
                        <c:v>18650</c:v>
                      </c:pt>
                      <c:pt idx="489">
                        <c:v>18683</c:v>
                      </c:pt>
                      <c:pt idx="490">
                        <c:v>18716</c:v>
                      </c:pt>
                      <c:pt idx="491">
                        <c:v>18750</c:v>
                      </c:pt>
                      <c:pt idx="492">
                        <c:v>18783</c:v>
                      </c:pt>
                      <c:pt idx="493">
                        <c:v>18816</c:v>
                      </c:pt>
                      <c:pt idx="494">
                        <c:v>18850</c:v>
                      </c:pt>
                      <c:pt idx="495">
                        <c:v>18883</c:v>
                      </c:pt>
                      <c:pt idx="496">
                        <c:v>18916</c:v>
                      </c:pt>
                      <c:pt idx="497">
                        <c:v>18950</c:v>
                      </c:pt>
                      <c:pt idx="498">
                        <c:v>18983</c:v>
                      </c:pt>
                      <c:pt idx="499">
                        <c:v>19016</c:v>
                      </c:pt>
                      <c:pt idx="500">
                        <c:v>19050</c:v>
                      </c:pt>
                      <c:pt idx="501">
                        <c:v>19083</c:v>
                      </c:pt>
                      <c:pt idx="502">
                        <c:v>19116</c:v>
                      </c:pt>
                      <c:pt idx="503">
                        <c:v>19150</c:v>
                      </c:pt>
                      <c:pt idx="504">
                        <c:v>19183</c:v>
                      </c:pt>
                      <c:pt idx="505">
                        <c:v>19216</c:v>
                      </c:pt>
                      <c:pt idx="506">
                        <c:v>19250</c:v>
                      </c:pt>
                      <c:pt idx="507">
                        <c:v>19283</c:v>
                      </c:pt>
                      <c:pt idx="508">
                        <c:v>19316</c:v>
                      </c:pt>
                      <c:pt idx="509">
                        <c:v>19350</c:v>
                      </c:pt>
                      <c:pt idx="510">
                        <c:v>19383</c:v>
                      </c:pt>
                      <c:pt idx="511">
                        <c:v>19416</c:v>
                      </c:pt>
                      <c:pt idx="512">
                        <c:v>19450</c:v>
                      </c:pt>
                      <c:pt idx="513">
                        <c:v>19483</c:v>
                      </c:pt>
                      <c:pt idx="514">
                        <c:v>19516</c:v>
                      </c:pt>
                      <c:pt idx="515">
                        <c:v>19550</c:v>
                      </c:pt>
                      <c:pt idx="516">
                        <c:v>19583</c:v>
                      </c:pt>
                      <c:pt idx="517">
                        <c:v>19616</c:v>
                      </c:pt>
                      <c:pt idx="518">
                        <c:v>19650</c:v>
                      </c:pt>
                      <c:pt idx="519">
                        <c:v>19683</c:v>
                      </c:pt>
                      <c:pt idx="520">
                        <c:v>19716</c:v>
                      </c:pt>
                      <c:pt idx="521">
                        <c:v>19750</c:v>
                      </c:pt>
                      <c:pt idx="522">
                        <c:v>19783</c:v>
                      </c:pt>
                      <c:pt idx="523">
                        <c:v>19817</c:v>
                      </c:pt>
                      <c:pt idx="524">
                        <c:v>19850</c:v>
                      </c:pt>
                      <c:pt idx="525">
                        <c:v>19883</c:v>
                      </c:pt>
                      <c:pt idx="526">
                        <c:v>19917</c:v>
                      </c:pt>
                      <c:pt idx="527">
                        <c:v>19950</c:v>
                      </c:pt>
                      <c:pt idx="528">
                        <c:v>19983</c:v>
                      </c:pt>
                      <c:pt idx="529">
                        <c:v>20017</c:v>
                      </c:pt>
                      <c:pt idx="530">
                        <c:v>20050</c:v>
                      </c:pt>
                      <c:pt idx="531">
                        <c:v>20083</c:v>
                      </c:pt>
                      <c:pt idx="532">
                        <c:v>20117</c:v>
                      </c:pt>
                      <c:pt idx="533">
                        <c:v>20150</c:v>
                      </c:pt>
                      <c:pt idx="534">
                        <c:v>20183</c:v>
                      </c:pt>
                      <c:pt idx="535">
                        <c:v>20217</c:v>
                      </c:pt>
                      <c:pt idx="536">
                        <c:v>20250</c:v>
                      </c:pt>
                      <c:pt idx="537">
                        <c:v>20283</c:v>
                      </c:pt>
                      <c:pt idx="538">
                        <c:v>20317</c:v>
                      </c:pt>
                      <c:pt idx="539">
                        <c:v>20350</c:v>
                      </c:pt>
                      <c:pt idx="540">
                        <c:v>20383</c:v>
                      </c:pt>
                      <c:pt idx="541">
                        <c:v>20417</c:v>
                      </c:pt>
                      <c:pt idx="542">
                        <c:v>20450</c:v>
                      </c:pt>
                      <c:pt idx="543">
                        <c:v>20483</c:v>
                      </c:pt>
                      <c:pt idx="544">
                        <c:v>20517</c:v>
                      </c:pt>
                      <c:pt idx="545">
                        <c:v>20550</c:v>
                      </c:pt>
                      <c:pt idx="546">
                        <c:v>20583</c:v>
                      </c:pt>
                      <c:pt idx="547">
                        <c:v>20617</c:v>
                      </c:pt>
                      <c:pt idx="548">
                        <c:v>20650</c:v>
                      </c:pt>
                      <c:pt idx="549">
                        <c:v>20683</c:v>
                      </c:pt>
                      <c:pt idx="550">
                        <c:v>20717</c:v>
                      </c:pt>
                      <c:pt idx="551">
                        <c:v>20750</c:v>
                      </c:pt>
                      <c:pt idx="552">
                        <c:v>20783</c:v>
                      </c:pt>
                      <c:pt idx="553">
                        <c:v>20817</c:v>
                      </c:pt>
                      <c:pt idx="554">
                        <c:v>20850</c:v>
                      </c:pt>
                      <c:pt idx="555">
                        <c:v>20883</c:v>
                      </c:pt>
                      <c:pt idx="556">
                        <c:v>20917</c:v>
                      </c:pt>
                      <c:pt idx="557">
                        <c:v>20950</c:v>
                      </c:pt>
                      <c:pt idx="558">
                        <c:v>20983</c:v>
                      </c:pt>
                      <c:pt idx="559">
                        <c:v>21017</c:v>
                      </c:pt>
                      <c:pt idx="560">
                        <c:v>21050</c:v>
                      </c:pt>
                      <c:pt idx="561">
                        <c:v>21083</c:v>
                      </c:pt>
                      <c:pt idx="562">
                        <c:v>21117</c:v>
                      </c:pt>
                      <c:pt idx="563">
                        <c:v>21150</c:v>
                      </c:pt>
                      <c:pt idx="564">
                        <c:v>21183</c:v>
                      </c:pt>
                      <c:pt idx="565">
                        <c:v>21217</c:v>
                      </c:pt>
                      <c:pt idx="566">
                        <c:v>21250</c:v>
                      </c:pt>
                      <c:pt idx="567">
                        <c:v>21283</c:v>
                      </c:pt>
                      <c:pt idx="568">
                        <c:v>21317</c:v>
                      </c:pt>
                      <c:pt idx="569">
                        <c:v>21350</c:v>
                      </c:pt>
                      <c:pt idx="570">
                        <c:v>21383</c:v>
                      </c:pt>
                      <c:pt idx="571">
                        <c:v>21417</c:v>
                      </c:pt>
                      <c:pt idx="572">
                        <c:v>21450</c:v>
                      </c:pt>
                      <c:pt idx="573">
                        <c:v>21483</c:v>
                      </c:pt>
                      <c:pt idx="574">
                        <c:v>21517</c:v>
                      </c:pt>
                      <c:pt idx="575">
                        <c:v>21550</c:v>
                      </c:pt>
                      <c:pt idx="576">
                        <c:v>21583</c:v>
                      </c:pt>
                      <c:pt idx="577">
                        <c:v>21617</c:v>
                      </c:pt>
                      <c:pt idx="578">
                        <c:v>21650</c:v>
                      </c:pt>
                      <c:pt idx="579">
                        <c:v>21683</c:v>
                      </c:pt>
                      <c:pt idx="580">
                        <c:v>21717</c:v>
                      </c:pt>
                      <c:pt idx="581">
                        <c:v>21750</c:v>
                      </c:pt>
                      <c:pt idx="582">
                        <c:v>21783</c:v>
                      </c:pt>
                      <c:pt idx="583">
                        <c:v>21817</c:v>
                      </c:pt>
                      <c:pt idx="584">
                        <c:v>21850</c:v>
                      </c:pt>
                      <c:pt idx="585">
                        <c:v>21883</c:v>
                      </c:pt>
                      <c:pt idx="586">
                        <c:v>21917</c:v>
                      </c:pt>
                      <c:pt idx="587">
                        <c:v>21950</c:v>
                      </c:pt>
                      <c:pt idx="588">
                        <c:v>21984</c:v>
                      </c:pt>
                      <c:pt idx="589">
                        <c:v>22017</c:v>
                      </c:pt>
                      <c:pt idx="590">
                        <c:v>22050</c:v>
                      </c:pt>
                      <c:pt idx="591">
                        <c:v>22084</c:v>
                      </c:pt>
                      <c:pt idx="592">
                        <c:v>22117</c:v>
                      </c:pt>
                      <c:pt idx="593">
                        <c:v>22150</c:v>
                      </c:pt>
                      <c:pt idx="594">
                        <c:v>22184</c:v>
                      </c:pt>
                      <c:pt idx="595">
                        <c:v>22217</c:v>
                      </c:pt>
                      <c:pt idx="596">
                        <c:v>22250</c:v>
                      </c:pt>
                      <c:pt idx="597">
                        <c:v>22284</c:v>
                      </c:pt>
                      <c:pt idx="598">
                        <c:v>22317</c:v>
                      </c:pt>
                      <c:pt idx="599">
                        <c:v>22350</c:v>
                      </c:pt>
                      <c:pt idx="600">
                        <c:v>22384</c:v>
                      </c:pt>
                      <c:pt idx="601">
                        <c:v>22417</c:v>
                      </c:pt>
                      <c:pt idx="602">
                        <c:v>22450</c:v>
                      </c:pt>
                      <c:pt idx="603">
                        <c:v>22484</c:v>
                      </c:pt>
                      <c:pt idx="604">
                        <c:v>22517</c:v>
                      </c:pt>
                      <c:pt idx="605">
                        <c:v>22550</c:v>
                      </c:pt>
                      <c:pt idx="606">
                        <c:v>22584</c:v>
                      </c:pt>
                      <c:pt idx="607">
                        <c:v>22617</c:v>
                      </c:pt>
                      <c:pt idx="608">
                        <c:v>22650</c:v>
                      </c:pt>
                      <c:pt idx="609">
                        <c:v>22684</c:v>
                      </c:pt>
                      <c:pt idx="610">
                        <c:v>22717</c:v>
                      </c:pt>
                      <c:pt idx="611">
                        <c:v>22750</c:v>
                      </c:pt>
                      <c:pt idx="612">
                        <c:v>22784</c:v>
                      </c:pt>
                      <c:pt idx="613">
                        <c:v>22817</c:v>
                      </c:pt>
                      <c:pt idx="614">
                        <c:v>22850</c:v>
                      </c:pt>
                      <c:pt idx="615">
                        <c:v>22884</c:v>
                      </c:pt>
                      <c:pt idx="616">
                        <c:v>22917</c:v>
                      </c:pt>
                      <c:pt idx="617">
                        <c:v>22950</c:v>
                      </c:pt>
                      <c:pt idx="618">
                        <c:v>22984</c:v>
                      </c:pt>
                      <c:pt idx="619">
                        <c:v>23017</c:v>
                      </c:pt>
                      <c:pt idx="620">
                        <c:v>23050</c:v>
                      </c:pt>
                      <c:pt idx="621">
                        <c:v>23084</c:v>
                      </c:pt>
                      <c:pt idx="622">
                        <c:v>23117</c:v>
                      </c:pt>
                      <c:pt idx="623">
                        <c:v>23150</c:v>
                      </c:pt>
                      <c:pt idx="624">
                        <c:v>23184</c:v>
                      </c:pt>
                      <c:pt idx="625">
                        <c:v>23217</c:v>
                      </c:pt>
                      <c:pt idx="626">
                        <c:v>23250</c:v>
                      </c:pt>
                      <c:pt idx="627">
                        <c:v>23284</c:v>
                      </c:pt>
                      <c:pt idx="628">
                        <c:v>23317</c:v>
                      </c:pt>
                      <c:pt idx="629">
                        <c:v>23350</c:v>
                      </c:pt>
                      <c:pt idx="630">
                        <c:v>23384</c:v>
                      </c:pt>
                      <c:pt idx="631">
                        <c:v>23417</c:v>
                      </c:pt>
                      <c:pt idx="632">
                        <c:v>23450</c:v>
                      </c:pt>
                      <c:pt idx="633">
                        <c:v>23484</c:v>
                      </c:pt>
                      <c:pt idx="634">
                        <c:v>23517</c:v>
                      </c:pt>
                      <c:pt idx="635">
                        <c:v>23550</c:v>
                      </c:pt>
                      <c:pt idx="636">
                        <c:v>23584</c:v>
                      </c:pt>
                      <c:pt idx="637">
                        <c:v>23617</c:v>
                      </c:pt>
                      <c:pt idx="638">
                        <c:v>23650</c:v>
                      </c:pt>
                      <c:pt idx="639">
                        <c:v>23684</c:v>
                      </c:pt>
                      <c:pt idx="640">
                        <c:v>23717</c:v>
                      </c:pt>
                      <c:pt idx="641">
                        <c:v>23750</c:v>
                      </c:pt>
                      <c:pt idx="642">
                        <c:v>23784</c:v>
                      </c:pt>
                      <c:pt idx="643">
                        <c:v>23817</c:v>
                      </c:pt>
                      <c:pt idx="644">
                        <c:v>23850</c:v>
                      </c:pt>
                      <c:pt idx="645">
                        <c:v>23884</c:v>
                      </c:pt>
                      <c:pt idx="646">
                        <c:v>23917</c:v>
                      </c:pt>
                      <c:pt idx="647">
                        <c:v>23950</c:v>
                      </c:pt>
                      <c:pt idx="648">
                        <c:v>23984</c:v>
                      </c:pt>
                      <c:pt idx="649">
                        <c:v>24017</c:v>
                      </c:pt>
                      <c:pt idx="650">
                        <c:v>24050</c:v>
                      </c:pt>
                      <c:pt idx="651">
                        <c:v>24084</c:v>
                      </c:pt>
                      <c:pt idx="652">
                        <c:v>24117</c:v>
                      </c:pt>
                      <c:pt idx="653">
                        <c:v>24150</c:v>
                      </c:pt>
                      <c:pt idx="654">
                        <c:v>24184</c:v>
                      </c:pt>
                      <c:pt idx="655">
                        <c:v>24217</c:v>
                      </c:pt>
                      <c:pt idx="656">
                        <c:v>24251</c:v>
                      </c:pt>
                      <c:pt idx="657">
                        <c:v>24284</c:v>
                      </c:pt>
                      <c:pt idx="658">
                        <c:v>24317</c:v>
                      </c:pt>
                      <c:pt idx="659">
                        <c:v>24351</c:v>
                      </c:pt>
                      <c:pt idx="660">
                        <c:v>24384</c:v>
                      </c:pt>
                      <c:pt idx="661">
                        <c:v>24417</c:v>
                      </c:pt>
                      <c:pt idx="662">
                        <c:v>24451</c:v>
                      </c:pt>
                      <c:pt idx="663">
                        <c:v>24484</c:v>
                      </c:pt>
                      <c:pt idx="664">
                        <c:v>24517</c:v>
                      </c:pt>
                      <c:pt idx="665">
                        <c:v>24551</c:v>
                      </c:pt>
                      <c:pt idx="666">
                        <c:v>24584</c:v>
                      </c:pt>
                      <c:pt idx="667">
                        <c:v>24617</c:v>
                      </c:pt>
                      <c:pt idx="668">
                        <c:v>24651</c:v>
                      </c:pt>
                      <c:pt idx="669">
                        <c:v>24684</c:v>
                      </c:pt>
                      <c:pt idx="670">
                        <c:v>24717</c:v>
                      </c:pt>
                      <c:pt idx="671">
                        <c:v>24751</c:v>
                      </c:pt>
                      <c:pt idx="672">
                        <c:v>24784</c:v>
                      </c:pt>
                      <c:pt idx="673">
                        <c:v>24817</c:v>
                      </c:pt>
                      <c:pt idx="674">
                        <c:v>24851</c:v>
                      </c:pt>
                      <c:pt idx="675">
                        <c:v>24884</c:v>
                      </c:pt>
                      <c:pt idx="676">
                        <c:v>24917</c:v>
                      </c:pt>
                      <c:pt idx="677">
                        <c:v>24951</c:v>
                      </c:pt>
                      <c:pt idx="678">
                        <c:v>24984</c:v>
                      </c:pt>
                      <c:pt idx="679">
                        <c:v>25017</c:v>
                      </c:pt>
                      <c:pt idx="680">
                        <c:v>25051</c:v>
                      </c:pt>
                      <c:pt idx="681">
                        <c:v>25084</c:v>
                      </c:pt>
                      <c:pt idx="682">
                        <c:v>25117</c:v>
                      </c:pt>
                      <c:pt idx="683">
                        <c:v>25151</c:v>
                      </c:pt>
                      <c:pt idx="684">
                        <c:v>25184</c:v>
                      </c:pt>
                      <c:pt idx="685">
                        <c:v>25217</c:v>
                      </c:pt>
                      <c:pt idx="686">
                        <c:v>25251</c:v>
                      </c:pt>
                      <c:pt idx="687">
                        <c:v>25284</c:v>
                      </c:pt>
                      <c:pt idx="688">
                        <c:v>25317</c:v>
                      </c:pt>
                      <c:pt idx="689">
                        <c:v>25351</c:v>
                      </c:pt>
                      <c:pt idx="690">
                        <c:v>25384</c:v>
                      </c:pt>
                      <c:pt idx="691">
                        <c:v>25417</c:v>
                      </c:pt>
                      <c:pt idx="692">
                        <c:v>25451</c:v>
                      </c:pt>
                      <c:pt idx="693">
                        <c:v>25484</c:v>
                      </c:pt>
                      <c:pt idx="694">
                        <c:v>25517</c:v>
                      </c:pt>
                      <c:pt idx="695">
                        <c:v>25551</c:v>
                      </c:pt>
                      <c:pt idx="696">
                        <c:v>25584</c:v>
                      </c:pt>
                      <c:pt idx="697">
                        <c:v>25617</c:v>
                      </c:pt>
                      <c:pt idx="698">
                        <c:v>25651</c:v>
                      </c:pt>
                      <c:pt idx="699">
                        <c:v>25684</c:v>
                      </c:pt>
                      <c:pt idx="700">
                        <c:v>25717</c:v>
                      </c:pt>
                      <c:pt idx="701">
                        <c:v>25751</c:v>
                      </c:pt>
                      <c:pt idx="702">
                        <c:v>25784</c:v>
                      </c:pt>
                      <c:pt idx="703">
                        <c:v>25817</c:v>
                      </c:pt>
                      <c:pt idx="704">
                        <c:v>25851</c:v>
                      </c:pt>
                      <c:pt idx="705">
                        <c:v>25884</c:v>
                      </c:pt>
                      <c:pt idx="706">
                        <c:v>25917</c:v>
                      </c:pt>
                      <c:pt idx="707">
                        <c:v>25951</c:v>
                      </c:pt>
                      <c:pt idx="708">
                        <c:v>25984</c:v>
                      </c:pt>
                      <c:pt idx="709">
                        <c:v>26017</c:v>
                      </c:pt>
                      <c:pt idx="710">
                        <c:v>26051</c:v>
                      </c:pt>
                      <c:pt idx="711">
                        <c:v>26084</c:v>
                      </c:pt>
                      <c:pt idx="712">
                        <c:v>26117</c:v>
                      </c:pt>
                      <c:pt idx="713">
                        <c:v>26151</c:v>
                      </c:pt>
                      <c:pt idx="714">
                        <c:v>26184</c:v>
                      </c:pt>
                      <c:pt idx="715">
                        <c:v>26217</c:v>
                      </c:pt>
                      <c:pt idx="716">
                        <c:v>26251</c:v>
                      </c:pt>
                      <c:pt idx="717">
                        <c:v>26284</c:v>
                      </c:pt>
                      <c:pt idx="718">
                        <c:v>26317</c:v>
                      </c:pt>
                      <c:pt idx="719">
                        <c:v>26351</c:v>
                      </c:pt>
                      <c:pt idx="720">
                        <c:v>26384</c:v>
                      </c:pt>
                      <c:pt idx="721">
                        <c:v>26417</c:v>
                      </c:pt>
                      <c:pt idx="722">
                        <c:v>26451</c:v>
                      </c:pt>
                      <c:pt idx="723">
                        <c:v>26484</c:v>
                      </c:pt>
                      <c:pt idx="724">
                        <c:v>26518</c:v>
                      </c:pt>
                      <c:pt idx="725">
                        <c:v>26551</c:v>
                      </c:pt>
                      <c:pt idx="726">
                        <c:v>26584</c:v>
                      </c:pt>
                      <c:pt idx="727">
                        <c:v>26618</c:v>
                      </c:pt>
                      <c:pt idx="728">
                        <c:v>26651</c:v>
                      </c:pt>
                      <c:pt idx="729">
                        <c:v>26684</c:v>
                      </c:pt>
                      <c:pt idx="730">
                        <c:v>26718</c:v>
                      </c:pt>
                      <c:pt idx="731">
                        <c:v>26751</c:v>
                      </c:pt>
                      <c:pt idx="732">
                        <c:v>26784</c:v>
                      </c:pt>
                      <c:pt idx="733">
                        <c:v>26818</c:v>
                      </c:pt>
                      <c:pt idx="734">
                        <c:v>26851</c:v>
                      </c:pt>
                      <c:pt idx="735">
                        <c:v>26884</c:v>
                      </c:pt>
                      <c:pt idx="736">
                        <c:v>26918</c:v>
                      </c:pt>
                      <c:pt idx="737">
                        <c:v>26951</c:v>
                      </c:pt>
                      <c:pt idx="738">
                        <c:v>26984</c:v>
                      </c:pt>
                      <c:pt idx="739">
                        <c:v>27018</c:v>
                      </c:pt>
                      <c:pt idx="740">
                        <c:v>27051</c:v>
                      </c:pt>
                      <c:pt idx="741">
                        <c:v>27084</c:v>
                      </c:pt>
                      <c:pt idx="742">
                        <c:v>27118</c:v>
                      </c:pt>
                      <c:pt idx="743">
                        <c:v>27151</c:v>
                      </c:pt>
                      <c:pt idx="744">
                        <c:v>27184</c:v>
                      </c:pt>
                      <c:pt idx="745">
                        <c:v>27218</c:v>
                      </c:pt>
                      <c:pt idx="746">
                        <c:v>27251</c:v>
                      </c:pt>
                      <c:pt idx="747">
                        <c:v>27284</c:v>
                      </c:pt>
                      <c:pt idx="748">
                        <c:v>27318</c:v>
                      </c:pt>
                      <c:pt idx="749">
                        <c:v>27351</c:v>
                      </c:pt>
                      <c:pt idx="750">
                        <c:v>27384</c:v>
                      </c:pt>
                      <c:pt idx="751">
                        <c:v>27418</c:v>
                      </c:pt>
                      <c:pt idx="752">
                        <c:v>27451</c:v>
                      </c:pt>
                      <c:pt idx="753">
                        <c:v>27484</c:v>
                      </c:pt>
                      <c:pt idx="754">
                        <c:v>27518</c:v>
                      </c:pt>
                      <c:pt idx="755">
                        <c:v>27551</c:v>
                      </c:pt>
                      <c:pt idx="756">
                        <c:v>27584</c:v>
                      </c:pt>
                      <c:pt idx="757">
                        <c:v>27618</c:v>
                      </c:pt>
                      <c:pt idx="758">
                        <c:v>27651</c:v>
                      </c:pt>
                      <c:pt idx="759">
                        <c:v>27684</c:v>
                      </c:pt>
                      <c:pt idx="760">
                        <c:v>27718</c:v>
                      </c:pt>
                      <c:pt idx="761">
                        <c:v>27751</c:v>
                      </c:pt>
                      <c:pt idx="762">
                        <c:v>27784</c:v>
                      </c:pt>
                      <c:pt idx="763">
                        <c:v>27818</c:v>
                      </c:pt>
                      <c:pt idx="764">
                        <c:v>27851</c:v>
                      </c:pt>
                      <c:pt idx="765">
                        <c:v>27884</c:v>
                      </c:pt>
                      <c:pt idx="766">
                        <c:v>27918</c:v>
                      </c:pt>
                      <c:pt idx="767">
                        <c:v>27951</c:v>
                      </c:pt>
                      <c:pt idx="768">
                        <c:v>27984</c:v>
                      </c:pt>
                      <c:pt idx="769">
                        <c:v>28018</c:v>
                      </c:pt>
                      <c:pt idx="770">
                        <c:v>28051</c:v>
                      </c:pt>
                      <c:pt idx="771">
                        <c:v>28084</c:v>
                      </c:pt>
                      <c:pt idx="772">
                        <c:v>28118</c:v>
                      </c:pt>
                      <c:pt idx="773">
                        <c:v>28151</c:v>
                      </c:pt>
                      <c:pt idx="774">
                        <c:v>28184</c:v>
                      </c:pt>
                      <c:pt idx="775">
                        <c:v>28218</c:v>
                      </c:pt>
                      <c:pt idx="776">
                        <c:v>28251</c:v>
                      </c:pt>
                      <c:pt idx="777">
                        <c:v>28284</c:v>
                      </c:pt>
                      <c:pt idx="778">
                        <c:v>28318</c:v>
                      </c:pt>
                      <c:pt idx="779">
                        <c:v>28351</c:v>
                      </c:pt>
                      <c:pt idx="780">
                        <c:v>28384</c:v>
                      </c:pt>
                      <c:pt idx="781">
                        <c:v>28418</c:v>
                      </c:pt>
                      <c:pt idx="782">
                        <c:v>28451</c:v>
                      </c:pt>
                      <c:pt idx="783">
                        <c:v>28484</c:v>
                      </c:pt>
                      <c:pt idx="784">
                        <c:v>28518</c:v>
                      </c:pt>
                      <c:pt idx="785">
                        <c:v>28551</c:v>
                      </c:pt>
                      <c:pt idx="786">
                        <c:v>28584</c:v>
                      </c:pt>
                      <c:pt idx="787">
                        <c:v>28618</c:v>
                      </c:pt>
                      <c:pt idx="788">
                        <c:v>28651</c:v>
                      </c:pt>
                      <c:pt idx="789">
                        <c:v>28685</c:v>
                      </c:pt>
                      <c:pt idx="790">
                        <c:v>28718</c:v>
                      </c:pt>
                      <c:pt idx="791">
                        <c:v>28751</c:v>
                      </c:pt>
                      <c:pt idx="792">
                        <c:v>28785</c:v>
                      </c:pt>
                      <c:pt idx="793">
                        <c:v>28818</c:v>
                      </c:pt>
                      <c:pt idx="794">
                        <c:v>28851</c:v>
                      </c:pt>
                      <c:pt idx="795">
                        <c:v>28885</c:v>
                      </c:pt>
                      <c:pt idx="796">
                        <c:v>28918</c:v>
                      </c:pt>
                      <c:pt idx="797">
                        <c:v>28951</c:v>
                      </c:pt>
                      <c:pt idx="798">
                        <c:v>28985</c:v>
                      </c:pt>
                      <c:pt idx="799">
                        <c:v>29018</c:v>
                      </c:pt>
                      <c:pt idx="800">
                        <c:v>29051</c:v>
                      </c:pt>
                      <c:pt idx="801">
                        <c:v>29085</c:v>
                      </c:pt>
                      <c:pt idx="802">
                        <c:v>29118</c:v>
                      </c:pt>
                      <c:pt idx="803">
                        <c:v>29151</c:v>
                      </c:pt>
                      <c:pt idx="804">
                        <c:v>29185</c:v>
                      </c:pt>
                      <c:pt idx="805">
                        <c:v>29218</c:v>
                      </c:pt>
                      <c:pt idx="806">
                        <c:v>29251</c:v>
                      </c:pt>
                      <c:pt idx="807">
                        <c:v>29285</c:v>
                      </c:pt>
                      <c:pt idx="808">
                        <c:v>29318</c:v>
                      </c:pt>
                      <c:pt idx="809">
                        <c:v>29351</c:v>
                      </c:pt>
                      <c:pt idx="810">
                        <c:v>29385</c:v>
                      </c:pt>
                      <c:pt idx="811">
                        <c:v>29418</c:v>
                      </c:pt>
                      <c:pt idx="812">
                        <c:v>29451</c:v>
                      </c:pt>
                      <c:pt idx="813">
                        <c:v>29485</c:v>
                      </c:pt>
                      <c:pt idx="814">
                        <c:v>29518</c:v>
                      </c:pt>
                      <c:pt idx="815">
                        <c:v>29551</c:v>
                      </c:pt>
                      <c:pt idx="816">
                        <c:v>29585</c:v>
                      </c:pt>
                      <c:pt idx="817">
                        <c:v>29618</c:v>
                      </c:pt>
                      <c:pt idx="818">
                        <c:v>29651</c:v>
                      </c:pt>
                      <c:pt idx="819">
                        <c:v>29685</c:v>
                      </c:pt>
                      <c:pt idx="820">
                        <c:v>29718</c:v>
                      </c:pt>
                      <c:pt idx="821">
                        <c:v>29751</c:v>
                      </c:pt>
                      <c:pt idx="822">
                        <c:v>29785</c:v>
                      </c:pt>
                      <c:pt idx="823">
                        <c:v>29818</c:v>
                      </c:pt>
                      <c:pt idx="824">
                        <c:v>29851</c:v>
                      </c:pt>
                      <c:pt idx="825">
                        <c:v>29885</c:v>
                      </c:pt>
                      <c:pt idx="826">
                        <c:v>29918</c:v>
                      </c:pt>
                      <c:pt idx="827">
                        <c:v>29951</c:v>
                      </c:pt>
                      <c:pt idx="828">
                        <c:v>29985</c:v>
                      </c:pt>
                      <c:pt idx="829">
                        <c:v>30018</c:v>
                      </c:pt>
                      <c:pt idx="830">
                        <c:v>30051</c:v>
                      </c:pt>
                      <c:pt idx="831">
                        <c:v>30085</c:v>
                      </c:pt>
                      <c:pt idx="832">
                        <c:v>30118</c:v>
                      </c:pt>
                      <c:pt idx="833">
                        <c:v>30151</c:v>
                      </c:pt>
                      <c:pt idx="834">
                        <c:v>30185</c:v>
                      </c:pt>
                      <c:pt idx="835">
                        <c:v>30218</c:v>
                      </c:pt>
                      <c:pt idx="836">
                        <c:v>30251</c:v>
                      </c:pt>
                      <c:pt idx="837">
                        <c:v>30285</c:v>
                      </c:pt>
                      <c:pt idx="838">
                        <c:v>30318</c:v>
                      </c:pt>
                      <c:pt idx="839">
                        <c:v>30351</c:v>
                      </c:pt>
                      <c:pt idx="840">
                        <c:v>30385</c:v>
                      </c:pt>
                      <c:pt idx="841">
                        <c:v>30418</c:v>
                      </c:pt>
                      <c:pt idx="842">
                        <c:v>30451</c:v>
                      </c:pt>
                      <c:pt idx="843">
                        <c:v>30485</c:v>
                      </c:pt>
                      <c:pt idx="844">
                        <c:v>30518</c:v>
                      </c:pt>
                      <c:pt idx="845">
                        <c:v>30551</c:v>
                      </c:pt>
                      <c:pt idx="846">
                        <c:v>30585</c:v>
                      </c:pt>
                      <c:pt idx="847">
                        <c:v>30618</c:v>
                      </c:pt>
                      <c:pt idx="848">
                        <c:v>30651</c:v>
                      </c:pt>
                      <c:pt idx="849">
                        <c:v>30685</c:v>
                      </c:pt>
                      <c:pt idx="850">
                        <c:v>30718</c:v>
                      </c:pt>
                      <c:pt idx="851">
                        <c:v>30751</c:v>
                      </c:pt>
                      <c:pt idx="852">
                        <c:v>30785</c:v>
                      </c:pt>
                      <c:pt idx="853">
                        <c:v>30818</c:v>
                      </c:pt>
                      <c:pt idx="854">
                        <c:v>30851</c:v>
                      </c:pt>
                      <c:pt idx="855">
                        <c:v>30885</c:v>
                      </c:pt>
                      <c:pt idx="856">
                        <c:v>30918</c:v>
                      </c:pt>
                      <c:pt idx="857">
                        <c:v>30952</c:v>
                      </c:pt>
                      <c:pt idx="858">
                        <c:v>30985</c:v>
                      </c:pt>
                      <c:pt idx="859">
                        <c:v>31018</c:v>
                      </c:pt>
                      <c:pt idx="860">
                        <c:v>31052</c:v>
                      </c:pt>
                      <c:pt idx="861">
                        <c:v>31085</c:v>
                      </c:pt>
                      <c:pt idx="862">
                        <c:v>31118</c:v>
                      </c:pt>
                      <c:pt idx="863">
                        <c:v>31152</c:v>
                      </c:pt>
                      <c:pt idx="864">
                        <c:v>31185</c:v>
                      </c:pt>
                      <c:pt idx="865">
                        <c:v>31218</c:v>
                      </c:pt>
                      <c:pt idx="866">
                        <c:v>31252</c:v>
                      </c:pt>
                      <c:pt idx="867">
                        <c:v>31285</c:v>
                      </c:pt>
                      <c:pt idx="868">
                        <c:v>33</c:v>
                      </c:pt>
                      <c:pt idx="869">
                        <c:v>66</c:v>
                      </c:pt>
                      <c:pt idx="870">
                        <c:v>99</c:v>
                      </c:pt>
                      <c:pt idx="871">
                        <c:v>31411</c:v>
                      </c:pt>
                      <c:pt idx="872">
                        <c:v>31445</c:v>
                      </c:pt>
                      <c:pt idx="873">
                        <c:v>31478</c:v>
                      </c:pt>
                      <c:pt idx="874">
                        <c:v>31511</c:v>
                      </c:pt>
                      <c:pt idx="875">
                        <c:v>31545</c:v>
                      </c:pt>
                      <c:pt idx="876">
                        <c:v>31578</c:v>
                      </c:pt>
                      <c:pt idx="877">
                        <c:v>33</c:v>
                      </c:pt>
                      <c:pt idx="878">
                        <c:v>31651</c:v>
                      </c:pt>
                      <c:pt idx="879">
                        <c:v>31685</c:v>
                      </c:pt>
                      <c:pt idx="880">
                        <c:v>33</c:v>
                      </c:pt>
                      <c:pt idx="881">
                        <c:v>31747</c:v>
                      </c:pt>
                      <c:pt idx="882">
                        <c:v>33</c:v>
                      </c:pt>
                      <c:pt idx="883">
                        <c:v>31811</c:v>
                      </c:pt>
                      <c:pt idx="884">
                        <c:v>31845</c:v>
                      </c:pt>
                      <c:pt idx="885">
                        <c:v>33</c:v>
                      </c:pt>
                      <c:pt idx="886">
                        <c:v>31907</c:v>
                      </c:pt>
                      <c:pt idx="887">
                        <c:v>33</c:v>
                      </c:pt>
                      <c:pt idx="888">
                        <c:v>31987</c:v>
                      </c:pt>
                      <c:pt idx="889">
                        <c:v>32021</c:v>
                      </c:pt>
                      <c:pt idx="890">
                        <c:v>33</c:v>
                      </c:pt>
                      <c:pt idx="891">
                        <c:v>32083</c:v>
                      </c:pt>
                      <c:pt idx="892">
                        <c:v>32117</c:v>
                      </c:pt>
                      <c:pt idx="893">
                        <c:v>33</c:v>
                      </c:pt>
                      <c:pt idx="894">
                        <c:v>32179</c:v>
                      </c:pt>
                      <c:pt idx="895">
                        <c:v>32213</c:v>
                      </c:pt>
                      <c:pt idx="896">
                        <c:v>33</c:v>
                      </c:pt>
                      <c:pt idx="897">
                        <c:v>32275</c:v>
                      </c:pt>
                      <c:pt idx="898">
                        <c:v>32309</c:v>
                      </c:pt>
                      <c:pt idx="899">
                        <c:v>32342</c:v>
                      </c:pt>
                      <c:pt idx="900">
                        <c:v>33</c:v>
                      </c:pt>
                      <c:pt idx="901">
                        <c:v>32419</c:v>
                      </c:pt>
                      <c:pt idx="902">
                        <c:v>33</c:v>
                      </c:pt>
                      <c:pt idx="903">
                        <c:v>32483</c:v>
                      </c:pt>
                      <c:pt idx="904">
                        <c:v>32517</c:v>
                      </c:pt>
                      <c:pt idx="905">
                        <c:v>33</c:v>
                      </c:pt>
                      <c:pt idx="906">
                        <c:v>32579</c:v>
                      </c:pt>
                      <c:pt idx="907">
                        <c:v>32613</c:v>
                      </c:pt>
                      <c:pt idx="908">
                        <c:v>32646</c:v>
                      </c:pt>
                      <c:pt idx="909">
                        <c:v>32679</c:v>
                      </c:pt>
                      <c:pt idx="910">
                        <c:v>32713</c:v>
                      </c:pt>
                      <c:pt idx="911">
                        <c:v>32746</c:v>
                      </c:pt>
                      <c:pt idx="912">
                        <c:v>32779</c:v>
                      </c:pt>
                      <c:pt idx="913">
                        <c:v>32813</c:v>
                      </c:pt>
                      <c:pt idx="914">
                        <c:v>32846</c:v>
                      </c:pt>
                      <c:pt idx="915">
                        <c:v>32879</c:v>
                      </c:pt>
                      <c:pt idx="916">
                        <c:v>32913</c:v>
                      </c:pt>
                      <c:pt idx="917">
                        <c:v>32946</c:v>
                      </c:pt>
                      <c:pt idx="918">
                        <c:v>32979</c:v>
                      </c:pt>
                      <c:pt idx="919">
                        <c:v>33013</c:v>
                      </c:pt>
                      <c:pt idx="920">
                        <c:v>33046</c:v>
                      </c:pt>
                      <c:pt idx="921">
                        <c:v>33079</c:v>
                      </c:pt>
                      <c:pt idx="922">
                        <c:v>33113</c:v>
                      </c:pt>
                      <c:pt idx="923">
                        <c:v>33146</c:v>
                      </c:pt>
                      <c:pt idx="924">
                        <c:v>33179</c:v>
                      </c:pt>
                      <c:pt idx="925">
                        <c:v>33213</c:v>
                      </c:pt>
                      <c:pt idx="926">
                        <c:v>33246</c:v>
                      </c:pt>
                      <c:pt idx="927">
                        <c:v>33279</c:v>
                      </c:pt>
                      <c:pt idx="928">
                        <c:v>33313</c:v>
                      </c:pt>
                      <c:pt idx="929">
                        <c:v>33346</c:v>
                      </c:pt>
                      <c:pt idx="930">
                        <c:v>33379</c:v>
                      </c:pt>
                      <c:pt idx="931">
                        <c:v>33413</c:v>
                      </c:pt>
                      <c:pt idx="932">
                        <c:v>33446</c:v>
                      </c:pt>
                      <c:pt idx="933">
                        <c:v>33479</c:v>
                      </c:pt>
                      <c:pt idx="934">
                        <c:v>33513</c:v>
                      </c:pt>
                      <c:pt idx="935">
                        <c:v>33546</c:v>
                      </c:pt>
                      <c:pt idx="936">
                        <c:v>33579</c:v>
                      </c:pt>
                      <c:pt idx="937">
                        <c:v>33613</c:v>
                      </c:pt>
                      <c:pt idx="938">
                        <c:v>33646</c:v>
                      </c:pt>
                      <c:pt idx="939">
                        <c:v>33679</c:v>
                      </c:pt>
                      <c:pt idx="940">
                        <c:v>33713</c:v>
                      </c:pt>
                      <c:pt idx="941">
                        <c:v>33746</c:v>
                      </c:pt>
                      <c:pt idx="942">
                        <c:v>33779</c:v>
                      </c:pt>
                      <c:pt idx="943">
                        <c:v>33813</c:v>
                      </c:pt>
                      <c:pt idx="944">
                        <c:v>33846</c:v>
                      </c:pt>
                      <c:pt idx="945">
                        <c:v>33879</c:v>
                      </c:pt>
                      <c:pt idx="946">
                        <c:v>33913</c:v>
                      </c:pt>
                      <c:pt idx="947">
                        <c:v>33946</c:v>
                      </c:pt>
                      <c:pt idx="948">
                        <c:v>33979</c:v>
                      </c:pt>
                      <c:pt idx="949">
                        <c:v>34013</c:v>
                      </c:pt>
                      <c:pt idx="950">
                        <c:v>34046</c:v>
                      </c:pt>
                      <c:pt idx="951">
                        <c:v>34079</c:v>
                      </c:pt>
                      <c:pt idx="952">
                        <c:v>34113</c:v>
                      </c:pt>
                      <c:pt idx="953">
                        <c:v>34146</c:v>
                      </c:pt>
                      <c:pt idx="954">
                        <c:v>34179</c:v>
                      </c:pt>
                      <c:pt idx="955">
                        <c:v>34213</c:v>
                      </c:pt>
                      <c:pt idx="956">
                        <c:v>34246</c:v>
                      </c:pt>
                      <c:pt idx="957">
                        <c:v>34279</c:v>
                      </c:pt>
                      <c:pt idx="958">
                        <c:v>34313</c:v>
                      </c:pt>
                      <c:pt idx="959">
                        <c:v>34346</c:v>
                      </c:pt>
                      <c:pt idx="960">
                        <c:v>34379</c:v>
                      </c:pt>
                      <c:pt idx="961">
                        <c:v>34413</c:v>
                      </c:pt>
                      <c:pt idx="962">
                        <c:v>34446</c:v>
                      </c:pt>
                      <c:pt idx="963">
                        <c:v>34479</c:v>
                      </c:pt>
                      <c:pt idx="964">
                        <c:v>34513</c:v>
                      </c:pt>
                      <c:pt idx="965">
                        <c:v>34546</c:v>
                      </c:pt>
                      <c:pt idx="966">
                        <c:v>34579</c:v>
                      </c:pt>
                      <c:pt idx="967">
                        <c:v>34613</c:v>
                      </c:pt>
                      <c:pt idx="968">
                        <c:v>34646</c:v>
                      </c:pt>
                      <c:pt idx="969">
                        <c:v>34679</c:v>
                      </c:pt>
                      <c:pt idx="970">
                        <c:v>34713</c:v>
                      </c:pt>
                      <c:pt idx="971">
                        <c:v>34746</c:v>
                      </c:pt>
                      <c:pt idx="972">
                        <c:v>34779</c:v>
                      </c:pt>
                      <c:pt idx="973">
                        <c:v>34813</c:v>
                      </c:pt>
                      <c:pt idx="974">
                        <c:v>34846</c:v>
                      </c:pt>
                      <c:pt idx="975">
                        <c:v>34879</c:v>
                      </c:pt>
                      <c:pt idx="976">
                        <c:v>34913</c:v>
                      </c:pt>
                      <c:pt idx="977">
                        <c:v>34946</c:v>
                      </c:pt>
                      <c:pt idx="978">
                        <c:v>34979</c:v>
                      </c:pt>
                      <c:pt idx="979">
                        <c:v>35013</c:v>
                      </c:pt>
                      <c:pt idx="980">
                        <c:v>35046</c:v>
                      </c:pt>
                      <c:pt idx="981">
                        <c:v>35079</c:v>
                      </c:pt>
                      <c:pt idx="982">
                        <c:v>35113</c:v>
                      </c:pt>
                      <c:pt idx="983">
                        <c:v>35146</c:v>
                      </c:pt>
                      <c:pt idx="984">
                        <c:v>35179</c:v>
                      </c:pt>
                      <c:pt idx="985">
                        <c:v>35213</c:v>
                      </c:pt>
                      <c:pt idx="986">
                        <c:v>35246</c:v>
                      </c:pt>
                      <c:pt idx="987">
                        <c:v>35279</c:v>
                      </c:pt>
                      <c:pt idx="988">
                        <c:v>35313</c:v>
                      </c:pt>
                      <c:pt idx="989">
                        <c:v>35346</c:v>
                      </c:pt>
                      <c:pt idx="990">
                        <c:v>35379</c:v>
                      </c:pt>
                      <c:pt idx="991">
                        <c:v>35413</c:v>
                      </c:pt>
                      <c:pt idx="992">
                        <c:v>35446</c:v>
                      </c:pt>
                      <c:pt idx="993">
                        <c:v>35479</c:v>
                      </c:pt>
                      <c:pt idx="994">
                        <c:v>35513</c:v>
                      </c:pt>
                      <c:pt idx="995">
                        <c:v>35546</c:v>
                      </c:pt>
                      <c:pt idx="996">
                        <c:v>35579</c:v>
                      </c:pt>
                      <c:pt idx="997">
                        <c:v>35613</c:v>
                      </c:pt>
                      <c:pt idx="998">
                        <c:v>35646</c:v>
                      </c:pt>
                      <c:pt idx="999">
                        <c:v>35679</c:v>
                      </c:pt>
                      <c:pt idx="1000">
                        <c:v>35713</c:v>
                      </c:pt>
                      <c:pt idx="1001">
                        <c:v>35746</c:v>
                      </c:pt>
                      <c:pt idx="1002">
                        <c:v>35779</c:v>
                      </c:pt>
                      <c:pt idx="1003">
                        <c:v>35813</c:v>
                      </c:pt>
                      <c:pt idx="1004">
                        <c:v>35846</c:v>
                      </c:pt>
                      <c:pt idx="1005">
                        <c:v>35879</c:v>
                      </c:pt>
                      <c:pt idx="1006">
                        <c:v>35913</c:v>
                      </c:pt>
                      <c:pt idx="1007">
                        <c:v>35946</c:v>
                      </c:pt>
                      <c:pt idx="1008">
                        <c:v>35979</c:v>
                      </c:pt>
                      <c:pt idx="1009">
                        <c:v>36013</c:v>
                      </c:pt>
                      <c:pt idx="1010">
                        <c:v>36046</c:v>
                      </c:pt>
                      <c:pt idx="1011">
                        <c:v>36079</c:v>
                      </c:pt>
                      <c:pt idx="1012">
                        <c:v>36113</c:v>
                      </c:pt>
                      <c:pt idx="1013">
                        <c:v>36146</c:v>
                      </c:pt>
                      <c:pt idx="1014">
                        <c:v>36179</c:v>
                      </c:pt>
                      <c:pt idx="1015">
                        <c:v>36213</c:v>
                      </c:pt>
                      <c:pt idx="1016">
                        <c:v>36246</c:v>
                      </c:pt>
                      <c:pt idx="1017">
                        <c:v>36279</c:v>
                      </c:pt>
                      <c:pt idx="1018">
                        <c:v>36313</c:v>
                      </c:pt>
                      <c:pt idx="1019">
                        <c:v>36346</c:v>
                      </c:pt>
                      <c:pt idx="1020">
                        <c:v>36379</c:v>
                      </c:pt>
                      <c:pt idx="1021">
                        <c:v>36413</c:v>
                      </c:pt>
                    </c:strCache>
                  </c:strRef>
                </c:tx>
                <c:spPr>
                  <a:ln w="28575" cap="rnd">
                    <a:solidFill>
                      <a:schemeClr val="accent4"/>
                    </a:solidFill>
                    <a:round/>
                  </a:ln>
                  <a:effectLst/>
                </c:spPr>
                <c:marker>
                  <c:symbol val="none"/>
                </c:marker>
                <c:cat>
                  <c:numRef>
                    <c:extLst>
                      <c:ext uri="{02D57815-91ED-43cb-92C2-25804820EDAC}">
                        <c15:formulaRef>
                          <c15:sqref>発表用!$B$3:$B$1022</c15:sqref>
                        </c15:formulaRef>
                      </c:ext>
                    </c:extLst>
                    <c:numCache>
                      <c:formatCode>General</c:formatCode>
                      <c:ptCount val="1020"/>
                      <c:pt idx="0">
                        <c:v>2448</c:v>
                      </c:pt>
                      <c:pt idx="1">
                        <c:v>2482</c:v>
                      </c:pt>
                      <c:pt idx="2">
                        <c:v>2515</c:v>
                      </c:pt>
                      <c:pt idx="3">
                        <c:v>2548</c:v>
                      </c:pt>
                      <c:pt idx="4">
                        <c:v>2582</c:v>
                      </c:pt>
                      <c:pt idx="5">
                        <c:v>2615</c:v>
                      </c:pt>
                      <c:pt idx="6">
                        <c:v>2648</c:v>
                      </c:pt>
                      <c:pt idx="7">
                        <c:v>2682</c:v>
                      </c:pt>
                      <c:pt idx="8">
                        <c:v>2715</c:v>
                      </c:pt>
                      <c:pt idx="9">
                        <c:v>2748</c:v>
                      </c:pt>
                      <c:pt idx="10">
                        <c:v>2782</c:v>
                      </c:pt>
                      <c:pt idx="11">
                        <c:v>2815</c:v>
                      </c:pt>
                      <c:pt idx="12">
                        <c:v>2848</c:v>
                      </c:pt>
                      <c:pt idx="13">
                        <c:v>2882</c:v>
                      </c:pt>
                      <c:pt idx="14">
                        <c:v>2915</c:v>
                      </c:pt>
                      <c:pt idx="15">
                        <c:v>2948</c:v>
                      </c:pt>
                      <c:pt idx="16">
                        <c:v>2982</c:v>
                      </c:pt>
                      <c:pt idx="17">
                        <c:v>3015</c:v>
                      </c:pt>
                      <c:pt idx="18">
                        <c:v>3048</c:v>
                      </c:pt>
                      <c:pt idx="19">
                        <c:v>3082</c:v>
                      </c:pt>
                      <c:pt idx="20">
                        <c:v>3115</c:v>
                      </c:pt>
                      <c:pt idx="21">
                        <c:v>3148</c:v>
                      </c:pt>
                      <c:pt idx="22">
                        <c:v>3182</c:v>
                      </c:pt>
                      <c:pt idx="23">
                        <c:v>3215</c:v>
                      </c:pt>
                      <c:pt idx="24">
                        <c:v>3248</c:v>
                      </c:pt>
                      <c:pt idx="25">
                        <c:v>3282</c:v>
                      </c:pt>
                      <c:pt idx="26">
                        <c:v>3315</c:v>
                      </c:pt>
                      <c:pt idx="27">
                        <c:v>3348</c:v>
                      </c:pt>
                      <c:pt idx="28">
                        <c:v>3382</c:v>
                      </c:pt>
                      <c:pt idx="29">
                        <c:v>3415</c:v>
                      </c:pt>
                      <c:pt idx="30">
                        <c:v>3448</c:v>
                      </c:pt>
                      <c:pt idx="31">
                        <c:v>3482</c:v>
                      </c:pt>
                      <c:pt idx="32">
                        <c:v>3515</c:v>
                      </c:pt>
                      <c:pt idx="33">
                        <c:v>3548</c:v>
                      </c:pt>
                      <c:pt idx="34">
                        <c:v>3582</c:v>
                      </c:pt>
                      <c:pt idx="35">
                        <c:v>3615</c:v>
                      </c:pt>
                      <c:pt idx="36">
                        <c:v>3648</c:v>
                      </c:pt>
                      <c:pt idx="37">
                        <c:v>3682</c:v>
                      </c:pt>
                      <c:pt idx="38">
                        <c:v>3715</c:v>
                      </c:pt>
                      <c:pt idx="39">
                        <c:v>3748</c:v>
                      </c:pt>
                      <c:pt idx="40">
                        <c:v>3782</c:v>
                      </c:pt>
                      <c:pt idx="41">
                        <c:v>3815</c:v>
                      </c:pt>
                      <c:pt idx="42">
                        <c:v>3848</c:v>
                      </c:pt>
                      <c:pt idx="43">
                        <c:v>3882</c:v>
                      </c:pt>
                      <c:pt idx="44">
                        <c:v>3915</c:v>
                      </c:pt>
                      <c:pt idx="45">
                        <c:v>3948</c:v>
                      </c:pt>
                      <c:pt idx="46">
                        <c:v>3982</c:v>
                      </c:pt>
                      <c:pt idx="47">
                        <c:v>4015</c:v>
                      </c:pt>
                      <c:pt idx="48">
                        <c:v>4048</c:v>
                      </c:pt>
                      <c:pt idx="49">
                        <c:v>4082</c:v>
                      </c:pt>
                      <c:pt idx="50">
                        <c:v>4115</c:v>
                      </c:pt>
                      <c:pt idx="51">
                        <c:v>4148</c:v>
                      </c:pt>
                      <c:pt idx="52">
                        <c:v>4182</c:v>
                      </c:pt>
                      <c:pt idx="53">
                        <c:v>4215</c:v>
                      </c:pt>
                      <c:pt idx="54">
                        <c:v>4248</c:v>
                      </c:pt>
                      <c:pt idx="55">
                        <c:v>4282</c:v>
                      </c:pt>
                      <c:pt idx="56">
                        <c:v>4315</c:v>
                      </c:pt>
                      <c:pt idx="57">
                        <c:v>4348</c:v>
                      </c:pt>
                      <c:pt idx="58">
                        <c:v>4382</c:v>
                      </c:pt>
                      <c:pt idx="59">
                        <c:v>4415</c:v>
                      </c:pt>
                      <c:pt idx="60">
                        <c:v>4448</c:v>
                      </c:pt>
                      <c:pt idx="61">
                        <c:v>4482</c:v>
                      </c:pt>
                      <c:pt idx="62">
                        <c:v>4515</c:v>
                      </c:pt>
                      <c:pt idx="63">
                        <c:v>4548</c:v>
                      </c:pt>
                      <c:pt idx="64">
                        <c:v>4582</c:v>
                      </c:pt>
                      <c:pt idx="65">
                        <c:v>4615</c:v>
                      </c:pt>
                      <c:pt idx="66">
                        <c:v>4648</c:v>
                      </c:pt>
                      <c:pt idx="67">
                        <c:v>4682</c:v>
                      </c:pt>
                      <c:pt idx="68">
                        <c:v>4715</c:v>
                      </c:pt>
                      <c:pt idx="69">
                        <c:v>4748</c:v>
                      </c:pt>
                      <c:pt idx="70">
                        <c:v>4782</c:v>
                      </c:pt>
                      <c:pt idx="71">
                        <c:v>4815</c:v>
                      </c:pt>
                      <c:pt idx="72">
                        <c:v>4848</c:v>
                      </c:pt>
                      <c:pt idx="73">
                        <c:v>4882</c:v>
                      </c:pt>
                      <c:pt idx="74">
                        <c:v>4915</c:v>
                      </c:pt>
                      <c:pt idx="75">
                        <c:v>4948</c:v>
                      </c:pt>
                      <c:pt idx="76">
                        <c:v>4982</c:v>
                      </c:pt>
                      <c:pt idx="77">
                        <c:v>5015</c:v>
                      </c:pt>
                      <c:pt idx="78">
                        <c:v>5048</c:v>
                      </c:pt>
                      <c:pt idx="79">
                        <c:v>5082</c:v>
                      </c:pt>
                      <c:pt idx="80">
                        <c:v>5115</c:v>
                      </c:pt>
                      <c:pt idx="81">
                        <c:v>5148</c:v>
                      </c:pt>
                      <c:pt idx="82">
                        <c:v>5182</c:v>
                      </c:pt>
                      <c:pt idx="83">
                        <c:v>5215</c:v>
                      </c:pt>
                      <c:pt idx="84">
                        <c:v>5248</c:v>
                      </c:pt>
                      <c:pt idx="85">
                        <c:v>5282</c:v>
                      </c:pt>
                      <c:pt idx="86">
                        <c:v>5315</c:v>
                      </c:pt>
                      <c:pt idx="87">
                        <c:v>5348</c:v>
                      </c:pt>
                      <c:pt idx="88">
                        <c:v>5382</c:v>
                      </c:pt>
                      <c:pt idx="89">
                        <c:v>5415</c:v>
                      </c:pt>
                      <c:pt idx="90">
                        <c:v>5448</c:v>
                      </c:pt>
                      <c:pt idx="91">
                        <c:v>5482</c:v>
                      </c:pt>
                      <c:pt idx="92">
                        <c:v>5515</c:v>
                      </c:pt>
                      <c:pt idx="93">
                        <c:v>5548</c:v>
                      </c:pt>
                      <c:pt idx="94">
                        <c:v>5582</c:v>
                      </c:pt>
                      <c:pt idx="95">
                        <c:v>5615</c:v>
                      </c:pt>
                      <c:pt idx="96">
                        <c:v>5648</c:v>
                      </c:pt>
                      <c:pt idx="97">
                        <c:v>5682</c:v>
                      </c:pt>
                      <c:pt idx="98">
                        <c:v>5715</c:v>
                      </c:pt>
                      <c:pt idx="99">
                        <c:v>5748</c:v>
                      </c:pt>
                      <c:pt idx="100">
                        <c:v>5782</c:v>
                      </c:pt>
                      <c:pt idx="101">
                        <c:v>5815</c:v>
                      </c:pt>
                      <c:pt idx="102">
                        <c:v>5848</c:v>
                      </c:pt>
                      <c:pt idx="103">
                        <c:v>5882</c:v>
                      </c:pt>
                      <c:pt idx="104">
                        <c:v>5915</c:v>
                      </c:pt>
                      <c:pt idx="105">
                        <c:v>5948</c:v>
                      </c:pt>
                      <c:pt idx="106">
                        <c:v>5982</c:v>
                      </c:pt>
                      <c:pt idx="107">
                        <c:v>6015</c:v>
                      </c:pt>
                      <c:pt idx="108">
                        <c:v>6048</c:v>
                      </c:pt>
                      <c:pt idx="109">
                        <c:v>6082</c:v>
                      </c:pt>
                      <c:pt idx="110">
                        <c:v>6115</c:v>
                      </c:pt>
                      <c:pt idx="111">
                        <c:v>6148</c:v>
                      </c:pt>
                      <c:pt idx="112">
                        <c:v>6182</c:v>
                      </c:pt>
                      <c:pt idx="113">
                        <c:v>6215</c:v>
                      </c:pt>
                      <c:pt idx="114">
                        <c:v>6248</c:v>
                      </c:pt>
                      <c:pt idx="115">
                        <c:v>6282</c:v>
                      </c:pt>
                      <c:pt idx="116">
                        <c:v>6315</c:v>
                      </c:pt>
                      <c:pt idx="117">
                        <c:v>6348</c:v>
                      </c:pt>
                      <c:pt idx="118">
                        <c:v>6382</c:v>
                      </c:pt>
                      <c:pt idx="119">
                        <c:v>6415</c:v>
                      </c:pt>
                      <c:pt idx="120">
                        <c:v>6448</c:v>
                      </c:pt>
                      <c:pt idx="121">
                        <c:v>6482</c:v>
                      </c:pt>
                      <c:pt idx="122">
                        <c:v>6515</c:v>
                      </c:pt>
                      <c:pt idx="123">
                        <c:v>6548</c:v>
                      </c:pt>
                      <c:pt idx="124">
                        <c:v>6582</c:v>
                      </c:pt>
                      <c:pt idx="125">
                        <c:v>6615</c:v>
                      </c:pt>
                      <c:pt idx="126">
                        <c:v>6648</c:v>
                      </c:pt>
                      <c:pt idx="127">
                        <c:v>6682</c:v>
                      </c:pt>
                      <c:pt idx="128">
                        <c:v>6715</c:v>
                      </c:pt>
                      <c:pt idx="129">
                        <c:v>6748</c:v>
                      </c:pt>
                      <c:pt idx="130">
                        <c:v>6782</c:v>
                      </c:pt>
                      <c:pt idx="131">
                        <c:v>6815</c:v>
                      </c:pt>
                      <c:pt idx="132">
                        <c:v>6848</c:v>
                      </c:pt>
                      <c:pt idx="133">
                        <c:v>6882</c:v>
                      </c:pt>
                      <c:pt idx="134">
                        <c:v>6915</c:v>
                      </c:pt>
                      <c:pt idx="135">
                        <c:v>6948</c:v>
                      </c:pt>
                      <c:pt idx="136">
                        <c:v>6982</c:v>
                      </c:pt>
                      <c:pt idx="137">
                        <c:v>7015</c:v>
                      </c:pt>
                      <c:pt idx="138">
                        <c:v>7048</c:v>
                      </c:pt>
                      <c:pt idx="139">
                        <c:v>7082</c:v>
                      </c:pt>
                      <c:pt idx="140">
                        <c:v>7115</c:v>
                      </c:pt>
                      <c:pt idx="141">
                        <c:v>7148</c:v>
                      </c:pt>
                      <c:pt idx="142">
                        <c:v>7182</c:v>
                      </c:pt>
                      <c:pt idx="143">
                        <c:v>7215</c:v>
                      </c:pt>
                      <c:pt idx="144">
                        <c:v>7248</c:v>
                      </c:pt>
                      <c:pt idx="145">
                        <c:v>7282</c:v>
                      </c:pt>
                      <c:pt idx="146">
                        <c:v>7315</c:v>
                      </c:pt>
                      <c:pt idx="147">
                        <c:v>7348</c:v>
                      </c:pt>
                      <c:pt idx="148">
                        <c:v>7382</c:v>
                      </c:pt>
                      <c:pt idx="149">
                        <c:v>7415</c:v>
                      </c:pt>
                      <c:pt idx="150">
                        <c:v>7448</c:v>
                      </c:pt>
                      <c:pt idx="151">
                        <c:v>7482</c:v>
                      </c:pt>
                      <c:pt idx="152">
                        <c:v>7515</c:v>
                      </c:pt>
                      <c:pt idx="153">
                        <c:v>7548</c:v>
                      </c:pt>
                      <c:pt idx="154">
                        <c:v>7582</c:v>
                      </c:pt>
                      <c:pt idx="155">
                        <c:v>7615</c:v>
                      </c:pt>
                      <c:pt idx="156">
                        <c:v>7648</c:v>
                      </c:pt>
                      <c:pt idx="157">
                        <c:v>7682</c:v>
                      </c:pt>
                      <c:pt idx="158">
                        <c:v>7715</c:v>
                      </c:pt>
                      <c:pt idx="159">
                        <c:v>7748</c:v>
                      </c:pt>
                      <c:pt idx="160">
                        <c:v>7782</c:v>
                      </c:pt>
                      <c:pt idx="161">
                        <c:v>7815</c:v>
                      </c:pt>
                      <c:pt idx="162">
                        <c:v>7848</c:v>
                      </c:pt>
                      <c:pt idx="163">
                        <c:v>7882</c:v>
                      </c:pt>
                      <c:pt idx="164">
                        <c:v>7915</c:v>
                      </c:pt>
                      <c:pt idx="165">
                        <c:v>7948</c:v>
                      </c:pt>
                      <c:pt idx="166">
                        <c:v>7982</c:v>
                      </c:pt>
                      <c:pt idx="167">
                        <c:v>8015</c:v>
                      </c:pt>
                      <c:pt idx="168">
                        <c:v>8048</c:v>
                      </c:pt>
                      <c:pt idx="169">
                        <c:v>8082</c:v>
                      </c:pt>
                      <c:pt idx="170">
                        <c:v>8115</c:v>
                      </c:pt>
                      <c:pt idx="171">
                        <c:v>8148</c:v>
                      </c:pt>
                      <c:pt idx="172">
                        <c:v>8182</c:v>
                      </c:pt>
                      <c:pt idx="173">
                        <c:v>8215</c:v>
                      </c:pt>
                      <c:pt idx="174">
                        <c:v>8248</c:v>
                      </c:pt>
                      <c:pt idx="175">
                        <c:v>8282</c:v>
                      </c:pt>
                      <c:pt idx="176">
                        <c:v>8315</c:v>
                      </c:pt>
                      <c:pt idx="177">
                        <c:v>8348</c:v>
                      </c:pt>
                      <c:pt idx="178">
                        <c:v>8382</c:v>
                      </c:pt>
                      <c:pt idx="179">
                        <c:v>8415</c:v>
                      </c:pt>
                      <c:pt idx="180">
                        <c:v>8448</c:v>
                      </c:pt>
                      <c:pt idx="181">
                        <c:v>8482</c:v>
                      </c:pt>
                      <c:pt idx="182">
                        <c:v>8515</c:v>
                      </c:pt>
                      <c:pt idx="183">
                        <c:v>8548</c:v>
                      </c:pt>
                      <c:pt idx="184">
                        <c:v>8582</c:v>
                      </c:pt>
                      <c:pt idx="185">
                        <c:v>8615</c:v>
                      </c:pt>
                      <c:pt idx="186">
                        <c:v>8648</c:v>
                      </c:pt>
                      <c:pt idx="187">
                        <c:v>8682</c:v>
                      </c:pt>
                      <c:pt idx="188">
                        <c:v>8715</c:v>
                      </c:pt>
                      <c:pt idx="189">
                        <c:v>8748</c:v>
                      </c:pt>
                      <c:pt idx="190">
                        <c:v>8782</c:v>
                      </c:pt>
                      <c:pt idx="191">
                        <c:v>8815</c:v>
                      </c:pt>
                      <c:pt idx="192">
                        <c:v>8848</c:v>
                      </c:pt>
                      <c:pt idx="193">
                        <c:v>8882</c:v>
                      </c:pt>
                      <c:pt idx="194">
                        <c:v>8915</c:v>
                      </c:pt>
                      <c:pt idx="195">
                        <c:v>8948</c:v>
                      </c:pt>
                      <c:pt idx="196">
                        <c:v>8982</c:v>
                      </c:pt>
                      <c:pt idx="197">
                        <c:v>9015</c:v>
                      </c:pt>
                      <c:pt idx="198">
                        <c:v>9048</c:v>
                      </c:pt>
                      <c:pt idx="199">
                        <c:v>9082</c:v>
                      </c:pt>
                      <c:pt idx="200">
                        <c:v>9115</c:v>
                      </c:pt>
                      <c:pt idx="201">
                        <c:v>9148</c:v>
                      </c:pt>
                      <c:pt idx="202">
                        <c:v>9182</c:v>
                      </c:pt>
                      <c:pt idx="203">
                        <c:v>9215</c:v>
                      </c:pt>
                      <c:pt idx="204">
                        <c:v>9248</c:v>
                      </c:pt>
                      <c:pt idx="205">
                        <c:v>9282</c:v>
                      </c:pt>
                      <c:pt idx="206">
                        <c:v>9315</c:v>
                      </c:pt>
                      <c:pt idx="207">
                        <c:v>9348</c:v>
                      </c:pt>
                      <c:pt idx="208">
                        <c:v>9382</c:v>
                      </c:pt>
                      <c:pt idx="209">
                        <c:v>9415</c:v>
                      </c:pt>
                      <c:pt idx="210">
                        <c:v>9448</c:v>
                      </c:pt>
                      <c:pt idx="211">
                        <c:v>9482</c:v>
                      </c:pt>
                      <c:pt idx="212">
                        <c:v>9515</c:v>
                      </c:pt>
                      <c:pt idx="213">
                        <c:v>9549</c:v>
                      </c:pt>
                      <c:pt idx="214">
                        <c:v>9582</c:v>
                      </c:pt>
                      <c:pt idx="215">
                        <c:v>9615</c:v>
                      </c:pt>
                      <c:pt idx="216">
                        <c:v>9649</c:v>
                      </c:pt>
                      <c:pt idx="217">
                        <c:v>9682</c:v>
                      </c:pt>
                      <c:pt idx="218">
                        <c:v>9715</c:v>
                      </c:pt>
                      <c:pt idx="219">
                        <c:v>9749</c:v>
                      </c:pt>
                      <c:pt idx="220">
                        <c:v>9782</c:v>
                      </c:pt>
                      <c:pt idx="221">
                        <c:v>9815</c:v>
                      </c:pt>
                      <c:pt idx="222">
                        <c:v>9849</c:v>
                      </c:pt>
                      <c:pt idx="223">
                        <c:v>9882</c:v>
                      </c:pt>
                      <c:pt idx="224">
                        <c:v>9915</c:v>
                      </c:pt>
                      <c:pt idx="225">
                        <c:v>9949</c:v>
                      </c:pt>
                      <c:pt idx="226">
                        <c:v>9982</c:v>
                      </c:pt>
                      <c:pt idx="227">
                        <c:v>10015</c:v>
                      </c:pt>
                      <c:pt idx="228">
                        <c:v>10049</c:v>
                      </c:pt>
                      <c:pt idx="229">
                        <c:v>10082</c:v>
                      </c:pt>
                      <c:pt idx="230">
                        <c:v>10115</c:v>
                      </c:pt>
                      <c:pt idx="231">
                        <c:v>10149</c:v>
                      </c:pt>
                      <c:pt idx="232">
                        <c:v>10182</c:v>
                      </c:pt>
                      <c:pt idx="233">
                        <c:v>10215</c:v>
                      </c:pt>
                      <c:pt idx="234">
                        <c:v>10249</c:v>
                      </c:pt>
                      <c:pt idx="235">
                        <c:v>10282</c:v>
                      </c:pt>
                      <c:pt idx="236">
                        <c:v>10315</c:v>
                      </c:pt>
                      <c:pt idx="237">
                        <c:v>10349</c:v>
                      </c:pt>
                      <c:pt idx="238">
                        <c:v>10382</c:v>
                      </c:pt>
                      <c:pt idx="239">
                        <c:v>10415</c:v>
                      </c:pt>
                      <c:pt idx="240">
                        <c:v>10449</c:v>
                      </c:pt>
                      <c:pt idx="241">
                        <c:v>10482</c:v>
                      </c:pt>
                      <c:pt idx="242">
                        <c:v>10515</c:v>
                      </c:pt>
                      <c:pt idx="243">
                        <c:v>10549</c:v>
                      </c:pt>
                      <c:pt idx="244">
                        <c:v>10582</c:v>
                      </c:pt>
                      <c:pt idx="245">
                        <c:v>10615</c:v>
                      </c:pt>
                      <c:pt idx="246">
                        <c:v>10649</c:v>
                      </c:pt>
                      <c:pt idx="247">
                        <c:v>10682</c:v>
                      </c:pt>
                      <c:pt idx="248">
                        <c:v>10715</c:v>
                      </c:pt>
                      <c:pt idx="249">
                        <c:v>10749</c:v>
                      </c:pt>
                      <c:pt idx="250">
                        <c:v>10782</c:v>
                      </c:pt>
                      <c:pt idx="251">
                        <c:v>10815</c:v>
                      </c:pt>
                      <c:pt idx="252">
                        <c:v>10849</c:v>
                      </c:pt>
                      <c:pt idx="253">
                        <c:v>10882</c:v>
                      </c:pt>
                      <c:pt idx="254">
                        <c:v>10915</c:v>
                      </c:pt>
                      <c:pt idx="255">
                        <c:v>10949</c:v>
                      </c:pt>
                      <c:pt idx="256">
                        <c:v>10982</c:v>
                      </c:pt>
                      <c:pt idx="257">
                        <c:v>11015</c:v>
                      </c:pt>
                      <c:pt idx="258">
                        <c:v>11049</c:v>
                      </c:pt>
                      <c:pt idx="259">
                        <c:v>11082</c:v>
                      </c:pt>
                      <c:pt idx="260">
                        <c:v>11115</c:v>
                      </c:pt>
                      <c:pt idx="261">
                        <c:v>11149</c:v>
                      </c:pt>
                      <c:pt idx="262">
                        <c:v>11182</c:v>
                      </c:pt>
                      <c:pt idx="263">
                        <c:v>11215</c:v>
                      </c:pt>
                      <c:pt idx="264">
                        <c:v>11249</c:v>
                      </c:pt>
                      <c:pt idx="265">
                        <c:v>11282</c:v>
                      </c:pt>
                      <c:pt idx="266">
                        <c:v>11315</c:v>
                      </c:pt>
                      <c:pt idx="267">
                        <c:v>11349</c:v>
                      </c:pt>
                      <c:pt idx="268">
                        <c:v>11382</c:v>
                      </c:pt>
                      <c:pt idx="269">
                        <c:v>11415</c:v>
                      </c:pt>
                      <c:pt idx="270">
                        <c:v>11449</c:v>
                      </c:pt>
                      <c:pt idx="271">
                        <c:v>11482</c:v>
                      </c:pt>
                      <c:pt idx="272">
                        <c:v>11515</c:v>
                      </c:pt>
                      <c:pt idx="273">
                        <c:v>11549</c:v>
                      </c:pt>
                      <c:pt idx="274">
                        <c:v>11582</c:v>
                      </c:pt>
                      <c:pt idx="275">
                        <c:v>11615</c:v>
                      </c:pt>
                      <c:pt idx="276">
                        <c:v>11649</c:v>
                      </c:pt>
                      <c:pt idx="277">
                        <c:v>11682</c:v>
                      </c:pt>
                      <c:pt idx="278">
                        <c:v>11715</c:v>
                      </c:pt>
                      <c:pt idx="279">
                        <c:v>11749</c:v>
                      </c:pt>
                      <c:pt idx="280">
                        <c:v>11782</c:v>
                      </c:pt>
                      <c:pt idx="281">
                        <c:v>11815</c:v>
                      </c:pt>
                      <c:pt idx="282">
                        <c:v>11849</c:v>
                      </c:pt>
                      <c:pt idx="283">
                        <c:v>11882</c:v>
                      </c:pt>
                      <c:pt idx="284">
                        <c:v>11915</c:v>
                      </c:pt>
                      <c:pt idx="285">
                        <c:v>11949</c:v>
                      </c:pt>
                      <c:pt idx="286">
                        <c:v>11982</c:v>
                      </c:pt>
                      <c:pt idx="287">
                        <c:v>12015</c:v>
                      </c:pt>
                      <c:pt idx="288">
                        <c:v>12049</c:v>
                      </c:pt>
                      <c:pt idx="289">
                        <c:v>12082</c:v>
                      </c:pt>
                      <c:pt idx="290">
                        <c:v>12115</c:v>
                      </c:pt>
                      <c:pt idx="291">
                        <c:v>12149</c:v>
                      </c:pt>
                      <c:pt idx="292">
                        <c:v>12182</c:v>
                      </c:pt>
                      <c:pt idx="293">
                        <c:v>12215</c:v>
                      </c:pt>
                      <c:pt idx="294">
                        <c:v>12249</c:v>
                      </c:pt>
                      <c:pt idx="295">
                        <c:v>12282</c:v>
                      </c:pt>
                      <c:pt idx="296">
                        <c:v>12315</c:v>
                      </c:pt>
                      <c:pt idx="297">
                        <c:v>12349</c:v>
                      </c:pt>
                      <c:pt idx="298">
                        <c:v>12382</c:v>
                      </c:pt>
                      <c:pt idx="299">
                        <c:v>12415</c:v>
                      </c:pt>
                      <c:pt idx="300">
                        <c:v>12449</c:v>
                      </c:pt>
                      <c:pt idx="301">
                        <c:v>12482</c:v>
                      </c:pt>
                      <c:pt idx="302">
                        <c:v>12515</c:v>
                      </c:pt>
                      <c:pt idx="303">
                        <c:v>12549</c:v>
                      </c:pt>
                      <c:pt idx="304">
                        <c:v>12582</c:v>
                      </c:pt>
                      <c:pt idx="305">
                        <c:v>12615</c:v>
                      </c:pt>
                      <c:pt idx="306">
                        <c:v>12649</c:v>
                      </c:pt>
                      <c:pt idx="307">
                        <c:v>12682</c:v>
                      </c:pt>
                      <c:pt idx="308">
                        <c:v>12715</c:v>
                      </c:pt>
                      <c:pt idx="309">
                        <c:v>12749</c:v>
                      </c:pt>
                      <c:pt idx="310">
                        <c:v>12782</c:v>
                      </c:pt>
                      <c:pt idx="311">
                        <c:v>12815</c:v>
                      </c:pt>
                      <c:pt idx="312">
                        <c:v>12849</c:v>
                      </c:pt>
                      <c:pt idx="313">
                        <c:v>12882</c:v>
                      </c:pt>
                      <c:pt idx="314">
                        <c:v>12915</c:v>
                      </c:pt>
                      <c:pt idx="315">
                        <c:v>12949</c:v>
                      </c:pt>
                      <c:pt idx="316">
                        <c:v>12982</c:v>
                      </c:pt>
                      <c:pt idx="317">
                        <c:v>13016</c:v>
                      </c:pt>
                      <c:pt idx="318">
                        <c:v>13049</c:v>
                      </c:pt>
                      <c:pt idx="319">
                        <c:v>13082</c:v>
                      </c:pt>
                      <c:pt idx="320">
                        <c:v>13116</c:v>
                      </c:pt>
                      <c:pt idx="321">
                        <c:v>13149</c:v>
                      </c:pt>
                      <c:pt idx="322">
                        <c:v>13182</c:v>
                      </c:pt>
                      <c:pt idx="323">
                        <c:v>13216</c:v>
                      </c:pt>
                      <c:pt idx="324">
                        <c:v>13249</c:v>
                      </c:pt>
                      <c:pt idx="325">
                        <c:v>13282</c:v>
                      </c:pt>
                      <c:pt idx="326">
                        <c:v>13316</c:v>
                      </c:pt>
                      <c:pt idx="327">
                        <c:v>13349</c:v>
                      </c:pt>
                      <c:pt idx="328">
                        <c:v>13382</c:v>
                      </c:pt>
                      <c:pt idx="329">
                        <c:v>13416</c:v>
                      </c:pt>
                      <c:pt idx="330">
                        <c:v>13449</c:v>
                      </c:pt>
                      <c:pt idx="331">
                        <c:v>13482</c:v>
                      </c:pt>
                      <c:pt idx="332">
                        <c:v>13516</c:v>
                      </c:pt>
                      <c:pt idx="333">
                        <c:v>13549</c:v>
                      </c:pt>
                      <c:pt idx="334">
                        <c:v>13582</c:v>
                      </c:pt>
                      <c:pt idx="335">
                        <c:v>13616</c:v>
                      </c:pt>
                      <c:pt idx="336">
                        <c:v>13649</c:v>
                      </c:pt>
                      <c:pt idx="337">
                        <c:v>13682</c:v>
                      </c:pt>
                      <c:pt idx="338">
                        <c:v>13716</c:v>
                      </c:pt>
                      <c:pt idx="339">
                        <c:v>13749</c:v>
                      </c:pt>
                      <c:pt idx="340">
                        <c:v>13782</c:v>
                      </c:pt>
                      <c:pt idx="341">
                        <c:v>13816</c:v>
                      </c:pt>
                      <c:pt idx="342">
                        <c:v>13849</c:v>
                      </c:pt>
                      <c:pt idx="343">
                        <c:v>13882</c:v>
                      </c:pt>
                      <c:pt idx="344">
                        <c:v>13916</c:v>
                      </c:pt>
                      <c:pt idx="345">
                        <c:v>13949</c:v>
                      </c:pt>
                      <c:pt idx="346">
                        <c:v>13982</c:v>
                      </c:pt>
                      <c:pt idx="347">
                        <c:v>14016</c:v>
                      </c:pt>
                      <c:pt idx="348">
                        <c:v>14049</c:v>
                      </c:pt>
                      <c:pt idx="349">
                        <c:v>14082</c:v>
                      </c:pt>
                      <c:pt idx="350">
                        <c:v>14116</c:v>
                      </c:pt>
                      <c:pt idx="351">
                        <c:v>14149</c:v>
                      </c:pt>
                      <c:pt idx="352">
                        <c:v>14182</c:v>
                      </c:pt>
                      <c:pt idx="353">
                        <c:v>14216</c:v>
                      </c:pt>
                      <c:pt idx="354">
                        <c:v>14249</c:v>
                      </c:pt>
                      <c:pt idx="355">
                        <c:v>14282</c:v>
                      </c:pt>
                      <c:pt idx="356">
                        <c:v>14316</c:v>
                      </c:pt>
                      <c:pt idx="357">
                        <c:v>14349</c:v>
                      </c:pt>
                      <c:pt idx="358">
                        <c:v>14382</c:v>
                      </c:pt>
                      <c:pt idx="359">
                        <c:v>14416</c:v>
                      </c:pt>
                      <c:pt idx="360">
                        <c:v>14449</c:v>
                      </c:pt>
                      <c:pt idx="361">
                        <c:v>14482</c:v>
                      </c:pt>
                      <c:pt idx="362">
                        <c:v>14516</c:v>
                      </c:pt>
                      <c:pt idx="363">
                        <c:v>14549</c:v>
                      </c:pt>
                      <c:pt idx="364">
                        <c:v>14582</c:v>
                      </c:pt>
                      <c:pt idx="365">
                        <c:v>14616</c:v>
                      </c:pt>
                      <c:pt idx="366">
                        <c:v>14649</c:v>
                      </c:pt>
                      <c:pt idx="367">
                        <c:v>14682</c:v>
                      </c:pt>
                      <c:pt idx="368">
                        <c:v>14716</c:v>
                      </c:pt>
                      <c:pt idx="369">
                        <c:v>14749</c:v>
                      </c:pt>
                      <c:pt idx="370">
                        <c:v>14782</c:v>
                      </c:pt>
                      <c:pt idx="371">
                        <c:v>14816</c:v>
                      </c:pt>
                      <c:pt idx="372">
                        <c:v>14849</c:v>
                      </c:pt>
                      <c:pt idx="373">
                        <c:v>14882</c:v>
                      </c:pt>
                      <c:pt idx="374">
                        <c:v>14916</c:v>
                      </c:pt>
                      <c:pt idx="375">
                        <c:v>14949</c:v>
                      </c:pt>
                      <c:pt idx="376">
                        <c:v>14982</c:v>
                      </c:pt>
                      <c:pt idx="377">
                        <c:v>15016</c:v>
                      </c:pt>
                      <c:pt idx="378">
                        <c:v>15049</c:v>
                      </c:pt>
                      <c:pt idx="379">
                        <c:v>15082</c:v>
                      </c:pt>
                      <c:pt idx="380">
                        <c:v>15116</c:v>
                      </c:pt>
                      <c:pt idx="381">
                        <c:v>15149</c:v>
                      </c:pt>
                      <c:pt idx="382">
                        <c:v>15182</c:v>
                      </c:pt>
                      <c:pt idx="383">
                        <c:v>15216</c:v>
                      </c:pt>
                      <c:pt idx="384">
                        <c:v>15249</c:v>
                      </c:pt>
                      <c:pt idx="385">
                        <c:v>15283</c:v>
                      </c:pt>
                      <c:pt idx="386">
                        <c:v>15316</c:v>
                      </c:pt>
                      <c:pt idx="387">
                        <c:v>15349</c:v>
                      </c:pt>
                      <c:pt idx="388">
                        <c:v>15383</c:v>
                      </c:pt>
                      <c:pt idx="389">
                        <c:v>15416</c:v>
                      </c:pt>
                      <c:pt idx="390">
                        <c:v>15449</c:v>
                      </c:pt>
                      <c:pt idx="391">
                        <c:v>15483</c:v>
                      </c:pt>
                      <c:pt idx="392">
                        <c:v>15516</c:v>
                      </c:pt>
                      <c:pt idx="393">
                        <c:v>15549</c:v>
                      </c:pt>
                      <c:pt idx="394">
                        <c:v>15583</c:v>
                      </c:pt>
                      <c:pt idx="395">
                        <c:v>15616</c:v>
                      </c:pt>
                      <c:pt idx="396">
                        <c:v>15649</c:v>
                      </c:pt>
                      <c:pt idx="397">
                        <c:v>15683</c:v>
                      </c:pt>
                      <c:pt idx="398">
                        <c:v>15716</c:v>
                      </c:pt>
                      <c:pt idx="399">
                        <c:v>15749</c:v>
                      </c:pt>
                      <c:pt idx="400">
                        <c:v>15783</c:v>
                      </c:pt>
                      <c:pt idx="401">
                        <c:v>15816</c:v>
                      </c:pt>
                      <c:pt idx="402">
                        <c:v>15849</c:v>
                      </c:pt>
                      <c:pt idx="403">
                        <c:v>15883</c:v>
                      </c:pt>
                      <c:pt idx="404">
                        <c:v>15916</c:v>
                      </c:pt>
                      <c:pt idx="405">
                        <c:v>15949</c:v>
                      </c:pt>
                      <c:pt idx="406">
                        <c:v>15983</c:v>
                      </c:pt>
                      <c:pt idx="407">
                        <c:v>16016</c:v>
                      </c:pt>
                      <c:pt idx="408">
                        <c:v>16049</c:v>
                      </c:pt>
                      <c:pt idx="409">
                        <c:v>16083</c:v>
                      </c:pt>
                      <c:pt idx="410">
                        <c:v>16116</c:v>
                      </c:pt>
                      <c:pt idx="411">
                        <c:v>16149</c:v>
                      </c:pt>
                      <c:pt idx="412">
                        <c:v>16183</c:v>
                      </c:pt>
                      <c:pt idx="413">
                        <c:v>16216</c:v>
                      </c:pt>
                      <c:pt idx="414">
                        <c:v>16249</c:v>
                      </c:pt>
                      <c:pt idx="415">
                        <c:v>16283</c:v>
                      </c:pt>
                      <c:pt idx="416">
                        <c:v>16316</c:v>
                      </c:pt>
                      <c:pt idx="417">
                        <c:v>16349</c:v>
                      </c:pt>
                      <c:pt idx="418">
                        <c:v>16383</c:v>
                      </c:pt>
                      <c:pt idx="419">
                        <c:v>16416</c:v>
                      </c:pt>
                      <c:pt idx="420">
                        <c:v>16449</c:v>
                      </c:pt>
                      <c:pt idx="421">
                        <c:v>16483</c:v>
                      </c:pt>
                      <c:pt idx="422">
                        <c:v>16516</c:v>
                      </c:pt>
                      <c:pt idx="423">
                        <c:v>16549</c:v>
                      </c:pt>
                      <c:pt idx="424">
                        <c:v>16583</c:v>
                      </c:pt>
                      <c:pt idx="425">
                        <c:v>16616</c:v>
                      </c:pt>
                      <c:pt idx="426">
                        <c:v>16649</c:v>
                      </c:pt>
                      <c:pt idx="427">
                        <c:v>16683</c:v>
                      </c:pt>
                      <c:pt idx="428">
                        <c:v>16716</c:v>
                      </c:pt>
                      <c:pt idx="429">
                        <c:v>16749</c:v>
                      </c:pt>
                      <c:pt idx="430">
                        <c:v>16783</c:v>
                      </c:pt>
                      <c:pt idx="431">
                        <c:v>16816</c:v>
                      </c:pt>
                      <c:pt idx="432">
                        <c:v>16849</c:v>
                      </c:pt>
                      <c:pt idx="433">
                        <c:v>16883</c:v>
                      </c:pt>
                      <c:pt idx="434">
                        <c:v>16916</c:v>
                      </c:pt>
                      <c:pt idx="435">
                        <c:v>16949</c:v>
                      </c:pt>
                      <c:pt idx="436">
                        <c:v>16983</c:v>
                      </c:pt>
                      <c:pt idx="437">
                        <c:v>17016</c:v>
                      </c:pt>
                      <c:pt idx="438">
                        <c:v>17049</c:v>
                      </c:pt>
                      <c:pt idx="439">
                        <c:v>17083</c:v>
                      </c:pt>
                      <c:pt idx="440">
                        <c:v>17116</c:v>
                      </c:pt>
                      <c:pt idx="441">
                        <c:v>17149</c:v>
                      </c:pt>
                      <c:pt idx="442">
                        <c:v>17183</c:v>
                      </c:pt>
                      <c:pt idx="443">
                        <c:v>17216</c:v>
                      </c:pt>
                      <c:pt idx="444">
                        <c:v>17249</c:v>
                      </c:pt>
                      <c:pt idx="445">
                        <c:v>17283</c:v>
                      </c:pt>
                      <c:pt idx="446">
                        <c:v>17316</c:v>
                      </c:pt>
                      <c:pt idx="447">
                        <c:v>17349</c:v>
                      </c:pt>
                      <c:pt idx="448">
                        <c:v>17383</c:v>
                      </c:pt>
                      <c:pt idx="449">
                        <c:v>17416</c:v>
                      </c:pt>
                      <c:pt idx="450">
                        <c:v>17449</c:v>
                      </c:pt>
                      <c:pt idx="451">
                        <c:v>17483</c:v>
                      </c:pt>
                      <c:pt idx="452">
                        <c:v>17516</c:v>
                      </c:pt>
                      <c:pt idx="453">
                        <c:v>17550</c:v>
                      </c:pt>
                      <c:pt idx="454">
                        <c:v>17583</c:v>
                      </c:pt>
                      <c:pt idx="455">
                        <c:v>17616</c:v>
                      </c:pt>
                      <c:pt idx="456">
                        <c:v>17650</c:v>
                      </c:pt>
                      <c:pt idx="457">
                        <c:v>17683</c:v>
                      </c:pt>
                      <c:pt idx="458">
                        <c:v>17716</c:v>
                      </c:pt>
                      <c:pt idx="459">
                        <c:v>17750</c:v>
                      </c:pt>
                      <c:pt idx="460">
                        <c:v>17783</c:v>
                      </c:pt>
                      <c:pt idx="461">
                        <c:v>17816</c:v>
                      </c:pt>
                      <c:pt idx="462">
                        <c:v>17850</c:v>
                      </c:pt>
                      <c:pt idx="463">
                        <c:v>17883</c:v>
                      </c:pt>
                      <c:pt idx="464">
                        <c:v>17916</c:v>
                      </c:pt>
                      <c:pt idx="465">
                        <c:v>17950</c:v>
                      </c:pt>
                      <c:pt idx="466">
                        <c:v>17983</c:v>
                      </c:pt>
                      <c:pt idx="467">
                        <c:v>18016</c:v>
                      </c:pt>
                      <c:pt idx="468">
                        <c:v>18050</c:v>
                      </c:pt>
                      <c:pt idx="469">
                        <c:v>18083</c:v>
                      </c:pt>
                      <c:pt idx="470">
                        <c:v>18116</c:v>
                      </c:pt>
                      <c:pt idx="471">
                        <c:v>18150</c:v>
                      </c:pt>
                      <c:pt idx="472">
                        <c:v>18183</c:v>
                      </c:pt>
                      <c:pt idx="473">
                        <c:v>18216</c:v>
                      </c:pt>
                      <c:pt idx="474">
                        <c:v>18250</c:v>
                      </c:pt>
                      <c:pt idx="475">
                        <c:v>18283</c:v>
                      </c:pt>
                      <c:pt idx="476">
                        <c:v>18316</c:v>
                      </c:pt>
                      <c:pt idx="477">
                        <c:v>18350</c:v>
                      </c:pt>
                      <c:pt idx="478">
                        <c:v>18383</c:v>
                      </c:pt>
                      <c:pt idx="479">
                        <c:v>18416</c:v>
                      </c:pt>
                      <c:pt idx="480">
                        <c:v>18450</c:v>
                      </c:pt>
                      <c:pt idx="481">
                        <c:v>18483</c:v>
                      </c:pt>
                      <c:pt idx="482">
                        <c:v>18516</c:v>
                      </c:pt>
                      <c:pt idx="483">
                        <c:v>18550</c:v>
                      </c:pt>
                      <c:pt idx="484">
                        <c:v>18583</c:v>
                      </c:pt>
                      <c:pt idx="485">
                        <c:v>18616</c:v>
                      </c:pt>
                      <c:pt idx="486">
                        <c:v>18650</c:v>
                      </c:pt>
                      <c:pt idx="487">
                        <c:v>18683</c:v>
                      </c:pt>
                      <c:pt idx="488">
                        <c:v>18716</c:v>
                      </c:pt>
                      <c:pt idx="489">
                        <c:v>18750</c:v>
                      </c:pt>
                      <c:pt idx="490">
                        <c:v>18783</c:v>
                      </c:pt>
                      <c:pt idx="491">
                        <c:v>18816</c:v>
                      </c:pt>
                      <c:pt idx="492">
                        <c:v>18850</c:v>
                      </c:pt>
                      <c:pt idx="493">
                        <c:v>18883</c:v>
                      </c:pt>
                      <c:pt idx="494">
                        <c:v>18916</c:v>
                      </c:pt>
                      <c:pt idx="495">
                        <c:v>18950</c:v>
                      </c:pt>
                      <c:pt idx="496">
                        <c:v>18983</c:v>
                      </c:pt>
                      <c:pt idx="497">
                        <c:v>19016</c:v>
                      </c:pt>
                      <c:pt idx="498">
                        <c:v>19050</c:v>
                      </c:pt>
                      <c:pt idx="499">
                        <c:v>19083</c:v>
                      </c:pt>
                      <c:pt idx="500">
                        <c:v>19116</c:v>
                      </c:pt>
                      <c:pt idx="501">
                        <c:v>19150</c:v>
                      </c:pt>
                      <c:pt idx="502">
                        <c:v>19183</c:v>
                      </c:pt>
                      <c:pt idx="503">
                        <c:v>19216</c:v>
                      </c:pt>
                      <c:pt idx="504">
                        <c:v>19250</c:v>
                      </c:pt>
                      <c:pt idx="505">
                        <c:v>19283</c:v>
                      </c:pt>
                      <c:pt idx="506">
                        <c:v>19316</c:v>
                      </c:pt>
                      <c:pt idx="507">
                        <c:v>19350</c:v>
                      </c:pt>
                      <c:pt idx="508">
                        <c:v>19383</c:v>
                      </c:pt>
                      <c:pt idx="509">
                        <c:v>19416</c:v>
                      </c:pt>
                      <c:pt idx="510">
                        <c:v>19450</c:v>
                      </c:pt>
                      <c:pt idx="511">
                        <c:v>19483</c:v>
                      </c:pt>
                      <c:pt idx="512">
                        <c:v>19516</c:v>
                      </c:pt>
                      <c:pt idx="513">
                        <c:v>19550</c:v>
                      </c:pt>
                      <c:pt idx="514">
                        <c:v>19583</c:v>
                      </c:pt>
                      <c:pt idx="515">
                        <c:v>19616</c:v>
                      </c:pt>
                      <c:pt idx="516">
                        <c:v>19650</c:v>
                      </c:pt>
                      <c:pt idx="517">
                        <c:v>19683</c:v>
                      </c:pt>
                      <c:pt idx="518">
                        <c:v>19716</c:v>
                      </c:pt>
                      <c:pt idx="519">
                        <c:v>19750</c:v>
                      </c:pt>
                      <c:pt idx="520">
                        <c:v>19783</c:v>
                      </c:pt>
                      <c:pt idx="521">
                        <c:v>19817</c:v>
                      </c:pt>
                      <c:pt idx="522">
                        <c:v>19850</c:v>
                      </c:pt>
                      <c:pt idx="523">
                        <c:v>19883</c:v>
                      </c:pt>
                      <c:pt idx="524">
                        <c:v>19917</c:v>
                      </c:pt>
                      <c:pt idx="525">
                        <c:v>19950</c:v>
                      </c:pt>
                      <c:pt idx="526">
                        <c:v>19983</c:v>
                      </c:pt>
                      <c:pt idx="527">
                        <c:v>20017</c:v>
                      </c:pt>
                      <c:pt idx="528">
                        <c:v>20050</c:v>
                      </c:pt>
                      <c:pt idx="529">
                        <c:v>20083</c:v>
                      </c:pt>
                      <c:pt idx="530">
                        <c:v>20117</c:v>
                      </c:pt>
                      <c:pt idx="531">
                        <c:v>20150</c:v>
                      </c:pt>
                      <c:pt idx="532">
                        <c:v>20183</c:v>
                      </c:pt>
                      <c:pt idx="533">
                        <c:v>20217</c:v>
                      </c:pt>
                      <c:pt idx="534">
                        <c:v>20250</c:v>
                      </c:pt>
                      <c:pt idx="535">
                        <c:v>20283</c:v>
                      </c:pt>
                      <c:pt idx="536">
                        <c:v>20317</c:v>
                      </c:pt>
                      <c:pt idx="537">
                        <c:v>20350</c:v>
                      </c:pt>
                      <c:pt idx="538">
                        <c:v>20383</c:v>
                      </c:pt>
                      <c:pt idx="539">
                        <c:v>20417</c:v>
                      </c:pt>
                      <c:pt idx="540">
                        <c:v>20450</c:v>
                      </c:pt>
                      <c:pt idx="541">
                        <c:v>20483</c:v>
                      </c:pt>
                      <c:pt idx="542">
                        <c:v>20517</c:v>
                      </c:pt>
                      <c:pt idx="543">
                        <c:v>20550</c:v>
                      </c:pt>
                      <c:pt idx="544">
                        <c:v>20583</c:v>
                      </c:pt>
                      <c:pt idx="545">
                        <c:v>20617</c:v>
                      </c:pt>
                      <c:pt idx="546">
                        <c:v>20650</c:v>
                      </c:pt>
                      <c:pt idx="547">
                        <c:v>20683</c:v>
                      </c:pt>
                      <c:pt idx="548">
                        <c:v>20717</c:v>
                      </c:pt>
                      <c:pt idx="549">
                        <c:v>20750</c:v>
                      </c:pt>
                      <c:pt idx="550">
                        <c:v>20783</c:v>
                      </c:pt>
                      <c:pt idx="551">
                        <c:v>20817</c:v>
                      </c:pt>
                      <c:pt idx="552">
                        <c:v>20850</c:v>
                      </c:pt>
                      <c:pt idx="553">
                        <c:v>20883</c:v>
                      </c:pt>
                      <c:pt idx="554">
                        <c:v>20917</c:v>
                      </c:pt>
                      <c:pt idx="555">
                        <c:v>20950</c:v>
                      </c:pt>
                      <c:pt idx="556">
                        <c:v>20983</c:v>
                      </c:pt>
                      <c:pt idx="557">
                        <c:v>21017</c:v>
                      </c:pt>
                      <c:pt idx="558">
                        <c:v>21050</c:v>
                      </c:pt>
                      <c:pt idx="559">
                        <c:v>21083</c:v>
                      </c:pt>
                      <c:pt idx="560">
                        <c:v>21117</c:v>
                      </c:pt>
                      <c:pt idx="561">
                        <c:v>21150</c:v>
                      </c:pt>
                      <c:pt idx="562">
                        <c:v>21183</c:v>
                      </c:pt>
                      <c:pt idx="563">
                        <c:v>21217</c:v>
                      </c:pt>
                      <c:pt idx="564">
                        <c:v>21250</c:v>
                      </c:pt>
                      <c:pt idx="565">
                        <c:v>21283</c:v>
                      </c:pt>
                      <c:pt idx="566">
                        <c:v>21317</c:v>
                      </c:pt>
                      <c:pt idx="567">
                        <c:v>21350</c:v>
                      </c:pt>
                      <c:pt idx="568">
                        <c:v>21383</c:v>
                      </c:pt>
                      <c:pt idx="569">
                        <c:v>21417</c:v>
                      </c:pt>
                      <c:pt idx="570">
                        <c:v>21450</c:v>
                      </c:pt>
                      <c:pt idx="571">
                        <c:v>21483</c:v>
                      </c:pt>
                      <c:pt idx="572">
                        <c:v>21517</c:v>
                      </c:pt>
                      <c:pt idx="573">
                        <c:v>21550</c:v>
                      </c:pt>
                      <c:pt idx="574">
                        <c:v>21583</c:v>
                      </c:pt>
                      <c:pt idx="575">
                        <c:v>21617</c:v>
                      </c:pt>
                      <c:pt idx="576">
                        <c:v>21650</c:v>
                      </c:pt>
                      <c:pt idx="577">
                        <c:v>21683</c:v>
                      </c:pt>
                      <c:pt idx="578">
                        <c:v>21717</c:v>
                      </c:pt>
                      <c:pt idx="579">
                        <c:v>21750</c:v>
                      </c:pt>
                      <c:pt idx="580">
                        <c:v>21783</c:v>
                      </c:pt>
                      <c:pt idx="581">
                        <c:v>21817</c:v>
                      </c:pt>
                      <c:pt idx="582">
                        <c:v>21850</c:v>
                      </c:pt>
                      <c:pt idx="583">
                        <c:v>21883</c:v>
                      </c:pt>
                      <c:pt idx="584">
                        <c:v>21917</c:v>
                      </c:pt>
                      <c:pt idx="585">
                        <c:v>21950</c:v>
                      </c:pt>
                      <c:pt idx="586">
                        <c:v>21984</c:v>
                      </c:pt>
                      <c:pt idx="587">
                        <c:v>22017</c:v>
                      </c:pt>
                      <c:pt idx="588">
                        <c:v>22050</c:v>
                      </c:pt>
                      <c:pt idx="589">
                        <c:v>22084</c:v>
                      </c:pt>
                      <c:pt idx="590">
                        <c:v>22117</c:v>
                      </c:pt>
                      <c:pt idx="591">
                        <c:v>22150</c:v>
                      </c:pt>
                      <c:pt idx="592">
                        <c:v>22184</c:v>
                      </c:pt>
                      <c:pt idx="593">
                        <c:v>22217</c:v>
                      </c:pt>
                      <c:pt idx="594">
                        <c:v>22250</c:v>
                      </c:pt>
                      <c:pt idx="595">
                        <c:v>22284</c:v>
                      </c:pt>
                      <c:pt idx="596">
                        <c:v>22317</c:v>
                      </c:pt>
                      <c:pt idx="597">
                        <c:v>22350</c:v>
                      </c:pt>
                      <c:pt idx="598">
                        <c:v>22384</c:v>
                      </c:pt>
                      <c:pt idx="599">
                        <c:v>22417</c:v>
                      </c:pt>
                      <c:pt idx="600">
                        <c:v>22450</c:v>
                      </c:pt>
                      <c:pt idx="601">
                        <c:v>22484</c:v>
                      </c:pt>
                      <c:pt idx="602">
                        <c:v>22517</c:v>
                      </c:pt>
                      <c:pt idx="603">
                        <c:v>22550</c:v>
                      </c:pt>
                      <c:pt idx="604">
                        <c:v>22584</c:v>
                      </c:pt>
                      <c:pt idx="605">
                        <c:v>22617</c:v>
                      </c:pt>
                      <c:pt idx="606">
                        <c:v>22650</c:v>
                      </c:pt>
                      <c:pt idx="607">
                        <c:v>22684</c:v>
                      </c:pt>
                      <c:pt idx="608">
                        <c:v>22717</c:v>
                      </c:pt>
                      <c:pt idx="609">
                        <c:v>22750</c:v>
                      </c:pt>
                      <c:pt idx="610">
                        <c:v>22784</c:v>
                      </c:pt>
                      <c:pt idx="611">
                        <c:v>22817</c:v>
                      </c:pt>
                      <c:pt idx="612">
                        <c:v>22850</c:v>
                      </c:pt>
                      <c:pt idx="613">
                        <c:v>22884</c:v>
                      </c:pt>
                      <c:pt idx="614">
                        <c:v>22917</c:v>
                      </c:pt>
                      <c:pt idx="615">
                        <c:v>22950</c:v>
                      </c:pt>
                      <c:pt idx="616">
                        <c:v>22984</c:v>
                      </c:pt>
                      <c:pt idx="617">
                        <c:v>23017</c:v>
                      </c:pt>
                      <c:pt idx="618">
                        <c:v>23050</c:v>
                      </c:pt>
                      <c:pt idx="619">
                        <c:v>23084</c:v>
                      </c:pt>
                      <c:pt idx="620">
                        <c:v>23117</c:v>
                      </c:pt>
                      <c:pt idx="621">
                        <c:v>23150</c:v>
                      </c:pt>
                      <c:pt idx="622">
                        <c:v>23184</c:v>
                      </c:pt>
                      <c:pt idx="623">
                        <c:v>23217</c:v>
                      </c:pt>
                      <c:pt idx="624">
                        <c:v>23250</c:v>
                      </c:pt>
                      <c:pt idx="625">
                        <c:v>23284</c:v>
                      </c:pt>
                      <c:pt idx="626">
                        <c:v>23317</c:v>
                      </c:pt>
                      <c:pt idx="627">
                        <c:v>23350</c:v>
                      </c:pt>
                      <c:pt idx="628">
                        <c:v>23384</c:v>
                      </c:pt>
                      <c:pt idx="629">
                        <c:v>23417</c:v>
                      </c:pt>
                      <c:pt idx="630">
                        <c:v>23450</c:v>
                      </c:pt>
                      <c:pt idx="631">
                        <c:v>23484</c:v>
                      </c:pt>
                      <c:pt idx="632">
                        <c:v>23517</c:v>
                      </c:pt>
                      <c:pt idx="633">
                        <c:v>23550</c:v>
                      </c:pt>
                      <c:pt idx="634">
                        <c:v>23584</c:v>
                      </c:pt>
                      <c:pt idx="635">
                        <c:v>23617</c:v>
                      </c:pt>
                      <c:pt idx="636">
                        <c:v>23650</c:v>
                      </c:pt>
                      <c:pt idx="637">
                        <c:v>23684</c:v>
                      </c:pt>
                      <c:pt idx="638">
                        <c:v>23717</c:v>
                      </c:pt>
                      <c:pt idx="639">
                        <c:v>23750</c:v>
                      </c:pt>
                      <c:pt idx="640">
                        <c:v>23784</c:v>
                      </c:pt>
                      <c:pt idx="641">
                        <c:v>23817</c:v>
                      </c:pt>
                      <c:pt idx="642">
                        <c:v>23850</c:v>
                      </c:pt>
                      <c:pt idx="643">
                        <c:v>23884</c:v>
                      </c:pt>
                      <c:pt idx="644">
                        <c:v>23917</c:v>
                      </c:pt>
                      <c:pt idx="645">
                        <c:v>23950</c:v>
                      </c:pt>
                      <c:pt idx="646">
                        <c:v>23984</c:v>
                      </c:pt>
                      <c:pt idx="647">
                        <c:v>24017</c:v>
                      </c:pt>
                      <c:pt idx="648">
                        <c:v>24050</c:v>
                      </c:pt>
                      <c:pt idx="649">
                        <c:v>24084</c:v>
                      </c:pt>
                      <c:pt idx="650">
                        <c:v>24117</c:v>
                      </c:pt>
                      <c:pt idx="651">
                        <c:v>24150</c:v>
                      </c:pt>
                      <c:pt idx="652">
                        <c:v>24184</c:v>
                      </c:pt>
                      <c:pt idx="653">
                        <c:v>24217</c:v>
                      </c:pt>
                      <c:pt idx="654">
                        <c:v>24251</c:v>
                      </c:pt>
                      <c:pt idx="655">
                        <c:v>24284</c:v>
                      </c:pt>
                      <c:pt idx="656">
                        <c:v>24317</c:v>
                      </c:pt>
                      <c:pt idx="657">
                        <c:v>24351</c:v>
                      </c:pt>
                      <c:pt idx="658">
                        <c:v>24384</c:v>
                      </c:pt>
                      <c:pt idx="659">
                        <c:v>24417</c:v>
                      </c:pt>
                      <c:pt idx="660">
                        <c:v>24451</c:v>
                      </c:pt>
                      <c:pt idx="661">
                        <c:v>24484</c:v>
                      </c:pt>
                      <c:pt idx="662">
                        <c:v>24517</c:v>
                      </c:pt>
                      <c:pt idx="663">
                        <c:v>24551</c:v>
                      </c:pt>
                      <c:pt idx="664">
                        <c:v>24584</c:v>
                      </c:pt>
                      <c:pt idx="665">
                        <c:v>24617</c:v>
                      </c:pt>
                      <c:pt idx="666">
                        <c:v>24651</c:v>
                      </c:pt>
                      <c:pt idx="667">
                        <c:v>24684</c:v>
                      </c:pt>
                      <c:pt idx="668">
                        <c:v>24717</c:v>
                      </c:pt>
                      <c:pt idx="669">
                        <c:v>24751</c:v>
                      </c:pt>
                      <c:pt idx="670">
                        <c:v>24784</c:v>
                      </c:pt>
                      <c:pt idx="671">
                        <c:v>24817</c:v>
                      </c:pt>
                      <c:pt idx="672">
                        <c:v>24851</c:v>
                      </c:pt>
                      <c:pt idx="673">
                        <c:v>24884</c:v>
                      </c:pt>
                      <c:pt idx="674">
                        <c:v>24917</c:v>
                      </c:pt>
                      <c:pt idx="675">
                        <c:v>24951</c:v>
                      </c:pt>
                      <c:pt idx="676">
                        <c:v>24984</c:v>
                      </c:pt>
                      <c:pt idx="677">
                        <c:v>25017</c:v>
                      </c:pt>
                      <c:pt idx="678">
                        <c:v>25051</c:v>
                      </c:pt>
                      <c:pt idx="679">
                        <c:v>25084</c:v>
                      </c:pt>
                      <c:pt idx="680">
                        <c:v>25117</c:v>
                      </c:pt>
                      <c:pt idx="681">
                        <c:v>25151</c:v>
                      </c:pt>
                      <c:pt idx="682">
                        <c:v>25184</c:v>
                      </c:pt>
                      <c:pt idx="683">
                        <c:v>25217</c:v>
                      </c:pt>
                      <c:pt idx="684">
                        <c:v>25251</c:v>
                      </c:pt>
                      <c:pt idx="685">
                        <c:v>25284</c:v>
                      </c:pt>
                      <c:pt idx="686">
                        <c:v>25317</c:v>
                      </c:pt>
                      <c:pt idx="687">
                        <c:v>25351</c:v>
                      </c:pt>
                      <c:pt idx="688">
                        <c:v>25384</c:v>
                      </c:pt>
                      <c:pt idx="689">
                        <c:v>25417</c:v>
                      </c:pt>
                      <c:pt idx="690">
                        <c:v>25451</c:v>
                      </c:pt>
                      <c:pt idx="691">
                        <c:v>25484</c:v>
                      </c:pt>
                      <c:pt idx="692">
                        <c:v>25517</c:v>
                      </c:pt>
                      <c:pt idx="693">
                        <c:v>25551</c:v>
                      </c:pt>
                      <c:pt idx="694">
                        <c:v>25584</c:v>
                      </c:pt>
                      <c:pt idx="695">
                        <c:v>25617</c:v>
                      </c:pt>
                      <c:pt idx="696">
                        <c:v>25651</c:v>
                      </c:pt>
                      <c:pt idx="697">
                        <c:v>25684</c:v>
                      </c:pt>
                      <c:pt idx="698">
                        <c:v>25717</c:v>
                      </c:pt>
                      <c:pt idx="699">
                        <c:v>25751</c:v>
                      </c:pt>
                      <c:pt idx="700">
                        <c:v>25784</c:v>
                      </c:pt>
                      <c:pt idx="701">
                        <c:v>25817</c:v>
                      </c:pt>
                      <c:pt idx="702">
                        <c:v>25851</c:v>
                      </c:pt>
                      <c:pt idx="703">
                        <c:v>25884</c:v>
                      </c:pt>
                      <c:pt idx="704">
                        <c:v>25917</c:v>
                      </c:pt>
                      <c:pt idx="705">
                        <c:v>25951</c:v>
                      </c:pt>
                      <c:pt idx="706">
                        <c:v>25984</c:v>
                      </c:pt>
                      <c:pt idx="707">
                        <c:v>26017</c:v>
                      </c:pt>
                      <c:pt idx="708">
                        <c:v>26051</c:v>
                      </c:pt>
                      <c:pt idx="709">
                        <c:v>26084</c:v>
                      </c:pt>
                      <c:pt idx="710">
                        <c:v>26117</c:v>
                      </c:pt>
                      <c:pt idx="711">
                        <c:v>26151</c:v>
                      </c:pt>
                      <c:pt idx="712">
                        <c:v>26184</c:v>
                      </c:pt>
                      <c:pt idx="713">
                        <c:v>26217</c:v>
                      </c:pt>
                      <c:pt idx="714">
                        <c:v>26251</c:v>
                      </c:pt>
                      <c:pt idx="715">
                        <c:v>26284</c:v>
                      </c:pt>
                      <c:pt idx="716">
                        <c:v>26317</c:v>
                      </c:pt>
                      <c:pt idx="717">
                        <c:v>26351</c:v>
                      </c:pt>
                      <c:pt idx="718">
                        <c:v>26384</c:v>
                      </c:pt>
                      <c:pt idx="719">
                        <c:v>26417</c:v>
                      </c:pt>
                      <c:pt idx="720">
                        <c:v>26451</c:v>
                      </c:pt>
                      <c:pt idx="721">
                        <c:v>26484</c:v>
                      </c:pt>
                      <c:pt idx="722">
                        <c:v>26518</c:v>
                      </c:pt>
                      <c:pt idx="723">
                        <c:v>26551</c:v>
                      </c:pt>
                      <c:pt idx="724">
                        <c:v>26584</c:v>
                      </c:pt>
                      <c:pt idx="725">
                        <c:v>26618</c:v>
                      </c:pt>
                      <c:pt idx="726">
                        <c:v>26651</c:v>
                      </c:pt>
                      <c:pt idx="727">
                        <c:v>26684</c:v>
                      </c:pt>
                      <c:pt idx="728">
                        <c:v>26718</c:v>
                      </c:pt>
                      <c:pt idx="729">
                        <c:v>26751</c:v>
                      </c:pt>
                      <c:pt idx="730">
                        <c:v>26784</c:v>
                      </c:pt>
                      <c:pt idx="731">
                        <c:v>26818</c:v>
                      </c:pt>
                      <c:pt idx="732">
                        <c:v>26851</c:v>
                      </c:pt>
                      <c:pt idx="733">
                        <c:v>26884</c:v>
                      </c:pt>
                      <c:pt idx="734">
                        <c:v>26918</c:v>
                      </c:pt>
                      <c:pt idx="735">
                        <c:v>26951</c:v>
                      </c:pt>
                      <c:pt idx="736">
                        <c:v>26984</c:v>
                      </c:pt>
                      <c:pt idx="737">
                        <c:v>27018</c:v>
                      </c:pt>
                      <c:pt idx="738">
                        <c:v>27051</c:v>
                      </c:pt>
                      <c:pt idx="739">
                        <c:v>27084</c:v>
                      </c:pt>
                      <c:pt idx="740">
                        <c:v>27118</c:v>
                      </c:pt>
                      <c:pt idx="741">
                        <c:v>27151</c:v>
                      </c:pt>
                      <c:pt idx="742">
                        <c:v>27184</c:v>
                      </c:pt>
                      <c:pt idx="743">
                        <c:v>27218</c:v>
                      </c:pt>
                      <c:pt idx="744">
                        <c:v>27251</c:v>
                      </c:pt>
                      <c:pt idx="745">
                        <c:v>27284</c:v>
                      </c:pt>
                      <c:pt idx="746">
                        <c:v>27318</c:v>
                      </c:pt>
                      <c:pt idx="747">
                        <c:v>27351</c:v>
                      </c:pt>
                      <c:pt idx="748">
                        <c:v>27384</c:v>
                      </c:pt>
                      <c:pt idx="749">
                        <c:v>27418</c:v>
                      </c:pt>
                      <c:pt idx="750">
                        <c:v>27451</c:v>
                      </c:pt>
                      <c:pt idx="751">
                        <c:v>27484</c:v>
                      </c:pt>
                      <c:pt idx="752">
                        <c:v>27518</c:v>
                      </c:pt>
                      <c:pt idx="753">
                        <c:v>27551</c:v>
                      </c:pt>
                      <c:pt idx="754">
                        <c:v>27584</c:v>
                      </c:pt>
                      <c:pt idx="755">
                        <c:v>27618</c:v>
                      </c:pt>
                      <c:pt idx="756">
                        <c:v>27651</c:v>
                      </c:pt>
                      <c:pt idx="757">
                        <c:v>27684</c:v>
                      </c:pt>
                      <c:pt idx="758">
                        <c:v>27718</c:v>
                      </c:pt>
                      <c:pt idx="759">
                        <c:v>27751</c:v>
                      </c:pt>
                      <c:pt idx="760">
                        <c:v>27784</c:v>
                      </c:pt>
                      <c:pt idx="761">
                        <c:v>27818</c:v>
                      </c:pt>
                      <c:pt idx="762">
                        <c:v>27851</c:v>
                      </c:pt>
                      <c:pt idx="763">
                        <c:v>27884</c:v>
                      </c:pt>
                      <c:pt idx="764">
                        <c:v>27918</c:v>
                      </c:pt>
                      <c:pt idx="765">
                        <c:v>27951</c:v>
                      </c:pt>
                      <c:pt idx="766">
                        <c:v>27984</c:v>
                      </c:pt>
                      <c:pt idx="767">
                        <c:v>28018</c:v>
                      </c:pt>
                      <c:pt idx="768">
                        <c:v>28051</c:v>
                      </c:pt>
                      <c:pt idx="769">
                        <c:v>28084</c:v>
                      </c:pt>
                      <c:pt idx="770">
                        <c:v>28118</c:v>
                      </c:pt>
                      <c:pt idx="771">
                        <c:v>28151</c:v>
                      </c:pt>
                      <c:pt idx="772">
                        <c:v>28184</c:v>
                      </c:pt>
                      <c:pt idx="773">
                        <c:v>28218</c:v>
                      </c:pt>
                      <c:pt idx="774">
                        <c:v>28251</c:v>
                      </c:pt>
                      <c:pt idx="775">
                        <c:v>28284</c:v>
                      </c:pt>
                      <c:pt idx="776">
                        <c:v>28318</c:v>
                      </c:pt>
                      <c:pt idx="777">
                        <c:v>28351</c:v>
                      </c:pt>
                      <c:pt idx="778">
                        <c:v>28384</c:v>
                      </c:pt>
                      <c:pt idx="779">
                        <c:v>28418</c:v>
                      </c:pt>
                      <c:pt idx="780">
                        <c:v>28451</c:v>
                      </c:pt>
                      <c:pt idx="781">
                        <c:v>28484</c:v>
                      </c:pt>
                      <c:pt idx="782">
                        <c:v>28518</c:v>
                      </c:pt>
                      <c:pt idx="783">
                        <c:v>28551</c:v>
                      </c:pt>
                      <c:pt idx="784">
                        <c:v>28584</c:v>
                      </c:pt>
                      <c:pt idx="785">
                        <c:v>28618</c:v>
                      </c:pt>
                      <c:pt idx="786">
                        <c:v>28651</c:v>
                      </c:pt>
                      <c:pt idx="787">
                        <c:v>28685</c:v>
                      </c:pt>
                      <c:pt idx="788">
                        <c:v>28718</c:v>
                      </c:pt>
                      <c:pt idx="789">
                        <c:v>28751</c:v>
                      </c:pt>
                      <c:pt idx="790">
                        <c:v>28785</c:v>
                      </c:pt>
                      <c:pt idx="791">
                        <c:v>28818</c:v>
                      </c:pt>
                      <c:pt idx="792">
                        <c:v>28851</c:v>
                      </c:pt>
                      <c:pt idx="793">
                        <c:v>28885</c:v>
                      </c:pt>
                      <c:pt idx="794">
                        <c:v>28918</c:v>
                      </c:pt>
                      <c:pt idx="795">
                        <c:v>28951</c:v>
                      </c:pt>
                      <c:pt idx="796">
                        <c:v>28985</c:v>
                      </c:pt>
                      <c:pt idx="797">
                        <c:v>29018</c:v>
                      </c:pt>
                      <c:pt idx="798">
                        <c:v>29051</c:v>
                      </c:pt>
                      <c:pt idx="799">
                        <c:v>29085</c:v>
                      </c:pt>
                      <c:pt idx="800">
                        <c:v>29118</c:v>
                      </c:pt>
                      <c:pt idx="801">
                        <c:v>29151</c:v>
                      </c:pt>
                      <c:pt idx="802">
                        <c:v>29185</c:v>
                      </c:pt>
                      <c:pt idx="803">
                        <c:v>29218</c:v>
                      </c:pt>
                      <c:pt idx="804">
                        <c:v>29251</c:v>
                      </c:pt>
                      <c:pt idx="805">
                        <c:v>29285</c:v>
                      </c:pt>
                      <c:pt idx="806">
                        <c:v>29318</c:v>
                      </c:pt>
                      <c:pt idx="807">
                        <c:v>29351</c:v>
                      </c:pt>
                      <c:pt idx="808">
                        <c:v>29385</c:v>
                      </c:pt>
                      <c:pt idx="809">
                        <c:v>29418</c:v>
                      </c:pt>
                      <c:pt idx="810">
                        <c:v>29451</c:v>
                      </c:pt>
                      <c:pt idx="811">
                        <c:v>29485</c:v>
                      </c:pt>
                      <c:pt idx="812">
                        <c:v>29518</c:v>
                      </c:pt>
                      <c:pt idx="813">
                        <c:v>29551</c:v>
                      </c:pt>
                      <c:pt idx="814">
                        <c:v>29585</c:v>
                      </c:pt>
                      <c:pt idx="815">
                        <c:v>29618</c:v>
                      </c:pt>
                      <c:pt idx="816">
                        <c:v>29651</c:v>
                      </c:pt>
                      <c:pt idx="817">
                        <c:v>29685</c:v>
                      </c:pt>
                      <c:pt idx="818">
                        <c:v>29718</c:v>
                      </c:pt>
                      <c:pt idx="819">
                        <c:v>29751</c:v>
                      </c:pt>
                      <c:pt idx="820">
                        <c:v>29785</c:v>
                      </c:pt>
                      <c:pt idx="821">
                        <c:v>29818</c:v>
                      </c:pt>
                      <c:pt idx="822">
                        <c:v>29851</c:v>
                      </c:pt>
                      <c:pt idx="823">
                        <c:v>29885</c:v>
                      </c:pt>
                      <c:pt idx="824">
                        <c:v>29918</c:v>
                      </c:pt>
                      <c:pt idx="825">
                        <c:v>29951</c:v>
                      </c:pt>
                      <c:pt idx="826">
                        <c:v>29985</c:v>
                      </c:pt>
                      <c:pt idx="827">
                        <c:v>30018</c:v>
                      </c:pt>
                      <c:pt idx="828">
                        <c:v>30051</c:v>
                      </c:pt>
                      <c:pt idx="829">
                        <c:v>30085</c:v>
                      </c:pt>
                      <c:pt idx="830">
                        <c:v>30118</c:v>
                      </c:pt>
                      <c:pt idx="831">
                        <c:v>30151</c:v>
                      </c:pt>
                      <c:pt idx="832">
                        <c:v>30185</c:v>
                      </c:pt>
                      <c:pt idx="833">
                        <c:v>30218</c:v>
                      </c:pt>
                      <c:pt idx="834">
                        <c:v>30251</c:v>
                      </c:pt>
                      <c:pt idx="835">
                        <c:v>30285</c:v>
                      </c:pt>
                      <c:pt idx="836">
                        <c:v>30318</c:v>
                      </c:pt>
                      <c:pt idx="837">
                        <c:v>30351</c:v>
                      </c:pt>
                      <c:pt idx="838">
                        <c:v>30385</c:v>
                      </c:pt>
                      <c:pt idx="839">
                        <c:v>30418</c:v>
                      </c:pt>
                      <c:pt idx="840">
                        <c:v>30451</c:v>
                      </c:pt>
                      <c:pt idx="841">
                        <c:v>30485</c:v>
                      </c:pt>
                      <c:pt idx="842">
                        <c:v>30518</c:v>
                      </c:pt>
                      <c:pt idx="843">
                        <c:v>30551</c:v>
                      </c:pt>
                      <c:pt idx="844">
                        <c:v>30585</c:v>
                      </c:pt>
                      <c:pt idx="845">
                        <c:v>30618</c:v>
                      </c:pt>
                      <c:pt idx="846">
                        <c:v>30651</c:v>
                      </c:pt>
                      <c:pt idx="847">
                        <c:v>30685</c:v>
                      </c:pt>
                      <c:pt idx="848">
                        <c:v>30718</c:v>
                      </c:pt>
                      <c:pt idx="849">
                        <c:v>30751</c:v>
                      </c:pt>
                      <c:pt idx="850">
                        <c:v>30785</c:v>
                      </c:pt>
                      <c:pt idx="851">
                        <c:v>30818</c:v>
                      </c:pt>
                      <c:pt idx="852">
                        <c:v>30851</c:v>
                      </c:pt>
                      <c:pt idx="853">
                        <c:v>30885</c:v>
                      </c:pt>
                      <c:pt idx="854">
                        <c:v>30918</c:v>
                      </c:pt>
                      <c:pt idx="855">
                        <c:v>30952</c:v>
                      </c:pt>
                      <c:pt idx="856">
                        <c:v>30985</c:v>
                      </c:pt>
                      <c:pt idx="857">
                        <c:v>31018</c:v>
                      </c:pt>
                      <c:pt idx="858">
                        <c:v>31052</c:v>
                      </c:pt>
                      <c:pt idx="859">
                        <c:v>31085</c:v>
                      </c:pt>
                      <c:pt idx="860">
                        <c:v>31118</c:v>
                      </c:pt>
                      <c:pt idx="861">
                        <c:v>31152</c:v>
                      </c:pt>
                      <c:pt idx="862">
                        <c:v>31185</c:v>
                      </c:pt>
                      <c:pt idx="863">
                        <c:v>31218</c:v>
                      </c:pt>
                      <c:pt idx="864">
                        <c:v>31252</c:v>
                      </c:pt>
                      <c:pt idx="865">
                        <c:v>31285</c:v>
                      </c:pt>
                      <c:pt idx="866">
                        <c:v>33</c:v>
                      </c:pt>
                      <c:pt idx="867">
                        <c:v>66</c:v>
                      </c:pt>
                      <c:pt idx="868">
                        <c:v>99</c:v>
                      </c:pt>
                      <c:pt idx="869">
                        <c:v>31411</c:v>
                      </c:pt>
                      <c:pt idx="870">
                        <c:v>31445</c:v>
                      </c:pt>
                      <c:pt idx="871">
                        <c:v>31478</c:v>
                      </c:pt>
                      <c:pt idx="872">
                        <c:v>31511</c:v>
                      </c:pt>
                      <c:pt idx="873">
                        <c:v>31545</c:v>
                      </c:pt>
                      <c:pt idx="874">
                        <c:v>31578</c:v>
                      </c:pt>
                      <c:pt idx="875">
                        <c:v>33</c:v>
                      </c:pt>
                      <c:pt idx="876">
                        <c:v>31651</c:v>
                      </c:pt>
                      <c:pt idx="877">
                        <c:v>31685</c:v>
                      </c:pt>
                      <c:pt idx="878">
                        <c:v>33</c:v>
                      </c:pt>
                      <c:pt idx="879">
                        <c:v>31747</c:v>
                      </c:pt>
                      <c:pt idx="880">
                        <c:v>33</c:v>
                      </c:pt>
                      <c:pt idx="881">
                        <c:v>31811</c:v>
                      </c:pt>
                      <c:pt idx="882">
                        <c:v>31845</c:v>
                      </c:pt>
                      <c:pt idx="883">
                        <c:v>33</c:v>
                      </c:pt>
                      <c:pt idx="884">
                        <c:v>31907</c:v>
                      </c:pt>
                      <c:pt idx="885">
                        <c:v>33</c:v>
                      </c:pt>
                      <c:pt idx="886">
                        <c:v>31987</c:v>
                      </c:pt>
                      <c:pt idx="887">
                        <c:v>32021</c:v>
                      </c:pt>
                      <c:pt idx="888">
                        <c:v>33</c:v>
                      </c:pt>
                      <c:pt idx="889">
                        <c:v>32083</c:v>
                      </c:pt>
                      <c:pt idx="890">
                        <c:v>32117</c:v>
                      </c:pt>
                      <c:pt idx="891">
                        <c:v>33</c:v>
                      </c:pt>
                      <c:pt idx="892">
                        <c:v>32179</c:v>
                      </c:pt>
                      <c:pt idx="893">
                        <c:v>32213</c:v>
                      </c:pt>
                      <c:pt idx="894">
                        <c:v>33</c:v>
                      </c:pt>
                      <c:pt idx="895">
                        <c:v>32275</c:v>
                      </c:pt>
                      <c:pt idx="896">
                        <c:v>32309</c:v>
                      </c:pt>
                      <c:pt idx="897">
                        <c:v>32342</c:v>
                      </c:pt>
                      <c:pt idx="898">
                        <c:v>33</c:v>
                      </c:pt>
                      <c:pt idx="899">
                        <c:v>32419</c:v>
                      </c:pt>
                      <c:pt idx="900">
                        <c:v>33</c:v>
                      </c:pt>
                      <c:pt idx="901">
                        <c:v>32483</c:v>
                      </c:pt>
                      <c:pt idx="902">
                        <c:v>32517</c:v>
                      </c:pt>
                      <c:pt idx="903">
                        <c:v>33</c:v>
                      </c:pt>
                      <c:pt idx="904">
                        <c:v>32579</c:v>
                      </c:pt>
                      <c:pt idx="905">
                        <c:v>32613</c:v>
                      </c:pt>
                      <c:pt idx="906">
                        <c:v>32646</c:v>
                      </c:pt>
                      <c:pt idx="907">
                        <c:v>32679</c:v>
                      </c:pt>
                      <c:pt idx="908">
                        <c:v>32713</c:v>
                      </c:pt>
                      <c:pt idx="909">
                        <c:v>32746</c:v>
                      </c:pt>
                      <c:pt idx="910">
                        <c:v>32779</c:v>
                      </c:pt>
                      <c:pt idx="911">
                        <c:v>32813</c:v>
                      </c:pt>
                      <c:pt idx="912">
                        <c:v>32846</c:v>
                      </c:pt>
                      <c:pt idx="913">
                        <c:v>32879</c:v>
                      </c:pt>
                      <c:pt idx="914">
                        <c:v>32913</c:v>
                      </c:pt>
                      <c:pt idx="915">
                        <c:v>32946</c:v>
                      </c:pt>
                      <c:pt idx="916">
                        <c:v>32979</c:v>
                      </c:pt>
                      <c:pt idx="917">
                        <c:v>33013</c:v>
                      </c:pt>
                      <c:pt idx="918">
                        <c:v>33046</c:v>
                      </c:pt>
                      <c:pt idx="919">
                        <c:v>33079</c:v>
                      </c:pt>
                      <c:pt idx="920">
                        <c:v>33113</c:v>
                      </c:pt>
                      <c:pt idx="921">
                        <c:v>33146</c:v>
                      </c:pt>
                      <c:pt idx="922">
                        <c:v>33179</c:v>
                      </c:pt>
                      <c:pt idx="923">
                        <c:v>33213</c:v>
                      </c:pt>
                      <c:pt idx="924">
                        <c:v>33246</c:v>
                      </c:pt>
                      <c:pt idx="925">
                        <c:v>33279</c:v>
                      </c:pt>
                      <c:pt idx="926">
                        <c:v>33313</c:v>
                      </c:pt>
                      <c:pt idx="927">
                        <c:v>33346</c:v>
                      </c:pt>
                      <c:pt idx="928">
                        <c:v>33379</c:v>
                      </c:pt>
                      <c:pt idx="929">
                        <c:v>33413</c:v>
                      </c:pt>
                      <c:pt idx="930">
                        <c:v>33446</c:v>
                      </c:pt>
                      <c:pt idx="931">
                        <c:v>33479</c:v>
                      </c:pt>
                      <c:pt idx="932">
                        <c:v>33513</c:v>
                      </c:pt>
                      <c:pt idx="933">
                        <c:v>33546</c:v>
                      </c:pt>
                      <c:pt idx="934">
                        <c:v>33579</c:v>
                      </c:pt>
                      <c:pt idx="935">
                        <c:v>33613</c:v>
                      </c:pt>
                      <c:pt idx="936">
                        <c:v>33646</c:v>
                      </c:pt>
                      <c:pt idx="937">
                        <c:v>33679</c:v>
                      </c:pt>
                      <c:pt idx="938">
                        <c:v>33713</c:v>
                      </c:pt>
                      <c:pt idx="939">
                        <c:v>33746</c:v>
                      </c:pt>
                      <c:pt idx="940">
                        <c:v>33779</c:v>
                      </c:pt>
                      <c:pt idx="941">
                        <c:v>33813</c:v>
                      </c:pt>
                      <c:pt idx="942">
                        <c:v>33846</c:v>
                      </c:pt>
                      <c:pt idx="943">
                        <c:v>33879</c:v>
                      </c:pt>
                      <c:pt idx="944">
                        <c:v>33913</c:v>
                      </c:pt>
                      <c:pt idx="945">
                        <c:v>33946</c:v>
                      </c:pt>
                      <c:pt idx="946">
                        <c:v>33979</c:v>
                      </c:pt>
                      <c:pt idx="947">
                        <c:v>34013</c:v>
                      </c:pt>
                      <c:pt idx="948">
                        <c:v>34046</c:v>
                      </c:pt>
                      <c:pt idx="949">
                        <c:v>34079</c:v>
                      </c:pt>
                      <c:pt idx="950">
                        <c:v>34113</c:v>
                      </c:pt>
                      <c:pt idx="951">
                        <c:v>34146</c:v>
                      </c:pt>
                      <c:pt idx="952">
                        <c:v>34179</c:v>
                      </c:pt>
                      <c:pt idx="953">
                        <c:v>34213</c:v>
                      </c:pt>
                      <c:pt idx="954">
                        <c:v>34246</c:v>
                      </c:pt>
                      <c:pt idx="955">
                        <c:v>34279</c:v>
                      </c:pt>
                      <c:pt idx="956">
                        <c:v>34313</c:v>
                      </c:pt>
                      <c:pt idx="957">
                        <c:v>34346</c:v>
                      </c:pt>
                      <c:pt idx="958">
                        <c:v>34379</c:v>
                      </c:pt>
                      <c:pt idx="959">
                        <c:v>34413</c:v>
                      </c:pt>
                      <c:pt idx="960">
                        <c:v>34446</c:v>
                      </c:pt>
                      <c:pt idx="961">
                        <c:v>34479</c:v>
                      </c:pt>
                      <c:pt idx="962">
                        <c:v>34513</c:v>
                      </c:pt>
                      <c:pt idx="963">
                        <c:v>34546</c:v>
                      </c:pt>
                      <c:pt idx="964">
                        <c:v>34579</c:v>
                      </c:pt>
                      <c:pt idx="965">
                        <c:v>34613</c:v>
                      </c:pt>
                      <c:pt idx="966">
                        <c:v>34646</c:v>
                      </c:pt>
                      <c:pt idx="967">
                        <c:v>34679</c:v>
                      </c:pt>
                      <c:pt idx="968">
                        <c:v>34713</c:v>
                      </c:pt>
                      <c:pt idx="969">
                        <c:v>34746</c:v>
                      </c:pt>
                      <c:pt idx="970">
                        <c:v>34779</c:v>
                      </c:pt>
                      <c:pt idx="971">
                        <c:v>34813</c:v>
                      </c:pt>
                      <c:pt idx="972">
                        <c:v>34846</c:v>
                      </c:pt>
                      <c:pt idx="973">
                        <c:v>34879</c:v>
                      </c:pt>
                      <c:pt idx="974">
                        <c:v>34913</c:v>
                      </c:pt>
                      <c:pt idx="975">
                        <c:v>34946</c:v>
                      </c:pt>
                      <c:pt idx="976">
                        <c:v>34979</c:v>
                      </c:pt>
                      <c:pt idx="977">
                        <c:v>35013</c:v>
                      </c:pt>
                      <c:pt idx="978">
                        <c:v>35046</c:v>
                      </c:pt>
                      <c:pt idx="979">
                        <c:v>35079</c:v>
                      </c:pt>
                      <c:pt idx="980">
                        <c:v>35113</c:v>
                      </c:pt>
                      <c:pt idx="981">
                        <c:v>35146</c:v>
                      </c:pt>
                      <c:pt idx="982">
                        <c:v>35179</c:v>
                      </c:pt>
                      <c:pt idx="983">
                        <c:v>35213</c:v>
                      </c:pt>
                      <c:pt idx="984">
                        <c:v>35246</c:v>
                      </c:pt>
                      <c:pt idx="985">
                        <c:v>35279</c:v>
                      </c:pt>
                      <c:pt idx="986">
                        <c:v>35313</c:v>
                      </c:pt>
                      <c:pt idx="987">
                        <c:v>35346</c:v>
                      </c:pt>
                      <c:pt idx="988">
                        <c:v>35379</c:v>
                      </c:pt>
                      <c:pt idx="989">
                        <c:v>35413</c:v>
                      </c:pt>
                      <c:pt idx="990">
                        <c:v>35446</c:v>
                      </c:pt>
                      <c:pt idx="991">
                        <c:v>35479</c:v>
                      </c:pt>
                      <c:pt idx="992">
                        <c:v>35513</c:v>
                      </c:pt>
                      <c:pt idx="993">
                        <c:v>35546</c:v>
                      </c:pt>
                      <c:pt idx="994">
                        <c:v>35579</c:v>
                      </c:pt>
                      <c:pt idx="995">
                        <c:v>35613</c:v>
                      </c:pt>
                      <c:pt idx="996">
                        <c:v>35646</c:v>
                      </c:pt>
                      <c:pt idx="997">
                        <c:v>35679</c:v>
                      </c:pt>
                      <c:pt idx="998">
                        <c:v>35713</c:v>
                      </c:pt>
                      <c:pt idx="999">
                        <c:v>35746</c:v>
                      </c:pt>
                      <c:pt idx="1000">
                        <c:v>35779</c:v>
                      </c:pt>
                      <c:pt idx="1001">
                        <c:v>35813</c:v>
                      </c:pt>
                      <c:pt idx="1002">
                        <c:v>35846</c:v>
                      </c:pt>
                      <c:pt idx="1003">
                        <c:v>35879</c:v>
                      </c:pt>
                      <c:pt idx="1004">
                        <c:v>35913</c:v>
                      </c:pt>
                      <c:pt idx="1005">
                        <c:v>35946</c:v>
                      </c:pt>
                      <c:pt idx="1006">
                        <c:v>35979</c:v>
                      </c:pt>
                      <c:pt idx="1007">
                        <c:v>36013</c:v>
                      </c:pt>
                      <c:pt idx="1008">
                        <c:v>36046</c:v>
                      </c:pt>
                      <c:pt idx="1009">
                        <c:v>36079</c:v>
                      </c:pt>
                      <c:pt idx="1010">
                        <c:v>36113</c:v>
                      </c:pt>
                      <c:pt idx="1011">
                        <c:v>36146</c:v>
                      </c:pt>
                      <c:pt idx="1012">
                        <c:v>36179</c:v>
                      </c:pt>
                      <c:pt idx="1013">
                        <c:v>36213</c:v>
                      </c:pt>
                      <c:pt idx="1014">
                        <c:v>36246</c:v>
                      </c:pt>
                      <c:pt idx="1015">
                        <c:v>36279</c:v>
                      </c:pt>
                      <c:pt idx="1016">
                        <c:v>36313</c:v>
                      </c:pt>
                      <c:pt idx="1017">
                        <c:v>36346</c:v>
                      </c:pt>
                      <c:pt idx="1018">
                        <c:v>36379</c:v>
                      </c:pt>
                      <c:pt idx="1019">
                        <c:v>36413</c:v>
                      </c:pt>
                    </c:numCache>
                  </c:numRef>
                </c:cat>
                <c:val>
                  <c:numLit>
                    <c:formatCode>General</c:formatCode>
                    <c:ptCount val="1"/>
                    <c:pt idx="0">
                      <c:v>1</c:v>
                    </c:pt>
                  </c:numLit>
                </c:val>
                <c:smooth val="0"/>
                <c:extLst>
                  <c:ext xmlns:c16="http://schemas.microsoft.com/office/drawing/2014/chart" uri="{C3380CC4-5D6E-409C-BE32-E72D297353CC}">
                    <c16:uniqueId val="{00000003-AEED-4624-8CC9-B5CA3325BBD1}"/>
                  </c:ext>
                </c:extLst>
              </c15:ser>
            </c15:filteredLineSeries>
          </c:ext>
        </c:extLst>
      </c:lineChart>
      <c:catAx>
        <c:axId val="6390097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639010448"/>
        <c:crosses val="autoZero"/>
        <c:auto val="0"/>
        <c:lblAlgn val="ctr"/>
        <c:lblOffset val="100"/>
        <c:noMultiLvlLbl val="0"/>
      </c:catAx>
      <c:valAx>
        <c:axId val="639010448"/>
        <c:scaling>
          <c:orientation val="minMax"/>
        </c:scaling>
        <c:delete val="0"/>
        <c:axPos val="l"/>
        <c:title>
          <c:tx>
            <c:rich>
              <a:bodyPr rot="-540000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ysClr val="windowText" lastClr="000000">
                        <a:lumMod val="65000"/>
                        <a:lumOff val="35000"/>
                      </a:sysClr>
                    </a:solidFill>
                    <a:latin typeface="+mn-lt"/>
                    <a:ea typeface="+mn-ea"/>
                    <a:cs typeface="+mn-cs"/>
                  </a:defRPr>
                </a:pPr>
                <a:r>
                  <a:rPr lang="ja-JP" altLang="en-US" sz="1000" b="0" i="0" u="none" strike="noStrike" kern="1200" baseline="0">
                    <a:solidFill>
                      <a:sysClr val="windowText" lastClr="000000">
                        <a:lumMod val="65000"/>
                        <a:lumOff val="35000"/>
                      </a:sysClr>
                    </a:solidFill>
                  </a:rPr>
                  <a:t>瞳孔面積［</a:t>
                </a:r>
                <a:r>
                  <a:rPr lang="en-US" altLang="ja-JP" sz="1000" b="0" i="0" u="none" strike="noStrike" kern="1200" baseline="0">
                    <a:solidFill>
                      <a:sysClr val="windowText" lastClr="000000">
                        <a:lumMod val="65000"/>
                        <a:lumOff val="35000"/>
                      </a:sysClr>
                    </a:solidFill>
                  </a:rPr>
                  <a:t>dot]</a:t>
                </a:r>
                <a:endParaRPr lang="ja-JP" altLang="en-US" sz="1000" b="0" i="0" u="none" strike="noStrike" kern="1200" baseline="0">
                  <a:solidFill>
                    <a:sysClr val="windowText" lastClr="000000">
                      <a:lumMod val="65000"/>
                      <a:lumOff val="35000"/>
                    </a:sysClr>
                  </a:solidFill>
                </a:endParaRPr>
              </a:p>
            </c:rich>
          </c:tx>
          <c:overlay val="0"/>
          <c:spPr>
            <a:noFill/>
            <a:ln>
              <a:noFill/>
            </a:ln>
            <a:effectLst/>
          </c:spPr>
          <c:txPr>
            <a:bodyPr rot="-540000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ysClr val="windowText" lastClr="000000">
                      <a:lumMod val="65000"/>
                      <a:lumOff val="35000"/>
                    </a:sysClr>
                  </a:solidFill>
                  <a:latin typeface="+mn-lt"/>
                  <a:ea typeface="+mn-ea"/>
                  <a:cs typeface="+mn-cs"/>
                </a:defRPr>
              </a:pPr>
              <a:endParaRPr lang="ja-JP" alt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639009728"/>
        <c:crosses val="autoZero"/>
        <c:crossBetween val="between"/>
      </c:valAx>
      <c:valAx>
        <c:axId val="561568320"/>
        <c:scaling>
          <c:orientation val="minMax"/>
        </c:scaling>
        <c:delete val="0"/>
        <c:axPos val="r"/>
        <c:title>
          <c:tx>
            <c:rich>
              <a:bodyPr rot="0" spcFirstLastPara="1" vertOverflow="ellipsis"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ysClr val="windowText" lastClr="000000">
                        <a:lumMod val="65000"/>
                        <a:lumOff val="35000"/>
                      </a:sysClr>
                    </a:solidFill>
                    <a:latin typeface="+mn-lt"/>
                    <a:ea typeface="+mn-ea"/>
                    <a:cs typeface="+mn-cs"/>
                  </a:defRPr>
                </a:pPr>
                <a:r>
                  <a:rPr lang="ja-JP" altLang="en-US" sz="1000" b="0" i="0" u="none" strike="noStrike" kern="1200" baseline="0">
                    <a:solidFill>
                      <a:sysClr val="windowText" lastClr="000000">
                        <a:lumMod val="65000"/>
                        <a:lumOff val="35000"/>
                      </a:sysClr>
                    </a:solidFill>
                  </a:rPr>
                  <a:t>時間</a:t>
                </a:r>
                <a:r>
                  <a:rPr lang="en-US" altLang="ja-JP" sz="1000" b="0" i="0" u="none" strike="noStrike" kern="1200" baseline="0">
                    <a:solidFill>
                      <a:sysClr val="windowText" lastClr="000000">
                        <a:lumMod val="65000"/>
                        <a:lumOff val="35000"/>
                      </a:sysClr>
                    </a:solidFill>
                  </a:rPr>
                  <a:t>[ms]</a:t>
                </a:r>
              </a:p>
            </c:rich>
          </c:tx>
          <c:layout>
            <c:manualLayout>
              <c:xMode val="edge"/>
              <c:yMode val="edge"/>
              <c:x val="0.87953904045155218"/>
              <c:y val="0.64598583967174239"/>
            </c:manualLayout>
          </c:layout>
          <c:overlay val="0"/>
          <c:spPr>
            <a:noFill/>
            <a:ln>
              <a:noFill/>
            </a:ln>
            <a:effectLst/>
          </c:spPr>
          <c:txPr>
            <a:bodyPr rot="0" spcFirstLastPara="1" vertOverflow="ellipsis"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ysClr val="windowText" lastClr="000000">
                      <a:lumMod val="65000"/>
                      <a:lumOff val="35000"/>
                    </a:sysClr>
                  </a:solidFill>
                  <a:latin typeface="+mn-lt"/>
                  <a:ea typeface="+mn-ea"/>
                  <a:cs typeface="+mn-cs"/>
                </a:defRPr>
              </a:pPr>
              <a:endParaRPr lang="ja-JP"/>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560835608"/>
        <c:crosses val="max"/>
        <c:crossBetween val="between"/>
      </c:valAx>
      <c:catAx>
        <c:axId val="560835608"/>
        <c:scaling>
          <c:orientation val="minMax"/>
        </c:scaling>
        <c:delete val="1"/>
        <c:axPos val="b"/>
        <c:numFmt formatCode="General" sourceLinked="1"/>
        <c:majorTickMark val="out"/>
        <c:minorTickMark val="none"/>
        <c:tickLblPos val="nextTo"/>
        <c:crossAx val="561568320"/>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ja-JP" altLang="en-US" sz="1100" dirty="0">
                <a:solidFill>
                  <a:schemeClr val="tx1"/>
                </a:solidFill>
              </a:rPr>
              <a:t>中波長光</a:t>
            </a:r>
            <a:r>
              <a:rPr lang="en-US" altLang="ja-JP" sz="1100" dirty="0">
                <a:solidFill>
                  <a:schemeClr val="tx1"/>
                </a:solidFill>
              </a:rPr>
              <a:t>310.0</a:t>
            </a:r>
            <a:r>
              <a:rPr lang="en-US" altLang="ja-JP" sz="800" b="0" i="0" u="none" strike="noStrike" kern="1200" spc="0" baseline="0" dirty="0">
                <a:solidFill>
                  <a:prstClr val="black"/>
                </a:solidFill>
              </a:rPr>
              <a:t>cd/m</a:t>
            </a:r>
            <a:r>
              <a:rPr lang="en-US" altLang="ja-JP" sz="800" b="0" i="0" u="none" strike="noStrike" kern="1200" spc="0" baseline="30000" dirty="0">
                <a:solidFill>
                  <a:prstClr val="black"/>
                </a:solidFill>
              </a:rPr>
              <a:t>2</a:t>
            </a:r>
            <a:endParaRPr lang="ja-JP" altLang="en-US" sz="1100" dirty="0">
              <a:solidFill>
                <a:schemeClr val="tx1"/>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ja-JP" altLang="en-US"/>
        </a:p>
      </c:txPr>
    </c:title>
    <c:autoTitleDeleted val="0"/>
    <c:plotArea>
      <c:layout>
        <c:manualLayout>
          <c:layoutTarget val="inner"/>
          <c:xMode val="edge"/>
          <c:yMode val="edge"/>
          <c:x val="0.15382756424026489"/>
          <c:y val="0.24199772759974"/>
          <c:w val="0.73160865475070547"/>
          <c:h val="0.35889039389925032"/>
        </c:manualLayout>
      </c:layout>
      <c:barChart>
        <c:barDir val="col"/>
        <c:grouping val="clustered"/>
        <c:varyColors val="0"/>
        <c:ser>
          <c:idx val="0"/>
          <c:order val="0"/>
          <c:tx>
            <c:strRef>
              <c:f>発表用!$D$1:$D$2</c:f>
              <c:strCache>
                <c:ptCount val="2"/>
                <c:pt idx="0">
                  <c:v>カテゴリ</c:v>
                </c:pt>
                <c:pt idx="1">
                  <c:v>短波長光</c:v>
                </c:pt>
              </c:strCache>
            </c:strRef>
          </c:tx>
          <c:spPr>
            <a:solidFill>
              <a:srgbClr val="0070C0"/>
            </a:solidFill>
            <a:ln>
              <a:noFill/>
            </a:ln>
            <a:effectLst/>
          </c:spPr>
          <c:invertIfNegative val="0"/>
          <c:val>
            <c:numRef>
              <c:f>発表用!$D$3:$D$1022</c:f>
              <c:numCache>
                <c:formatCode>General</c:formatCode>
                <c:ptCount val="102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1</c:v>
                </c:pt>
                <c:pt idx="120">
                  <c:v>1</c:v>
                </c:pt>
                <c:pt idx="121">
                  <c:v>1</c:v>
                </c:pt>
                <c:pt idx="122">
                  <c:v>1</c:v>
                </c:pt>
                <c:pt idx="123">
                  <c:v>1</c:v>
                </c:pt>
                <c:pt idx="124">
                  <c:v>1</c:v>
                </c:pt>
                <c:pt idx="125">
                  <c:v>1</c:v>
                </c:pt>
                <c:pt idx="126">
                  <c:v>1</c:v>
                </c:pt>
                <c:pt idx="127">
                  <c:v>1</c:v>
                </c:pt>
                <c:pt idx="128">
                  <c:v>1</c:v>
                </c:pt>
                <c:pt idx="129">
                  <c:v>1</c:v>
                </c:pt>
                <c:pt idx="130">
                  <c:v>1</c:v>
                </c:pt>
                <c:pt idx="131">
                  <c:v>1</c:v>
                </c:pt>
                <c:pt idx="132">
                  <c:v>1</c:v>
                </c:pt>
                <c:pt idx="133">
                  <c:v>1</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1</c:v>
                </c:pt>
                <c:pt idx="151">
                  <c:v>1</c:v>
                </c:pt>
                <c:pt idx="152">
                  <c:v>1</c:v>
                </c:pt>
                <c:pt idx="153">
                  <c:v>1</c:v>
                </c:pt>
                <c:pt idx="154">
                  <c:v>1</c:v>
                </c:pt>
                <c:pt idx="155">
                  <c:v>1</c:v>
                </c:pt>
                <c:pt idx="156">
                  <c:v>1</c:v>
                </c:pt>
                <c:pt idx="157">
                  <c:v>1</c:v>
                </c:pt>
                <c:pt idx="158">
                  <c:v>1</c:v>
                </c:pt>
                <c:pt idx="159">
                  <c:v>1</c:v>
                </c:pt>
                <c:pt idx="160">
                  <c:v>1</c:v>
                </c:pt>
                <c:pt idx="161">
                  <c:v>1</c:v>
                </c:pt>
                <c:pt idx="162">
                  <c:v>1</c:v>
                </c:pt>
                <c:pt idx="163">
                  <c:v>1</c:v>
                </c:pt>
                <c:pt idx="164">
                  <c:v>1</c:v>
                </c:pt>
                <c:pt idx="165">
                  <c:v>1</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1</c:v>
                </c:pt>
                <c:pt idx="181">
                  <c:v>1</c:v>
                </c:pt>
                <c:pt idx="182">
                  <c:v>1</c:v>
                </c:pt>
                <c:pt idx="183">
                  <c:v>1</c:v>
                </c:pt>
                <c:pt idx="184">
                  <c:v>1</c:v>
                </c:pt>
                <c:pt idx="185">
                  <c:v>1</c:v>
                </c:pt>
                <c:pt idx="186">
                  <c:v>1</c:v>
                </c:pt>
                <c:pt idx="187">
                  <c:v>1</c:v>
                </c:pt>
                <c:pt idx="188">
                  <c:v>1</c:v>
                </c:pt>
                <c:pt idx="189">
                  <c:v>1</c:v>
                </c:pt>
                <c:pt idx="190">
                  <c:v>1</c:v>
                </c:pt>
                <c:pt idx="191">
                  <c:v>1</c:v>
                </c:pt>
                <c:pt idx="192">
                  <c:v>1</c:v>
                </c:pt>
                <c:pt idx="193">
                  <c:v>1</c:v>
                </c:pt>
                <c:pt idx="194">
                  <c:v>1</c:v>
                </c:pt>
                <c:pt idx="195">
                  <c:v>1</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1</c:v>
                </c:pt>
                <c:pt idx="212">
                  <c:v>1</c:v>
                </c:pt>
                <c:pt idx="213">
                  <c:v>1</c:v>
                </c:pt>
                <c:pt idx="214">
                  <c:v>1</c:v>
                </c:pt>
                <c:pt idx="215">
                  <c:v>1</c:v>
                </c:pt>
                <c:pt idx="216">
                  <c:v>1</c:v>
                </c:pt>
                <c:pt idx="217">
                  <c:v>1</c:v>
                </c:pt>
                <c:pt idx="218">
                  <c:v>1</c:v>
                </c:pt>
                <c:pt idx="219">
                  <c:v>1</c:v>
                </c:pt>
                <c:pt idx="220">
                  <c:v>1</c:v>
                </c:pt>
                <c:pt idx="221">
                  <c:v>1</c:v>
                </c:pt>
                <c:pt idx="222">
                  <c:v>1</c:v>
                </c:pt>
                <c:pt idx="223">
                  <c:v>1</c:v>
                </c:pt>
                <c:pt idx="224">
                  <c:v>1</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1</c:v>
                </c:pt>
                <c:pt idx="241">
                  <c:v>1</c:v>
                </c:pt>
                <c:pt idx="242">
                  <c:v>1</c:v>
                </c:pt>
                <c:pt idx="243">
                  <c:v>1</c:v>
                </c:pt>
                <c:pt idx="244">
                  <c:v>1</c:v>
                </c:pt>
                <c:pt idx="245">
                  <c:v>1</c:v>
                </c:pt>
                <c:pt idx="246">
                  <c:v>1</c:v>
                </c:pt>
                <c:pt idx="247">
                  <c:v>1</c:v>
                </c:pt>
                <c:pt idx="248">
                  <c:v>1</c:v>
                </c:pt>
                <c:pt idx="249">
                  <c:v>1</c:v>
                </c:pt>
                <c:pt idx="250">
                  <c:v>1</c:v>
                </c:pt>
                <c:pt idx="251">
                  <c:v>1</c:v>
                </c:pt>
                <c:pt idx="252">
                  <c:v>1</c:v>
                </c:pt>
                <c:pt idx="253">
                  <c:v>1</c:v>
                </c:pt>
                <c:pt idx="254">
                  <c:v>1</c:v>
                </c:pt>
                <c:pt idx="255">
                  <c:v>1</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1</c:v>
                </c:pt>
                <c:pt idx="271">
                  <c:v>1</c:v>
                </c:pt>
                <c:pt idx="272">
                  <c:v>1</c:v>
                </c:pt>
                <c:pt idx="273">
                  <c:v>1</c:v>
                </c:pt>
                <c:pt idx="274">
                  <c:v>1</c:v>
                </c:pt>
                <c:pt idx="275">
                  <c:v>1</c:v>
                </c:pt>
                <c:pt idx="276">
                  <c:v>1</c:v>
                </c:pt>
                <c:pt idx="277">
                  <c:v>1</c:v>
                </c:pt>
                <c:pt idx="278">
                  <c:v>1</c:v>
                </c:pt>
                <c:pt idx="279">
                  <c:v>1</c:v>
                </c:pt>
                <c:pt idx="280">
                  <c:v>1</c:v>
                </c:pt>
                <c:pt idx="281">
                  <c:v>1</c:v>
                </c:pt>
                <c:pt idx="282">
                  <c:v>1</c:v>
                </c:pt>
                <c:pt idx="283">
                  <c:v>1</c:v>
                </c:pt>
                <c:pt idx="284">
                  <c:v>1</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1</c:v>
                </c:pt>
                <c:pt idx="301">
                  <c:v>1</c:v>
                </c:pt>
                <c:pt idx="302">
                  <c:v>1</c:v>
                </c:pt>
                <c:pt idx="303">
                  <c:v>1</c:v>
                </c:pt>
                <c:pt idx="304">
                  <c:v>1</c:v>
                </c:pt>
                <c:pt idx="305">
                  <c:v>1</c:v>
                </c:pt>
                <c:pt idx="306">
                  <c:v>1</c:v>
                </c:pt>
                <c:pt idx="307">
                  <c:v>1</c:v>
                </c:pt>
                <c:pt idx="308">
                  <c:v>1</c:v>
                </c:pt>
                <c:pt idx="309">
                  <c:v>1</c:v>
                </c:pt>
                <c:pt idx="310">
                  <c:v>1</c:v>
                </c:pt>
                <c:pt idx="311">
                  <c:v>1</c:v>
                </c:pt>
                <c:pt idx="312">
                  <c:v>1</c:v>
                </c:pt>
                <c:pt idx="313">
                  <c:v>1</c:v>
                </c:pt>
                <c:pt idx="314">
                  <c:v>1</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1</c:v>
                </c:pt>
                <c:pt idx="330">
                  <c:v>1</c:v>
                </c:pt>
                <c:pt idx="331">
                  <c:v>1</c:v>
                </c:pt>
                <c:pt idx="332">
                  <c:v>1</c:v>
                </c:pt>
                <c:pt idx="333">
                  <c:v>1</c:v>
                </c:pt>
                <c:pt idx="334">
                  <c:v>1</c:v>
                </c:pt>
                <c:pt idx="335">
                  <c:v>1</c:v>
                </c:pt>
                <c:pt idx="336">
                  <c:v>1</c:v>
                </c:pt>
                <c:pt idx="337">
                  <c:v>1</c:v>
                </c:pt>
                <c:pt idx="338">
                  <c:v>1</c:v>
                </c:pt>
                <c:pt idx="339">
                  <c:v>1</c:v>
                </c:pt>
                <c:pt idx="340">
                  <c:v>1</c:v>
                </c:pt>
                <c:pt idx="341">
                  <c:v>1</c:v>
                </c:pt>
                <c:pt idx="342">
                  <c:v>1</c:v>
                </c:pt>
                <c:pt idx="343">
                  <c:v>1</c:v>
                </c:pt>
                <c:pt idx="344">
                  <c:v>1</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1</c:v>
                </c:pt>
                <c:pt idx="361">
                  <c:v>1</c:v>
                </c:pt>
                <c:pt idx="362">
                  <c:v>1</c:v>
                </c:pt>
                <c:pt idx="363">
                  <c:v>1</c:v>
                </c:pt>
                <c:pt idx="364">
                  <c:v>1</c:v>
                </c:pt>
                <c:pt idx="365">
                  <c:v>1</c:v>
                </c:pt>
                <c:pt idx="366">
                  <c:v>1</c:v>
                </c:pt>
                <c:pt idx="367">
                  <c:v>1</c:v>
                </c:pt>
                <c:pt idx="368">
                  <c:v>1</c:v>
                </c:pt>
                <c:pt idx="369">
                  <c:v>1</c:v>
                </c:pt>
                <c:pt idx="370">
                  <c:v>1</c:v>
                </c:pt>
                <c:pt idx="371">
                  <c:v>1</c:v>
                </c:pt>
                <c:pt idx="372">
                  <c:v>1</c:v>
                </c:pt>
                <c:pt idx="373">
                  <c:v>1</c:v>
                </c:pt>
                <c:pt idx="374">
                  <c:v>1</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numCache>
            </c:numRef>
          </c:val>
          <c:extLst>
            <c:ext xmlns:c16="http://schemas.microsoft.com/office/drawing/2014/chart" uri="{C3380CC4-5D6E-409C-BE32-E72D297353CC}">
              <c16:uniqueId val="{00000000-DC3A-4E19-B5E8-E48984FEF7F2}"/>
            </c:ext>
          </c:extLst>
        </c:ser>
        <c:ser>
          <c:idx val="1"/>
          <c:order val="1"/>
          <c:tx>
            <c:strRef>
              <c:f>発表用!$E$1:$E$2</c:f>
              <c:strCache>
                <c:ptCount val="2"/>
                <c:pt idx="0">
                  <c:v>カテゴリ</c:v>
                </c:pt>
                <c:pt idx="1">
                  <c:v>長波長光</c:v>
                </c:pt>
              </c:strCache>
            </c:strRef>
          </c:tx>
          <c:spPr>
            <a:solidFill>
              <a:srgbClr val="00B050"/>
            </a:solidFill>
            <a:ln>
              <a:noFill/>
            </a:ln>
            <a:effectLst/>
          </c:spPr>
          <c:invertIfNegative val="0"/>
          <c:val>
            <c:numRef>
              <c:f>発表用!$E$3:$E$1022</c:f>
              <c:numCache>
                <c:formatCode>General</c:formatCode>
                <c:ptCount val="102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1</c:v>
                </c:pt>
                <c:pt idx="167">
                  <c:v>1</c:v>
                </c:pt>
                <c:pt idx="168">
                  <c:v>1</c:v>
                </c:pt>
                <c:pt idx="169">
                  <c:v>1</c:v>
                </c:pt>
                <c:pt idx="170">
                  <c:v>1</c:v>
                </c:pt>
                <c:pt idx="171">
                  <c:v>1</c:v>
                </c:pt>
                <c:pt idx="172">
                  <c:v>1</c:v>
                </c:pt>
                <c:pt idx="173">
                  <c:v>1</c:v>
                </c:pt>
                <c:pt idx="174">
                  <c:v>1</c:v>
                </c:pt>
                <c:pt idx="175">
                  <c:v>1</c:v>
                </c:pt>
                <c:pt idx="176">
                  <c:v>1</c:v>
                </c:pt>
                <c:pt idx="177">
                  <c:v>1</c:v>
                </c:pt>
                <c:pt idx="178">
                  <c:v>1</c:v>
                </c:pt>
                <c:pt idx="179">
                  <c:v>1</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1</c:v>
                </c:pt>
                <c:pt idx="197">
                  <c:v>1</c:v>
                </c:pt>
                <c:pt idx="198">
                  <c:v>1</c:v>
                </c:pt>
                <c:pt idx="199">
                  <c:v>1</c:v>
                </c:pt>
                <c:pt idx="200">
                  <c:v>1</c:v>
                </c:pt>
                <c:pt idx="201">
                  <c:v>1</c:v>
                </c:pt>
                <c:pt idx="202">
                  <c:v>1</c:v>
                </c:pt>
                <c:pt idx="203">
                  <c:v>1</c:v>
                </c:pt>
                <c:pt idx="204">
                  <c:v>1</c:v>
                </c:pt>
                <c:pt idx="205">
                  <c:v>1</c:v>
                </c:pt>
                <c:pt idx="206">
                  <c:v>1</c:v>
                </c:pt>
                <c:pt idx="207">
                  <c:v>1</c:v>
                </c:pt>
                <c:pt idx="208">
                  <c:v>1</c:v>
                </c:pt>
                <c:pt idx="209">
                  <c:v>1</c:v>
                </c:pt>
                <c:pt idx="210">
                  <c:v>1</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1</c:v>
                </c:pt>
                <c:pt idx="226">
                  <c:v>1</c:v>
                </c:pt>
                <c:pt idx="227">
                  <c:v>1</c:v>
                </c:pt>
                <c:pt idx="228">
                  <c:v>1</c:v>
                </c:pt>
                <c:pt idx="229">
                  <c:v>1</c:v>
                </c:pt>
                <c:pt idx="230">
                  <c:v>1</c:v>
                </c:pt>
                <c:pt idx="231">
                  <c:v>1</c:v>
                </c:pt>
                <c:pt idx="232">
                  <c:v>1</c:v>
                </c:pt>
                <c:pt idx="233">
                  <c:v>1</c:v>
                </c:pt>
                <c:pt idx="234">
                  <c:v>1</c:v>
                </c:pt>
                <c:pt idx="235">
                  <c:v>1</c:v>
                </c:pt>
                <c:pt idx="236">
                  <c:v>1</c:v>
                </c:pt>
                <c:pt idx="237">
                  <c:v>1</c:v>
                </c:pt>
                <c:pt idx="238">
                  <c:v>1</c:v>
                </c:pt>
                <c:pt idx="239">
                  <c:v>1</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1</c:v>
                </c:pt>
                <c:pt idx="257">
                  <c:v>1</c:v>
                </c:pt>
                <c:pt idx="258">
                  <c:v>1</c:v>
                </c:pt>
                <c:pt idx="259">
                  <c:v>1</c:v>
                </c:pt>
                <c:pt idx="260">
                  <c:v>1</c:v>
                </c:pt>
                <c:pt idx="261">
                  <c:v>1</c:v>
                </c:pt>
                <c:pt idx="262">
                  <c:v>1</c:v>
                </c:pt>
                <c:pt idx="263">
                  <c:v>1</c:v>
                </c:pt>
                <c:pt idx="264">
                  <c:v>1</c:v>
                </c:pt>
                <c:pt idx="265">
                  <c:v>1</c:v>
                </c:pt>
                <c:pt idx="266">
                  <c:v>1</c:v>
                </c:pt>
                <c:pt idx="267">
                  <c:v>1</c:v>
                </c:pt>
                <c:pt idx="268">
                  <c:v>1</c:v>
                </c:pt>
                <c:pt idx="269">
                  <c:v>1</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1</c:v>
                </c:pt>
                <c:pt idx="286">
                  <c:v>1</c:v>
                </c:pt>
                <c:pt idx="287">
                  <c:v>1</c:v>
                </c:pt>
                <c:pt idx="288">
                  <c:v>1</c:v>
                </c:pt>
                <c:pt idx="289">
                  <c:v>1</c:v>
                </c:pt>
                <c:pt idx="290">
                  <c:v>1</c:v>
                </c:pt>
                <c:pt idx="291">
                  <c:v>1</c:v>
                </c:pt>
                <c:pt idx="292">
                  <c:v>1</c:v>
                </c:pt>
                <c:pt idx="293">
                  <c:v>1</c:v>
                </c:pt>
                <c:pt idx="294">
                  <c:v>1</c:v>
                </c:pt>
                <c:pt idx="295">
                  <c:v>1</c:v>
                </c:pt>
                <c:pt idx="296">
                  <c:v>1</c:v>
                </c:pt>
                <c:pt idx="297">
                  <c:v>1</c:v>
                </c:pt>
                <c:pt idx="298">
                  <c:v>1</c:v>
                </c:pt>
                <c:pt idx="299">
                  <c:v>1</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1</c:v>
                </c:pt>
                <c:pt idx="316">
                  <c:v>1</c:v>
                </c:pt>
                <c:pt idx="317">
                  <c:v>1</c:v>
                </c:pt>
                <c:pt idx="318">
                  <c:v>1</c:v>
                </c:pt>
                <c:pt idx="319">
                  <c:v>1</c:v>
                </c:pt>
                <c:pt idx="320">
                  <c:v>1</c:v>
                </c:pt>
                <c:pt idx="321">
                  <c:v>1</c:v>
                </c:pt>
                <c:pt idx="322">
                  <c:v>1</c:v>
                </c:pt>
                <c:pt idx="323">
                  <c:v>1</c:v>
                </c:pt>
                <c:pt idx="324">
                  <c:v>1</c:v>
                </c:pt>
                <c:pt idx="325">
                  <c:v>1</c:v>
                </c:pt>
                <c:pt idx="326">
                  <c:v>1</c:v>
                </c:pt>
                <c:pt idx="327">
                  <c:v>1</c:v>
                </c:pt>
                <c:pt idx="328">
                  <c:v>1</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1</c:v>
                </c:pt>
                <c:pt idx="346">
                  <c:v>1</c:v>
                </c:pt>
                <c:pt idx="347">
                  <c:v>1</c:v>
                </c:pt>
                <c:pt idx="348">
                  <c:v>1</c:v>
                </c:pt>
                <c:pt idx="349">
                  <c:v>1</c:v>
                </c:pt>
                <c:pt idx="350">
                  <c:v>1</c:v>
                </c:pt>
                <c:pt idx="351">
                  <c:v>1</c:v>
                </c:pt>
                <c:pt idx="352">
                  <c:v>1</c:v>
                </c:pt>
                <c:pt idx="353">
                  <c:v>1</c:v>
                </c:pt>
                <c:pt idx="354">
                  <c:v>1</c:v>
                </c:pt>
                <c:pt idx="355">
                  <c:v>1</c:v>
                </c:pt>
                <c:pt idx="356">
                  <c:v>1</c:v>
                </c:pt>
                <c:pt idx="357">
                  <c:v>1</c:v>
                </c:pt>
                <c:pt idx="358">
                  <c:v>1</c:v>
                </c:pt>
                <c:pt idx="359">
                  <c:v>1</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1</c:v>
                </c:pt>
                <c:pt idx="376">
                  <c:v>1</c:v>
                </c:pt>
                <c:pt idx="377">
                  <c:v>1</c:v>
                </c:pt>
                <c:pt idx="378">
                  <c:v>1</c:v>
                </c:pt>
                <c:pt idx="379">
                  <c:v>1</c:v>
                </c:pt>
                <c:pt idx="380">
                  <c:v>1</c:v>
                </c:pt>
                <c:pt idx="381">
                  <c:v>1</c:v>
                </c:pt>
                <c:pt idx="382">
                  <c:v>1</c:v>
                </c:pt>
                <c:pt idx="383">
                  <c:v>1</c:v>
                </c:pt>
                <c:pt idx="384">
                  <c:v>1</c:v>
                </c:pt>
                <c:pt idx="385">
                  <c:v>1</c:v>
                </c:pt>
                <c:pt idx="386">
                  <c:v>1</c:v>
                </c:pt>
                <c:pt idx="387">
                  <c:v>1</c:v>
                </c:pt>
                <c:pt idx="388">
                  <c:v>1</c:v>
                </c:pt>
                <c:pt idx="389">
                  <c:v>1</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numCache>
            </c:numRef>
          </c:val>
          <c:extLst>
            <c:ext xmlns:c16="http://schemas.microsoft.com/office/drawing/2014/chart" uri="{C3380CC4-5D6E-409C-BE32-E72D297353CC}">
              <c16:uniqueId val="{00000001-DC3A-4E19-B5E8-E48984FEF7F2}"/>
            </c:ext>
          </c:extLst>
        </c:ser>
        <c:dLbls>
          <c:showLegendKey val="0"/>
          <c:showVal val="0"/>
          <c:showCatName val="0"/>
          <c:showSerName val="0"/>
          <c:showPercent val="0"/>
          <c:showBubbleSize val="0"/>
        </c:dLbls>
        <c:gapWidth val="219"/>
        <c:overlap val="-27"/>
        <c:axId val="397983176"/>
        <c:axId val="397982816"/>
      </c:barChart>
      <c:lineChart>
        <c:grouping val="standard"/>
        <c:varyColors val="0"/>
        <c:ser>
          <c:idx val="2"/>
          <c:order val="2"/>
          <c:tx>
            <c:strRef>
              <c:f>発表用!$G$1:$G$2</c:f>
              <c:strCache>
                <c:ptCount val="2"/>
                <c:pt idx="0">
                  <c:v>瞳孔面積</c:v>
                </c:pt>
                <c:pt idx="1">
                  <c:v>[dot]</c:v>
                </c:pt>
              </c:strCache>
            </c:strRef>
          </c:tx>
          <c:spPr>
            <a:ln w="28575" cap="rnd">
              <a:solidFill>
                <a:schemeClr val="accent2">
                  <a:lumMod val="60000"/>
                  <a:lumOff val="40000"/>
                </a:schemeClr>
              </a:solidFill>
              <a:round/>
            </a:ln>
            <a:effectLst/>
          </c:spPr>
          <c:marker>
            <c:symbol val="none"/>
          </c:marker>
          <c:cat>
            <c:numRef>
              <c:f>発表用!$B$3:$B$1022</c:f>
              <c:numCache>
                <c:formatCode>General</c:formatCode>
                <c:ptCount val="1020"/>
                <c:pt idx="0">
                  <c:v>862</c:v>
                </c:pt>
                <c:pt idx="1">
                  <c:v>896</c:v>
                </c:pt>
                <c:pt idx="2">
                  <c:v>929</c:v>
                </c:pt>
                <c:pt idx="3">
                  <c:v>962</c:v>
                </c:pt>
                <c:pt idx="4">
                  <c:v>996</c:v>
                </c:pt>
                <c:pt idx="5">
                  <c:v>1029</c:v>
                </c:pt>
                <c:pt idx="6">
                  <c:v>1062</c:v>
                </c:pt>
                <c:pt idx="7">
                  <c:v>1096</c:v>
                </c:pt>
                <c:pt idx="8">
                  <c:v>1129</c:v>
                </c:pt>
                <c:pt idx="9">
                  <c:v>33</c:v>
                </c:pt>
                <c:pt idx="10">
                  <c:v>66</c:v>
                </c:pt>
                <c:pt idx="11">
                  <c:v>1232</c:v>
                </c:pt>
                <c:pt idx="12">
                  <c:v>1266</c:v>
                </c:pt>
                <c:pt idx="13">
                  <c:v>1299</c:v>
                </c:pt>
                <c:pt idx="14">
                  <c:v>1332</c:v>
                </c:pt>
                <c:pt idx="15">
                  <c:v>1366</c:v>
                </c:pt>
                <c:pt idx="16">
                  <c:v>1399</c:v>
                </c:pt>
                <c:pt idx="17">
                  <c:v>1432</c:v>
                </c:pt>
                <c:pt idx="18">
                  <c:v>1466</c:v>
                </c:pt>
                <c:pt idx="19">
                  <c:v>1499</c:v>
                </c:pt>
                <c:pt idx="20">
                  <c:v>1532</c:v>
                </c:pt>
                <c:pt idx="21">
                  <c:v>1566</c:v>
                </c:pt>
                <c:pt idx="22">
                  <c:v>1599</c:v>
                </c:pt>
                <c:pt idx="23">
                  <c:v>1632</c:v>
                </c:pt>
                <c:pt idx="24">
                  <c:v>1666</c:v>
                </c:pt>
                <c:pt idx="25">
                  <c:v>1699</c:v>
                </c:pt>
                <c:pt idx="26">
                  <c:v>1732</c:v>
                </c:pt>
                <c:pt idx="27">
                  <c:v>1766</c:v>
                </c:pt>
                <c:pt idx="28">
                  <c:v>1799</c:v>
                </c:pt>
                <c:pt idx="29">
                  <c:v>1832</c:v>
                </c:pt>
                <c:pt idx="30">
                  <c:v>1866</c:v>
                </c:pt>
                <c:pt idx="31">
                  <c:v>1899</c:v>
                </c:pt>
                <c:pt idx="32">
                  <c:v>1932</c:v>
                </c:pt>
                <c:pt idx="33">
                  <c:v>1966</c:v>
                </c:pt>
                <c:pt idx="34">
                  <c:v>1999</c:v>
                </c:pt>
                <c:pt idx="35">
                  <c:v>2032</c:v>
                </c:pt>
                <c:pt idx="36">
                  <c:v>2066</c:v>
                </c:pt>
                <c:pt idx="37">
                  <c:v>2099</c:v>
                </c:pt>
                <c:pt idx="38">
                  <c:v>2132</c:v>
                </c:pt>
                <c:pt idx="39">
                  <c:v>2166</c:v>
                </c:pt>
                <c:pt idx="40">
                  <c:v>2199</c:v>
                </c:pt>
                <c:pt idx="41">
                  <c:v>2232</c:v>
                </c:pt>
                <c:pt idx="42">
                  <c:v>2266</c:v>
                </c:pt>
                <c:pt idx="43">
                  <c:v>2299</c:v>
                </c:pt>
                <c:pt idx="44">
                  <c:v>2332</c:v>
                </c:pt>
                <c:pt idx="45">
                  <c:v>2366</c:v>
                </c:pt>
                <c:pt idx="46">
                  <c:v>2399</c:v>
                </c:pt>
                <c:pt idx="47">
                  <c:v>2432</c:v>
                </c:pt>
                <c:pt idx="48">
                  <c:v>2466</c:v>
                </c:pt>
                <c:pt idx="49">
                  <c:v>2499</c:v>
                </c:pt>
                <c:pt idx="50">
                  <c:v>2532</c:v>
                </c:pt>
                <c:pt idx="51">
                  <c:v>2566</c:v>
                </c:pt>
                <c:pt idx="52">
                  <c:v>2599</c:v>
                </c:pt>
                <c:pt idx="53">
                  <c:v>2632</c:v>
                </c:pt>
                <c:pt idx="54">
                  <c:v>2666</c:v>
                </c:pt>
                <c:pt idx="55">
                  <c:v>2699</c:v>
                </c:pt>
                <c:pt idx="56">
                  <c:v>2732</c:v>
                </c:pt>
                <c:pt idx="57">
                  <c:v>2766</c:v>
                </c:pt>
                <c:pt idx="58">
                  <c:v>2799</c:v>
                </c:pt>
                <c:pt idx="59">
                  <c:v>2832</c:v>
                </c:pt>
                <c:pt idx="60">
                  <c:v>2866</c:v>
                </c:pt>
                <c:pt idx="61">
                  <c:v>2899</c:v>
                </c:pt>
                <c:pt idx="62">
                  <c:v>2932</c:v>
                </c:pt>
                <c:pt idx="63">
                  <c:v>2966</c:v>
                </c:pt>
                <c:pt idx="64">
                  <c:v>2999</c:v>
                </c:pt>
                <c:pt idx="65">
                  <c:v>3032</c:v>
                </c:pt>
                <c:pt idx="66">
                  <c:v>3066</c:v>
                </c:pt>
                <c:pt idx="67">
                  <c:v>3099</c:v>
                </c:pt>
                <c:pt idx="68">
                  <c:v>3132</c:v>
                </c:pt>
                <c:pt idx="69">
                  <c:v>3166</c:v>
                </c:pt>
                <c:pt idx="70">
                  <c:v>3199</c:v>
                </c:pt>
                <c:pt idx="71">
                  <c:v>3232</c:v>
                </c:pt>
                <c:pt idx="72">
                  <c:v>3266</c:v>
                </c:pt>
                <c:pt idx="73">
                  <c:v>3299</c:v>
                </c:pt>
                <c:pt idx="74">
                  <c:v>3332</c:v>
                </c:pt>
                <c:pt idx="75">
                  <c:v>3366</c:v>
                </c:pt>
                <c:pt idx="76">
                  <c:v>3399</c:v>
                </c:pt>
                <c:pt idx="77">
                  <c:v>3432</c:v>
                </c:pt>
                <c:pt idx="78">
                  <c:v>3466</c:v>
                </c:pt>
                <c:pt idx="79">
                  <c:v>3499</c:v>
                </c:pt>
                <c:pt idx="80">
                  <c:v>3532</c:v>
                </c:pt>
                <c:pt idx="81">
                  <c:v>3566</c:v>
                </c:pt>
                <c:pt idx="82">
                  <c:v>3599</c:v>
                </c:pt>
                <c:pt idx="83">
                  <c:v>3632</c:v>
                </c:pt>
                <c:pt idx="84">
                  <c:v>3666</c:v>
                </c:pt>
                <c:pt idx="85">
                  <c:v>3699</c:v>
                </c:pt>
                <c:pt idx="86">
                  <c:v>3732</c:v>
                </c:pt>
                <c:pt idx="87">
                  <c:v>3766</c:v>
                </c:pt>
                <c:pt idx="88">
                  <c:v>3799</c:v>
                </c:pt>
                <c:pt idx="89">
                  <c:v>3832</c:v>
                </c:pt>
                <c:pt idx="90">
                  <c:v>3866</c:v>
                </c:pt>
                <c:pt idx="91">
                  <c:v>3899</c:v>
                </c:pt>
                <c:pt idx="92">
                  <c:v>3932</c:v>
                </c:pt>
                <c:pt idx="93">
                  <c:v>3966</c:v>
                </c:pt>
                <c:pt idx="94">
                  <c:v>3999</c:v>
                </c:pt>
                <c:pt idx="95">
                  <c:v>4032</c:v>
                </c:pt>
                <c:pt idx="96">
                  <c:v>4066</c:v>
                </c:pt>
                <c:pt idx="97">
                  <c:v>4099</c:v>
                </c:pt>
                <c:pt idx="98">
                  <c:v>4132</c:v>
                </c:pt>
                <c:pt idx="99">
                  <c:v>4166</c:v>
                </c:pt>
                <c:pt idx="100">
                  <c:v>4199</c:v>
                </c:pt>
                <c:pt idx="101">
                  <c:v>4232</c:v>
                </c:pt>
                <c:pt idx="102">
                  <c:v>4266</c:v>
                </c:pt>
                <c:pt idx="103">
                  <c:v>4299</c:v>
                </c:pt>
                <c:pt idx="104">
                  <c:v>4332</c:v>
                </c:pt>
                <c:pt idx="105">
                  <c:v>4366</c:v>
                </c:pt>
                <c:pt idx="106">
                  <c:v>4399</c:v>
                </c:pt>
                <c:pt idx="107">
                  <c:v>4432</c:v>
                </c:pt>
                <c:pt idx="108">
                  <c:v>4466</c:v>
                </c:pt>
                <c:pt idx="109">
                  <c:v>4499</c:v>
                </c:pt>
                <c:pt idx="110">
                  <c:v>4532</c:v>
                </c:pt>
                <c:pt idx="111">
                  <c:v>4566</c:v>
                </c:pt>
                <c:pt idx="112">
                  <c:v>4599</c:v>
                </c:pt>
                <c:pt idx="113">
                  <c:v>4632</c:v>
                </c:pt>
                <c:pt idx="114">
                  <c:v>4666</c:v>
                </c:pt>
                <c:pt idx="115">
                  <c:v>4699</c:v>
                </c:pt>
                <c:pt idx="116">
                  <c:v>4732</c:v>
                </c:pt>
                <c:pt idx="117">
                  <c:v>4766</c:v>
                </c:pt>
                <c:pt idx="118">
                  <c:v>4799</c:v>
                </c:pt>
                <c:pt idx="119">
                  <c:v>4832</c:v>
                </c:pt>
                <c:pt idx="120">
                  <c:v>4866</c:v>
                </c:pt>
                <c:pt idx="121">
                  <c:v>4899</c:v>
                </c:pt>
                <c:pt idx="122">
                  <c:v>4932</c:v>
                </c:pt>
                <c:pt idx="123">
                  <c:v>4966</c:v>
                </c:pt>
                <c:pt idx="124">
                  <c:v>4999</c:v>
                </c:pt>
                <c:pt idx="125">
                  <c:v>5032</c:v>
                </c:pt>
                <c:pt idx="126">
                  <c:v>5066</c:v>
                </c:pt>
                <c:pt idx="127">
                  <c:v>5099</c:v>
                </c:pt>
                <c:pt idx="128">
                  <c:v>5132</c:v>
                </c:pt>
                <c:pt idx="129">
                  <c:v>5166</c:v>
                </c:pt>
                <c:pt idx="130">
                  <c:v>5199</c:v>
                </c:pt>
                <c:pt idx="131">
                  <c:v>5232</c:v>
                </c:pt>
                <c:pt idx="132">
                  <c:v>5266</c:v>
                </c:pt>
                <c:pt idx="133">
                  <c:v>5299</c:v>
                </c:pt>
                <c:pt idx="134">
                  <c:v>5332</c:v>
                </c:pt>
                <c:pt idx="135">
                  <c:v>5366</c:v>
                </c:pt>
                <c:pt idx="136">
                  <c:v>5399</c:v>
                </c:pt>
                <c:pt idx="137">
                  <c:v>5432</c:v>
                </c:pt>
                <c:pt idx="138">
                  <c:v>5466</c:v>
                </c:pt>
                <c:pt idx="139">
                  <c:v>5499</c:v>
                </c:pt>
                <c:pt idx="140">
                  <c:v>5532</c:v>
                </c:pt>
                <c:pt idx="141">
                  <c:v>5566</c:v>
                </c:pt>
                <c:pt idx="142">
                  <c:v>5599</c:v>
                </c:pt>
                <c:pt idx="143">
                  <c:v>5632</c:v>
                </c:pt>
                <c:pt idx="144">
                  <c:v>5666</c:v>
                </c:pt>
                <c:pt idx="145">
                  <c:v>5699</c:v>
                </c:pt>
                <c:pt idx="146">
                  <c:v>5732</c:v>
                </c:pt>
                <c:pt idx="147">
                  <c:v>5766</c:v>
                </c:pt>
                <c:pt idx="148">
                  <c:v>5799</c:v>
                </c:pt>
                <c:pt idx="149">
                  <c:v>5832</c:v>
                </c:pt>
                <c:pt idx="150">
                  <c:v>5866</c:v>
                </c:pt>
                <c:pt idx="151">
                  <c:v>5899</c:v>
                </c:pt>
                <c:pt idx="152">
                  <c:v>5932</c:v>
                </c:pt>
                <c:pt idx="153">
                  <c:v>5966</c:v>
                </c:pt>
                <c:pt idx="154">
                  <c:v>5999</c:v>
                </c:pt>
                <c:pt idx="155">
                  <c:v>6032</c:v>
                </c:pt>
                <c:pt idx="156">
                  <c:v>6066</c:v>
                </c:pt>
                <c:pt idx="157">
                  <c:v>6099</c:v>
                </c:pt>
                <c:pt idx="158">
                  <c:v>6132</c:v>
                </c:pt>
                <c:pt idx="159">
                  <c:v>6166</c:v>
                </c:pt>
                <c:pt idx="160">
                  <c:v>6199</c:v>
                </c:pt>
                <c:pt idx="161">
                  <c:v>6232</c:v>
                </c:pt>
                <c:pt idx="162">
                  <c:v>6266</c:v>
                </c:pt>
                <c:pt idx="163">
                  <c:v>6299</c:v>
                </c:pt>
                <c:pt idx="164">
                  <c:v>6332</c:v>
                </c:pt>
                <c:pt idx="165">
                  <c:v>6366</c:v>
                </c:pt>
                <c:pt idx="166">
                  <c:v>6399</c:v>
                </c:pt>
                <c:pt idx="167">
                  <c:v>6432</c:v>
                </c:pt>
                <c:pt idx="168">
                  <c:v>6466</c:v>
                </c:pt>
                <c:pt idx="169">
                  <c:v>6499</c:v>
                </c:pt>
                <c:pt idx="170">
                  <c:v>6532</c:v>
                </c:pt>
                <c:pt idx="171">
                  <c:v>6566</c:v>
                </c:pt>
                <c:pt idx="172">
                  <c:v>6599</c:v>
                </c:pt>
                <c:pt idx="173">
                  <c:v>6632</c:v>
                </c:pt>
                <c:pt idx="174">
                  <c:v>6666</c:v>
                </c:pt>
                <c:pt idx="175">
                  <c:v>6699</c:v>
                </c:pt>
                <c:pt idx="176">
                  <c:v>6732</c:v>
                </c:pt>
                <c:pt idx="177">
                  <c:v>6766</c:v>
                </c:pt>
                <c:pt idx="178">
                  <c:v>6799</c:v>
                </c:pt>
                <c:pt idx="179">
                  <c:v>6832</c:v>
                </c:pt>
                <c:pt idx="180">
                  <c:v>6866</c:v>
                </c:pt>
                <c:pt idx="181">
                  <c:v>6899</c:v>
                </c:pt>
                <c:pt idx="182">
                  <c:v>6932</c:v>
                </c:pt>
                <c:pt idx="183">
                  <c:v>6966</c:v>
                </c:pt>
                <c:pt idx="184">
                  <c:v>6999</c:v>
                </c:pt>
                <c:pt idx="185">
                  <c:v>7032</c:v>
                </c:pt>
                <c:pt idx="186">
                  <c:v>7066</c:v>
                </c:pt>
                <c:pt idx="187">
                  <c:v>7099</c:v>
                </c:pt>
                <c:pt idx="188">
                  <c:v>7132</c:v>
                </c:pt>
                <c:pt idx="189">
                  <c:v>7166</c:v>
                </c:pt>
                <c:pt idx="190">
                  <c:v>7199</c:v>
                </c:pt>
                <c:pt idx="191">
                  <c:v>7232</c:v>
                </c:pt>
                <c:pt idx="192">
                  <c:v>7266</c:v>
                </c:pt>
                <c:pt idx="193">
                  <c:v>7299</c:v>
                </c:pt>
                <c:pt idx="194">
                  <c:v>7332</c:v>
                </c:pt>
                <c:pt idx="195">
                  <c:v>7366</c:v>
                </c:pt>
                <c:pt idx="196">
                  <c:v>7399</c:v>
                </c:pt>
                <c:pt idx="197">
                  <c:v>7432</c:v>
                </c:pt>
                <c:pt idx="198">
                  <c:v>7466</c:v>
                </c:pt>
                <c:pt idx="199">
                  <c:v>7499</c:v>
                </c:pt>
                <c:pt idx="200">
                  <c:v>7532</c:v>
                </c:pt>
                <c:pt idx="201">
                  <c:v>7566</c:v>
                </c:pt>
                <c:pt idx="202">
                  <c:v>7599</c:v>
                </c:pt>
                <c:pt idx="203">
                  <c:v>7632</c:v>
                </c:pt>
                <c:pt idx="204">
                  <c:v>7666</c:v>
                </c:pt>
                <c:pt idx="205">
                  <c:v>7699</c:v>
                </c:pt>
                <c:pt idx="206">
                  <c:v>7732</c:v>
                </c:pt>
                <c:pt idx="207">
                  <c:v>7766</c:v>
                </c:pt>
                <c:pt idx="208">
                  <c:v>7799</c:v>
                </c:pt>
                <c:pt idx="209">
                  <c:v>7832</c:v>
                </c:pt>
                <c:pt idx="210">
                  <c:v>7866</c:v>
                </c:pt>
                <c:pt idx="211">
                  <c:v>7899</c:v>
                </c:pt>
                <c:pt idx="212">
                  <c:v>7932</c:v>
                </c:pt>
                <c:pt idx="213">
                  <c:v>7966</c:v>
                </c:pt>
                <c:pt idx="214">
                  <c:v>7999</c:v>
                </c:pt>
                <c:pt idx="215">
                  <c:v>8032</c:v>
                </c:pt>
                <c:pt idx="216">
                  <c:v>8066</c:v>
                </c:pt>
                <c:pt idx="217">
                  <c:v>8099</c:v>
                </c:pt>
                <c:pt idx="218">
                  <c:v>8132</c:v>
                </c:pt>
                <c:pt idx="219">
                  <c:v>8166</c:v>
                </c:pt>
                <c:pt idx="220">
                  <c:v>8199</c:v>
                </c:pt>
                <c:pt idx="221">
                  <c:v>8232</c:v>
                </c:pt>
                <c:pt idx="222">
                  <c:v>8266</c:v>
                </c:pt>
                <c:pt idx="223">
                  <c:v>8299</c:v>
                </c:pt>
                <c:pt idx="224">
                  <c:v>8332</c:v>
                </c:pt>
                <c:pt idx="225">
                  <c:v>8366</c:v>
                </c:pt>
                <c:pt idx="226">
                  <c:v>8399</c:v>
                </c:pt>
                <c:pt idx="227">
                  <c:v>8432</c:v>
                </c:pt>
                <c:pt idx="228">
                  <c:v>8466</c:v>
                </c:pt>
                <c:pt idx="229">
                  <c:v>8499</c:v>
                </c:pt>
                <c:pt idx="230">
                  <c:v>8532</c:v>
                </c:pt>
                <c:pt idx="231">
                  <c:v>8566</c:v>
                </c:pt>
                <c:pt idx="232">
                  <c:v>8599</c:v>
                </c:pt>
                <c:pt idx="233">
                  <c:v>8632</c:v>
                </c:pt>
                <c:pt idx="234">
                  <c:v>8666</c:v>
                </c:pt>
                <c:pt idx="235">
                  <c:v>8699</c:v>
                </c:pt>
                <c:pt idx="236">
                  <c:v>8732</c:v>
                </c:pt>
                <c:pt idx="237">
                  <c:v>8766</c:v>
                </c:pt>
                <c:pt idx="238">
                  <c:v>8799</c:v>
                </c:pt>
                <c:pt idx="239">
                  <c:v>8832</c:v>
                </c:pt>
                <c:pt idx="240">
                  <c:v>8866</c:v>
                </c:pt>
                <c:pt idx="241">
                  <c:v>8899</c:v>
                </c:pt>
                <c:pt idx="242">
                  <c:v>8932</c:v>
                </c:pt>
                <c:pt idx="243">
                  <c:v>8966</c:v>
                </c:pt>
                <c:pt idx="244">
                  <c:v>8999</c:v>
                </c:pt>
                <c:pt idx="245">
                  <c:v>9032</c:v>
                </c:pt>
                <c:pt idx="246">
                  <c:v>9066</c:v>
                </c:pt>
                <c:pt idx="247">
                  <c:v>9099</c:v>
                </c:pt>
                <c:pt idx="248">
                  <c:v>9132</c:v>
                </c:pt>
                <c:pt idx="249">
                  <c:v>9166</c:v>
                </c:pt>
                <c:pt idx="250">
                  <c:v>9199</c:v>
                </c:pt>
                <c:pt idx="251">
                  <c:v>9232</c:v>
                </c:pt>
                <c:pt idx="252">
                  <c:v>9266</c:v>
                </c:pt>
                <c:pt idx="253">
                  <c:v>9299</c:v>
                </c:pt>
                <c:pt idx="254">
                  <c:v>9332</c:v>
                </c:pt>
                <c:pt idx="255">
                  <c:v>9366</c:v>
                </c:pt>
                <c:pt idx="256">
                  <c:v>9399</c:v>
                </c:pt>
                <c:pt idx="257">
                  <c:v>9432</c:v>
                </c:pt>
                <c:pt idx="258">
                  <c:v>9466</c:v>
                </c:pt>
                <c:pt idx="259">
                  <c:v>9499</c:v>
                </c:pt>
                <c:pt idx="260">
                  <c:v>9532</c:v>
                </c:pt>
                <c:pt idx="261">
                  <c:v>9566</c:v>
                </c:pt>
                <c:pt idx="262">
                  <c:v>9599</c:v>
                </c:pt>
                <c:pt idx="263">
                  <c:v>9632</c:v>
                </c:pt>
                <c:pt idx="264">
                  <c:v>9666</c:v>
                </c:pt>
                <c:pt idx="265">
                  <c:v>9699</c:v>
                </c:pt>
                <c:pt idx="266">
                  <c:v>9732</c:v>
                </c:pt>
                <c:pt idx="267">
                  <c:v>9766</c:v>
                </c:pt>
                <c:pt idx="268">
                  <c:v>9799</c:v>
                </c:pt>
                <c:pt idx="269">
                  <c:v>9832</c:v>
                </c:pt>
                <c:pt idx="270">
                  <c:v>9866</c:v>
                </c:pt>
                <c:pt idx="271">
                  <c:v>9899</c:v>
                </c:pt>
                <c:pt idx="272">
                  <c:v>9932</c:v>
                </c:pt>
                <c:pt idx="273">
                  <c:v>9966</c:v>
                </c:pt>
                <c:pt idx="274">
                  <c:v>9999</c:v>
                </c:pt>
                <c:pt idx="275">
                  <c:v>10032</c:v>
                </c:pt>
                <c:pt idx="276">
                  <c:v>10066</c:v>
                </c:pt>
                <c:pt idx="277">
                  <c:v>10099</c:v>
                </c:pt>
                <c:pt idx="278">
                  <c:v>10132</c:v>
                </c:pt>
                <c:pt idx="279">
                  <c:v>10166</c:v>
                </c:pt>
                <c:pt idx="280">
                  <c:v>10199</c:v>
                </c:pt>
                <c:pt idx="281">
                  <c:v>10232</c:v>
                </c:pt>
                <c:pt idx="282">
                  <c:v>10266</c:v>
                </c:pt>
                <c:pt idx="283">
                  <c:v>10299</c:v>
                </c:pt>
                <c:pt idx="284">
                  <c:v>10332</c:v>
                </c:pt>
                <c:pt idx="285">
                  <c:v>10366</c:v>
                </c:pt>
                <c:pt idx="286">
                  <c:v>10399</c:v>
                </c:pt>
                <c:pt idx="287">
                  <c:v>10432</c:v>
                </c:pt>
                <c:pt idx="288">
                  <c:v>10466</c:v>
                </c:pt>
                <c:pt idx="289">
                  <c:v>10499</c:v>
                </c:pt>
                <c:pt idx="290">
                  <c:v>10532</c:v>
                </c:pt>
                <c:pt idx="291">
                  <c:v>10566</c:v>
                </c:pt>
                <c:pt idx="292">
                  <c:v>10599</c:v>
                </c:pt>
                <c:pt idx="293">
                  <c:v>10632</c:v>
                </c:pt>
                <c:pt idx="294">
                  <c:v>10666</c:v>
                </c:pt>
                <c:pt idx="295">
                  <c:v>10699</c:v>
                </c:pt>
                <c:pt idx="296">
                  <c:v>10732</c:v>
                </c:pt>
                <c:pt idx="297">
                  <c:v>10766</c:v>
                </c:pt>
                <c:pt idx="298">
                  <c:v>10799</c:v>
                </c:pt>
                <c:pt idx="299">
                  <c:v>10832</c:v>
                </c:pt>
                <c:pt idx="300">
                  <c:v>10866</c:v>
                </c:pt>
                <c:pt idx="301">
                  <c:v>10899</c:v>
                </c:pt>
                <c:pt idx="302">
                  <c:v>10932</c:v>
                </c:pt>
                <c:pt idx="303">
                  <c:v>10966</c:v>
                </c:pt>
                <c:pt idx="304">
                  <c:v>10999</c:v>
                </c:pt>
                <c:pt idx="305">
                  <c:v>11032</c:v>
                </c:pt>
                <c:pt idx="306">
                  <c:v>11066</c:v>
                </c:pt>
                <c:pt idx="307">
                  <c:v>11099</c:v>
                </c:pt>
                <c:pt idx="308">
                  <c:v>11132</c:v>
                </c:pt>
                <c:pt idx="309">
                  <c:v>11166</c:v>
                </c:pt>
                <c:pt idx="310">
                  <c:v>11199</c:v>
                </c:pt>
                <c:pt idx="311">
                  <c:v>11232</c:v>
                </c:pt>
                <c:pt idx="312">
                  <c:v>11266</c:v>
                </c:pt>
                <c:pt idx="313">
                  <c:v>11299</c:v>
                </c:pt>
                <c:pt idx="314">
                  <c:v>11332</c:v>
                </c:pt>
                <c:pt idx="315">
                  <c:v>11366</c:v>
                </c:pt>
                <c:pt idx="316">
                  <c:v>11399</c:v>
                </c:pt>
                <c:pt idx="317">
                  <c:v>11432</c:v>
                </c:pt>
                <c:pt idx="318">
                  <c:v>11466</c:v>
                </c:pt>
                <c:pt idx="319">
                  <c:v>11499</c:v>
                </c:pt>
                <c:pt idx="320">
                  <c:v>11532</c:v>
                </c:pt>
                <c:pt idx="321">
                  <c:v>11566</c:v>
                </c:pt>
                <c:pt idx="322">
                  <c:v>11599</c:v>
                </c:pt>
                <c:pt idx="323">
                  <c:v>11632</c:v>
                </c:pt>
                <c:pt idx="324">
                  <c:v>11666</c:v>
                </c:pt>
                <c:pt idx="325">
                  <c:v>11699</c:v>
                </c:pt>
                <c:pt idx="326">
                  <c:v>11732</c:v>
                </c:pt>
                <c:pt idx="327">
                  <c:v>11766</c:v>
                </c:pt>
                <c:pt idx="328">
                  <c:v>11799</c:v>
                </c:pt>
                <c:pt idx="329">
                  <c:v>11832</c:v>
                </c:pt>
                <c:pt idx="330">
                  <c:v>11866</c:v>
                </c:pt>
                <c:pt idx="331">
                  <c:v>11899</c:v>
                </c:pt>
                <c:pt idx="332">
                  <c:v>11932</c:v>
                </c:pt>
                <c:pt idx="333">
                  <c:v>11966</c:v>
                </c:pt>
                <c:pt idx="334">
                  <c:v>11999</c:v>
                </c:pt>
                <c:pt idx="335">
                  <c:v>12032</c:v>
                </c:pt>
                <c:pt idx="336">
                  <c:v>12066</c:v>
                </c:pt>
                <c:pt idx="337">
                  <c:v>12099</c:v>
                </c:pt>
                <c:pt idx="338">
                  <c:v>12132</c:v>
                </c:pt>
                <c:pt idx="339">
                  <c:v>12166</c:v>
                </c:pt>
                <c:pt idx="340">
                  <c:v>12199</c:v>
                </c:pt>
                <c:pt idx="341">
                  <c:v>12232</c:v>
                </c:pt>
                <c:pt idx="342">
                  <c:v>12266</c:v>
                </c:pt>
                <c:pt idx="343">
                  <c:v>12299</c:v>
                </c:pt>
                <c:pt idx="344">
                  <c:v>12332</c:v>
                </c:pt>
                <c:pt idx="345">
                  <c:v>12366</c:v>
                </c:pt>
                <c:pt idx="346">
                  <c:v>12399</c:v>
                </c:pt>
                <c:pt idx="347">
                  <c:v>12432</c:v>
                </c:pt>
                <c:pt idx="348">
                  <c:v>12466</c:v>
                </c:pt>
                <c:pt idx="349">
                  <c:v>12499</c:v>
                </c:pt>
                <c:pt idx="350">
                  <c:v>12532</c:v>
                </c:pt>
                <c:pt idx="351">
                  <c:v>12566</c:v>
                </c:pt>
                <c:pt idx="352">
                  <c:v>12599</c:v>
                </c:pt>
                <c:pt idx="353">
                  <c:v>12632</c:v>
                </c:pt>
                <c:pt idx="354">
                  <c:v>12666</c:v>
                </c:pt>
                <c:pt idx="355">
                  <c:v>12699</c:v>
                </c:pt>
                <c:pt idx="356">
                  <c:v>12732</c:v>
                </c:pt>
                <c:pt idx="357">
                  <c:v>12766</c:v>
                </c:pt>
                <c:pt idx="358">
                  <c:v>12799</c:v>
                </c:pt>
                <c:pt idx="359">
                  <c:v>12832</c:v>
                </c:pt>
                <c:pt idx="360">
                  <c:v>12866</c:v>
                </c:pt>
                <c:pt idx="361">
                  <c:v>12899</c:v>
                </c:pt>
                <c:pt idx="362">
                  <c:v>12932</c:v>
                </c:pt>
                <c:pt idx="363">
                  <c:v>12966</c:v>
                </c:pt>
                <c:pt idx="364">
                  <c:v>12999</c:v>
                </c:pt>
                <c:pt idx="365">
                  <c:v>13032</c:v>
                </c:pt>
                <c:pt idx="366">
                  <c:v>13066</c:v>
                </c:pt>
                <c:pt idx="367">
                  <c:v>13099</c:v>
                </c:pt>
                <c:pt idx="368">
                  <c:v>13132</c:v>
                </c:pt>
                <c:pt idx="369">
                  <c:v>13166</c:v>
                </c:pt>
                <c:pt idx="370">
                  <c:v>13199</c:v>
                </c:pt>
                <c:pt idx="371">
                  <c:v>13232</c:v>
                </c:pt>
                <c:pt idx="372">
                  <c:v>13266</c:v>
                </c:pt>
                <c:pt idx="373">
                  <c:v>13299</c:v>
                </c:pt>
                <c:pt idx="374">
                  <c:v>13332</c:v>
                </c:pt>
                <c:pt idx="375">
                  <c:v>13366</c:v>
                </c:pt>
                <c:pt idx="376">
                  <c:v>13399</c:v>
                </c:pt>
                <c:pt idx="377">
                  <c:v>13432</c:v>
                </c:pt>
                <c:pt idx="378">
                  <c:v>13466</c:v>
                </c:pt>
                <c:pt idx="379">
                  <c:v>13499</c:v>
                </c:pt>
                <c:pt idx="380">
                  <c:v>13532</c:v>
                </c:pt>
                <c:pt idx="381">
                  <c:v>13566</c:v>
                </c:pt>
                <c:pt idx="382">
                  <c:v>13599</c:v>
                </c:pt>
                <c:pt idx="383">
                  <c:v>13632</c:v>
                </c:pt>
                <c:pt idx="384">
                  <c:v>13666</c:v>
                </c:pt>
                <c:pt idx="385">
                  <c:v>13699</c:v>
                </c:pt>
                <c:pt idx="386">
                  <c:v>13732</c:v>
                </c:pt>
                <c:pt idx="387">
                  <c:v>13766</c:v>
                </c:pt>
                <c:pt idx="388">
                  <c:v>13799</c:v>
                </c:pt>
                <c:pt idx="389">
                  <c:v>13832</c:v>
                </c:pt>
                <c:pt idx="390">
                  <c:v>13866</c:v>
                </c:pt>
                <c:pt idx="391">
                  <c:v>13899</c:v>
                </c:pt>
                <c:pt idx="392">
                  <c:v>13932</c:v>
                </c:pt>
                <c:pt idx="393">
                  <c:v>13966</c:v>
                </c:pt>
                <c:pt idx="394">
                  <c:v>13999</c:v>
                </c:pt>
                <c:pt idx="395">
                  <c:v>14032</c:v>
                </c:pt>
                <c:pt idx="396">
                  <c:v>14066</c:v>
                </c:pt>
                <c:pt idx="397">
                  <c:v>14099</c:v>
                </c:pt>
                <c:pt idx="398">
                  <c:v>14132</c:v>
                </c:pt>
                <c:pt idx="399">
                  <c:v>14166</c:v>
                </c:pt>
                <c:pt idx="400">
                  <c:v>14199</c:v>
                </c:pt>
                <c:pt idx="401">
                  <c:v>14232</c:v>
                </c:pt>
                <c:pt idx="402">
                  <c:v>14266</c:v>
                </c:pt>
                <c:pt idx="403">
                  <c:v>14299</c:v>
                </c:pt>
                <c:pt idx="404">
                  <c:v>14332</c:v>
                </c:pt>
                <c:pt idx="405">
                  <c:v>14366</c:v>
                </c:pt>
                <c:pt idx="406">
                  <c:v>14399</c:v>
                </c:pt>
                <c:pt idx="407">
                  <c:v>14432</c:v>
                </c:pt>
                <c:pt idx="408">
                  <c:v>14466</c:v>
                </c:pt>
                <c:pt idx="409">
                  <c:v>14499</c:v>
                </c:pt>
                <c:pt idx="410">
                  <c:v>14532</c:v>
                </c:pt>
                <c:pt idx="411">
                  <c:v>14566</c:v>
                </c:pt>
                <c:pt idx="412">
                  <c:v>14599</c:v>
                </c:pt>
                <c:pt idx="413">
                  <c:v>14632</c:v>
                </c:pt>
                <c:pt idx="414">
                  <c:v>14666</c:v>
                </c:pt>
                <c:pt idx="415">
                  <c:v>14699</c:v>
                </c:pt>
                <c:pt idx="416">
                  <c:v>14733</c:v>
                </c:pt>
                <c:pt idx="417">
                  <c:v>14766</c:v>
                </c:pt>
                <c:pt idx="418">
                  <c:v>14799</c:v>
                </c:pt>
                <c:pt idx="419">
                  <c:v>14833</c:v>
                </c:pt>
                <c:pt idx="420">
                  <c:v>14866</c:v>
                </c:pt>
                <c:pt idx="421">
                  <c:v>14899</c:v>
                </c:pt>
                <c:pt idx="422">
                  <c:v>14933</c:v>
                </c:pt>
                <c:pt idx="423">
                  <c:v>14966</c:v>
                </c:pt>
                <c:pt idx="424">
                  <c:v>14999</c:v>
                </c:pt>
                <c:pt idx="425">
                  <c:v>15033</c:v>
                </c:pt>
                <c:pt idx="426">
                  <c:v>15066</c:v>
                </c:pt>
                <c:pt idx="427">
                  <c:v>15099</c:v>
                </c:pt>
                <c:pt idx="428">
                  <c:v>15133</c:v>
                </c:pt>
                <c:pt idx="429">
                  <c:v>15166</c:v>
                </c:pt>
                <c:pt idx="430">
                  <c:v>15199</c:v>
                </c:pt>
                <c:pt idx="431">
                  <c:v>15233</c:v>
                </c:pt>
                <c:pt idx="432">
                  <c:v>15266</c:v>
                </c:pt>
                <c:pt idx="433">
                  <c:v>15299</c:v>
                </c:pt>
                <c:pt idx="434">
                  <c:v>15333</c:v>
                </c:pt>
                <c:pt idx="435">
                  <c:v>15366</c:v>
                </c:pt>
                <c:pt idx="436">
                  <c:v>15399</c:v>
                </c:pt>
                <c:pt idx="437">
                  <c:v>15433</c:v>
                </c:pt>
                <c:pt idx="438">
                  <c:v>15466</c:v>
                </c:pt>
                <c:pt idx="439">
                  <c:v>15499</c:v>
                </c:pt>
                <c:pt idx="440">
                  <c:v>15533</c:v>
                </c:pt>
                <c:pt idx="441">
                  <c:v>15566</c:v>
                </c:pt>
                <c:pt idx="442">
                  <c:v>15599</c:v>
                </c:pt>
                <c:pt idx="443">
                  <c:v>15633</c:v>
                </c:pt>
                <c:pt idx="444">
                  <c:v>15666</c:v>
                </c:pt>
                <c:pt idx="445">
                  <c:v>15699</c:v>
                </c:pt>
                <c:pt idx="446">
                  <c:v>15733</c:v>
                </c:pt>
                <c:pt idx="447">
                  <c:v>15766</c:v>
                </c:pt>
                <c:pt idx="448">
                  <c:v>15799</c:v>
                </c:pt>
                <c:pt idx="449">
                  <c:v>15833</c:v>
                </c:pt>
                <c:pt idx="450">
                  <c:v>15866</c:v>
                </c:pt>
                <c:pt idx="451">
                  <c:v>15899</c:v>
                </c:pt>
                <c:pt idx="452">
                  <c:v>15933</c:v>
                </c:pt>
                <c:pt idx="453">
                  <c:v>15966</c:v>
                </c:pt>
                <c:pt idx="454">
                  <c:v>15999</c:v>
                </c:pt>
                <c:pt idx="455">
                  <c:v>16033</c:v>
                </c:pt>
                <c:pt idx="456">
                  <c:v>16066</c:v>
                </c:pt>
                <c:pt idx="457">
                  <c:v>16099</c:v>
                </c:pt>
                <c:pt idx="458">
                  <c:v>16133</c:v>
                </c:pt>
                <c:pt idx="459">
                  <c:v>16166</c:v>
                </c:pt>
                <c:pt idx="460">
                  <c:v>16199</c:v>
                </c:pt>
                <c:pt idx="461">
                  <c:v>16233</c:v>
                </c:pt>
                <c:pt idx="462">
                  <c:v>16266</c:v>
                </c:pt>
                <c:pt idx="463">
                  <c:v>16299</c:v>
                </c:pt>
                <c:pt idx="464">
                  <c:v>16333</c:v>
                </c:pt>
                <c:pt idx="465">
                  <c:v>16366</c:v>
                </c:pt>
                <c:pt idx="466">
                  <c:v>16399</c:v>
                </c:pt>
                <c:pt idx="467">
                  <c:v>16433</c:v>
                </c:pt>
                <c:pt idx="468">
                  <c:v>16466</c:v>
                </c:pt>
                <c:pt idx="469">
                  <c:v>16499</c:v>
                </c:pt>
                <c:pt idx="470">
                  <c:v>16533</c:v>
                </c:pt>
                <c:pt idx="471">
                  <c:v>16566</c:v>
                </c:pt>
                <c:pt idx="472">
                  <c:v>16599</c:v>
                </c:pt>
                <c:pt idx="473">
                  <c:v>16633</c:v>
                </c:pt>
                <c:pt idx="474">
                  <c:v>16666</c:v>
                </c:pt>
                <c:pt idx="475">
                  <c:v>16699</c:v>
                </c:pt>
                <c:pt idx="476">
                  <c:v>16733</c:v>
                </c:pt>
                <c:pt idx="477">
                  <c:v>16766</c:v>
                </c:pt>
                <c:pt idx="478">
                  <c:v>16799</c:v>
                </c:pt>
                <c:pt idx="479">
                  <c:v>16833</c:v>
                </c:pt>
                <c:pt idx="480">
                  <c:v>16866</c:v>
                </c:pt>
                <c:pt idx="481">
                  <c:v>16899</c:v>
                </c:pt>
                <c:pt idx="482">
                  <c:v>16933</c:v>
                </c:pt>
                <c:pt idx="483">
                  <c:v>16966</c:v>
                </c:pt>
                <c:pt idx="484">
                  <c:v>16999</c:v>
                </c:pt>
                <c:pt idx="485">
                  <c:v>17033</c:v>
                </c:pt>
                <c:pt idx="486">
                  <c:v>17066</c:v>
                </c:pt>
                <c:pt idx="487">
                  <c:v>17099</c:v>
                </c:pt>
                <c:pt idx="488">
                  <c:v>17133</c:v>
                </c:pt>
                <c:pt idx="489">
                  <c:v>17166</c:v>
                </c:pt>
                <c:pt idx="490">
                  <c:v>17200</c:v>
                </c:pt>
                <c:pt idx="491">
                  <c:v>17233</c:v>
                </c:pt>
                <c:pt idx="492">
                  <c:v>17266</c:v>
                </c:pt>
                <c:pt idx="493">
                  <c:v>17300</c:v>
                </c:pt>
                <c:pt idx="494">
                  <c:v>17333</c:v>
                </c:pt>
                <c:pt idx="495">
                  <c:v>17366</c:v>
                </c:pt>
                <c:pt idx="496">
                  <c:v>17400</c:v>
                </c:pt>
                <c:pt idx="497">
                  <c:v>17433</c:v>
                </c:pt>
                <c:pt idx="498">
                  <c:v>17466</c:v>
                </c:pt>
                <c:pt idx="499">
                  <c:v>17500</c:v>
                </c:pt>
                <c:pt idx="500">
                  <c:v>17533</c:v>
                </c:pt>
                <c:pt idx="501">
                  <c:v>17566</c:v>
                </c:pt>
                <c:pt idx="502">
                  <c:v>17600</c:v>
                </c:pt>
                <c:pt idx="503">
                  <c:v>17633</c:v>
                </c:pt>
                <c:pt idx="504">
                  <c:v>17666</c:v>
                </c:pt>
                <c:pt idx="505">
                  <c:v>17700</c:v>
                </c:pt>
                <c:pt idx="506">
                  <c:v>17733</c:v>
                </c:pt>
                <c:pt idx="507">
                  <c:v>17766</c:v>
                </c:pt>
                <c:pt idx="508">
                  <c:v>17800</c:v>
                </c:pt>
                <c:pt idx="509">
                  <c:v>17833</c:v>
                </c:pt>
                <c:pt idx="510">
                  <c:v>17866</c:v>
                </c:pt>
                <c:pt idx="511">
                  <c:v>17900</c:v>
                </c:pt>
                <c:pt idx="512">
                  <c:v>17933</c:v>
                </c:pt>
                <c:pt idx="513">
                  <c:v>17966</c:v>
                </c:pt>
                <c:pt idx="514">
                  <c:v>18000</c:v>
                </c:pt>
                <c:pt idx="515">
                  <c:v>18033</c:v>
                </c:pt>
                <c:pt idx="516">
                  <c:v>18066</c:v>
                </c:pt>
                <c:pt idx="517">
                  <c:v>18100</c:v>
                </c:pt>
                <c:pt idx="518">
                  <c:v>18133</c:v>
                </c:pt>
                <c:pt idx="519">
                  <c:v>18166</c:v>
                </c:pt>
                <c:pt idx="520">
                  <c:v>18200</c:v>
                </c:pt>
                <c:pt idx="521">
                  <c:v>18233</c:v>
                </c:pt>
                <c:pt idx="522">
                  <c:v>18266</c:v>
                </c:pt>
                <c:pt idx="523">
                  <c:v>18300</c:v>
                </c:pt>
                <c:pt idx="524">
                  <c:v>18333</c:v>
                </c:pt>
                <c:pt idx="525">
                  <c:v>18366</c:v>
                </c:pt>
                <c:pt idx="526">
                  <c:v>18400</c:v>
                </c:pt>
                <c:pt idx="527">
                  <c:v>18433</c:v>
                </c:pt>
                <c:pt idx="528">
                  <c:v>18466</c:v>
                </c:pt>
                <c:pt idx="529">
                  <c:v>18500</c:v>
                </c:pt>
                <c:pt idx="530">
                  <c:v>18533</c:v>
                </c:pt>
                <c:pt idx="531">
                  <c:v>18566</c:v>
                </c:pt>
                <c:pt idx="532">
                  <c:v>18600</c:v>
                </c:pt>
                <c:pt idx="533">
                  <c:v>18633</c:v>
                </c:pt>
                <c:pt idx="534">
                  <c:v>18666</c:v>
                </c:pt>
                <c:pt idx="535">
                  <c:v>18700</c:v>
                </c:pt>
                <c:pt idx="536">
                  <c:v>18733</c:v>
                </c:pt>
                <c:pt idx="537">
                  <c:v>18766</c:v>
                </c:pt>
                <c:pt idx="538">
                  <c:v>18800</c:v>
                </c:pt>
                <c:pt idx="539">
                  <c:v>18833</c:v>
                </c:pt>
                <c:pt idx="540">
                  <c:v>18866</c:v>
                </c:pt>
                <c:pt idx="541">
                  <c:v>18900</c:v>
                </c:pt>
                <c:pt idx="542">
                  <c:v>18933</c:v>
                </c:pt>
                <c:pt idx="543">
                  <c:v>18966</c:v>
                </c:pt>
                <c:pt idx="544">
                  <c:v>19000</c:v>
                </c:pt>
                <c:pt idx="545">
                  <c:v>19033</c:v>
                </c:pt>
                <c:pt idx="546">
                  <c:v>19066</c:v>
                </c:pt>
                <c:pt idx="547">
                  <c:v>19100</c:v>
                </c:pt>
                <c:pt idx="548">
                  <c:v>19133</c:v>
                </c:pt>
                <c:pt idx="549">
                  <c:v>19166</c:v>
                </c:pt>
                <c:pt idx="550">
                  <c:v>19200</c:v>
                </c:pt>
                <c:pt idx="551">
                  <c:v>19233</c:v>
                </c:pt>
                <c:pt idx="552">
                  <c:v>19266</c:v>
                </c:pt>
                <c:pt idx="553">
                  <c:v>19300</c:v>
                </c:pt>
                <c:pt idx="554">
                  <c:v>19333</c:v>
                </c:pt>
                <c:pt idx="555">
                  <c:v>19366</c:v>
                </c:pt>
                <c:pt idx="556">
                  <c:v>19400</c:v>
                </c:pt>
                <c:pt idx="557">
                  <c:v>19433</c:v>
                </c:pt>
                <c:pt idx="558">
                  <c:v>19467</c:v>
                </c:pt>
                <c:pt idx="559">
                  <c:v>19500</c:v>
                </c:pt>
                <c:pt idx="560">
                  <c:v>19533</c:v>
                </c:pt>
                <c:pt idx="561">
                  <c:v>19567</c:v>
                </c:pt>
                <c:pt idx="562">
                  <c:v>19600</c:v>
                </c:pt>
                <c:pt idx="563">
                  <c:v>19633</c:v>
                </c:pt>
                <c:pt idx="564">
                  <c:v>19667</c:v>
                </c:pt>
                <c:pt idx="565">
                  <c:v>19700</c:v>
                </c:pt>
                <c:pt idx="566">
                  <c:v>19733</c:v>
                </c:pt>
                <c:pt idx="567">
                  <c:v>19767</c:v>
                </c:pt>
                <c:pt idx="568">
                  <c:v>19800</c:v>
                </c:pt>
                <c:pt idx="569">
                  <c:v>19833</c:v>
                </c:pt>
                <c:pt idx="570">
                  <c:v>19867</c:v>
                </c:pt>
                <c:pt idx="571">
                  <c:v>19900</c:v>
                </c:pt>
                <c:pt idx="572">
                  <c:v>19933</c:v>
                </c:pt>
                <c:pt idx="573">
                  <c:v>19967</c:v>
                </c:pt>
                <c:pt idx="574">
                  <c:v>20000</c:v>
                </c:pt>
                <c:pt idx="575">
                  <c:v>20033</c:v>
                </c:pt>
                <c:pt idx="576">
                  <c:v>20067</c:v>
                </c:pt>
                <c:pt idx="577">
                  <c:v>20100</c:v>
                </c:pt>
                <c:pt idx="578">
                  <c:v>20133</c:v>
                </c:pt>
                <c:pt idx="579">
                  <c:v>20167</c:v>
                </c:pt>
                <c:pt idx="580">
                  <c:v>20200</c:v>
                </c:pt>
                <c:pt idx="581">
                  <c:v>20233</c:v>
                </c:pt>
                <c:pt idx="582">
                  <c:v>20267</c:v>
                </c:pt>
                <c:pt idx="583">
                  <c:v>20300</c:v>
                </c:pt>
                <c:pt idx="584">
                  <c:v>20333</c:v>
                </c:pt>
                <c:pt idx="585">
                  <c:v>20367</c:v>
                </c:pt>
                <c:pt idx="586">
                  <c:v>20400</c:v>
                </c:pt>
                <c:pt idx="587">
                  <c:v>20433</c:v>
                </c:pt>
                <c:pt idx="588">
                  <c:v>20467</c:v>
                </c:pt>
                <c:pt idx="589">
                  <c:v>20500</c:v>
                </c:pt>
                <c:pt idx="590">
                  <c:v>20533</c:v>
                </c:pt>
                <c:pt idx="591">
                  <c:v>20567</c:v>
                </c:pt>
                <c:pt idx="592">
                  <c:v>20600</c:v>
                </c:pt>
                <c:pt idx="593">
                  <c:v>20633</c:v>
                </c:pt>
                <c:pt idx="594">
                  <c:v>20667</c:v>
                </c:pt>
                <c:pt idx="595">
                  <c:v>20700</c:v>
                </c:pt>
                <c:pt idx="596">
                  <c:v>20733</c:v>
                </c:pt>
                <c:pt idx="597">
                  <c:v>20767</c:v>
                </c:pt>
                <c:pt idx="598">
                  <c:v>20800</c:v>
                </c:pt>
                <c:pt idx="599">
                  <c:v>20833</c:v>
                </c:pt>
                <c:pt idx="600">
                  <c:v>20867</c:v>
                </c:pt>
                <c:pt idx="601">
                  <c:v>20900</c:v>
                </c:pt>
                <c:pt idx="602">
                  <c:v>20933</c:v>
                </c:pt>
                <c:pt idx="603">
                  <c:v>20967</c:v>
                </c:pt>
                <c:pt idx="604">
                  <c:v>21000</c:v>
                </c:pt>
                <c:pt idx="605">
                  <c:v>21033</c:v>
                </c:pt>
                <c:pt idx="606">
                  <c:v>21067</c:v>
                </c:pt>
                <c:pt idx="607">
                  <c:v>21100</c:v>
                </c:pt>
                <c:pt idx="608">
                  <c:v>21133</c:v>
                </c:pt>
                <c:pt idx="609">
                  <c:v>21167</c:v>
                </c:pt>
                <c:pt idx="610">
                  <c:v>21200</c:v>
                </c:pt>
                <c:pt idx="611">
                  <c:v>21233</c:v>
                </c:pt>
                <c:pt idx="612">
                  <c:v>21267</c:v>
                </c:pt>
                <c:pt idx="613">
                  <c:v>21300</c:v>
                </c:pt>
                <c:pt idx="614">
                  <c:v>21333</c:v>
                </c:pt>
                <c:pt idx="615">
                  <c:v>21367</c:v>
                </c:pt>
                <c:pt idx="616">
                  <c:v>21400</c:v>
                </c:pt>
                <c:pt idx="617">
                  <c:v>21433</c:v>
                </c:pt>
                <c:pt idx="618">
                  <c:v>21467</c:v>
                </c:pt>
                <c:pt idx="619">
                  <c:v>21500</c:v>
                </c:pt>
                <c:pt idx="620">
                  <c:v>21533</c:v>
                </c:pt>
                <c:pt idx="621">
                  <c:v>21567</c:v>
                </c:pt>
                <c:pt idx="622">
                  <c:v>21600</c:v>
                </c:pt>
                <c:pt idx="623">
                  <c:v>21634</c:v>
                </c:pt>
                <c:pt idx="624">
                  <c:v>21667</c:v>
                </c:pt>
                <c:pt idx="625">
                  <c:v>21700</c:v>
                </c:pt>
                <c:pt idx="626">
                  <c:v>21734</c:v>
                </c:pt>
                <c:pt idx="627">
                  <c:v>21767</c:v>
                </c:pt>
                <c:pt idx="628">
                  <c:v>21800</c:v>
                </c:pt>
                <c:pt idx="629">
                  <c:v>21834</c:v>
                </c:pt>
                <c:pt idx="630">
                  <c:v>21867</c:v>
                </c:pt>
                <c:pt idx="631">
                  <c:v>21900</c:v>
                </c:pt>
                <c:pt idx="632">
                  <c:v>21934</c:v>
                </c:pt>
                <c:pt idx="633">
                  <c:v>21967</c:v>
                </c:pt>
                <c:pt idx="634">
                  <c:v>22000</c:v>
                </c:pt>
                <c:pt idx="635">
                  <c:v>22034</c:v>
                </c:pt>
                <c:pt idx="636">
                  <c:v>22067</c:v>
                </c:pt>
                <c:pt idx="637">
                  <c:v>22100</c:v>
                </c:pt>
                <c:pt idx="638">
                  <c:v>22134</c:v>
                </c:pt>
                <c:pt idx="639">
                  <c:v>22167</c:v>
                </c:pt>
                <c:pt idx="640">
                  <c:v>22200</c:v>
                </c:pt>
                <c:pt idx="641">
                  <c:v>22234</c:v>
                </c:pt>
                <c:pt idx="642">
                  <c:v>22267</c:v>
                </c:pt>
                <c:pt idx="643">
                  <c:v>22300</c:v>
                </c:pt>
                <c:pt idx="644">
                  <c:v>22334</c:v>
                </c:pt>
                <c:pt idx="645">
                  <c:v>22367</c:v>
                </c:pt>
                <c:pt idx="646">
                  <c:v>22400</c:v>
                </c:pt>
                <c:pt idx="647">
                  <c:v>22434</c:v>
                </c:pt>
                <c:pt idx="648">
                  <c:v>22467</c:v>
                </c:pt>
                <c:pt idx="649">
                  <c:v>22500</c:v>
                </c:pt>
                <c:pt idx="650">
                  <c:v>22534</c:v>
                </c:pt>
                <c:pt idx="651">
                  <c:v>22567</c:v>
                </c:pt>
                <c:pt idx="652">
                  <c:v>22600</c:v>
                </c:pt>
                <c:pt idx="653">
                  <c:v>22634</c:v>
                </c:pt>
                <c:pt idx="654">
                  <c:v>22667</c:v>
                </c:pt>
                <c:pt idx="655">
                  <c:v>22700</c:v>
                </c:pt>
                <c:pt idx="656">
                  <c:v>22734</c:v>
                </c:pt>
                <c:pt idx="657">
                  <c:v>22767</c:v>
                </c:pt>
                <c:pt idx="658">
                  <c:v>22800</c:v>
                </c:pt>
                <c:pt idx="659">
                  <c:v>22834</c:v>
                </c:pt>
                <c:pt idx="660">
                  <c:v>22867</c:v>
                </c:pt>
                <c:pt idx="661">
                  <c:v>22900</c:v>
                </c:pt>
                <c:pt idx="662">
                  <c:v>22934</c:v>
                </c:pt>
                <c:pt idx="663">
                  <c:v>22967</c:v>
                </c:pt>
                <c:pt idx="664">
                  <c:v>23000</c:v>
                </c:pt>
                <c:pt idx="665">
                  <c:v>23034</c:v>
                </c:pt>
                <c:pt idx="666">
                  <c:v>23067</c:v>
                </c:pt>
                <c:pt idx="667">
                  <c:v>23100</c:v>
                </c:pt>
                <c:pt idx="668">
                  <c:v>23134</c:v>
                </c:pt>
                <c:pt idx="669">
                  <c:v>23167</c:v>
                </c:pt>
                <c:pt idx="670">
                  <c:v>23200</c:v>
                </c:pt>
                <c:pt idx="671">
                  <c:v>23234</c:v>
                </c:pt>
                <c:pt idx="672">
                  <c:v>23267</c:v>
                </c:pt>
                <c:pt idx="673">
                  <c:v>23300</c:v>
                </c:pt>
                <c:pt idx="674">
                  <c:v>23334</c:v>
                </c:pt>
                <c:pt idx="675">
                  <c:v>23367</c:v>
                </c:pt>
                <c:pt idx="676">
                  <c:v>23400</c:v>
                </c:pt>
                <c:pt idx="677">
                  <c:v>23434</c:v>
                </c:pt>
                <c:pt idx="678">
                  <c:v>23467</c:v>
                </c:pt>
                <c:pt idx="679">
                  <c:v>23500</c:v>
                </c:pt>
                <c:pt idx="680">
                  <c:v>23534</c:v>
                </c:pt>
                <c:pt idx="681">
                  <c:v>23567</c:v>
                </c:pt>
                <c:pt idx="682">
                  <c:v>23600</c:v>
                </c:pt>
                <c:pt idx="683">
                  <c:v>23634</c:v>
                </c:pt>
                <c:pt idx="684">
                  <c:v>23667</c:v>
                </c:pt>
                <c:pt idx="685">
                  <c:v>23700</c:v>
                </c:pt>
                <c:pt idx="686">
                  <c:v>23734</c:v>
                </c:pt>
                <c:pt idx="687">
                  <c:v>23767</c:v>
                </c:pt>
                <c:pt idx="688">
                  <c:v>23800</c:v>
                </c:pt>
                <c:pt idx="689">
                  <c:v>23834</c:v>
                </c:pt>
                <c:pt idx="690">
                  <c:v>23867</c:v>
                </c:pt>
                <c:pt idx="691">
                  <c:v>23901</c:v>
                </c:pt>
                <c:pt idx="692">
                  <c:v>23934</c:v>
                </c:pt>
                <c:pt idx="693">
                  <c:v>23967</c:v>
                </c:pt>
                <c:pt idx="694">
                  <c:v>24001</c:v>
                </c:pt>
                <c:pt idx="695">
                  <c:v>24034</c:v>
                </c:pt>
                <c:pt idx="696">
                  <c:v>24067</c:v>
                </c:pt>
                <c:pt idx="697">
                  <c:v>24101</c:v>
                </c:pt>
                <c:pt idx="698">
                  <c:v>24134</c:v>
                </c:pt>
                <c:pt idx="699">
                  <c:v>24167</c:v>
                </c:pt>
                <c:pt idx="700">
                  <c:v>24201</c:v>
                </c:pt>
                <c:pt idx="701">
                  <c:v>24234</c:v>
                </c:pt>
                <c:pt idx="702">
                  <c:v>24267</c:v>
                </c:pt>
                <c:pt idx="703">
                  <c:v>24301</c:v>
                </c:pt>
                <c:pt idx="704">
                  <c:v>24334</c:v>
                </c:pt>
                <c:pt idx="705">
                  <c:v>24367</c:v>
                </c:pt>
                <c:pt idx="706">
                  <c:v>24401</c:v>
                </c:pt>
                <c:pt idx="707">
                  <c:v>24434</c:v>
                </c:pt>
                <c:pt idx="708">
                  <c:v>24467</c:v>
                </c:pt>
                <c:pt idx="709">
                  <c:v>24501</c:v>
                </c:pt>
                <c:pt idx="710">
                  <c:v>24534</c:v>
                </c:pt>
                <c:pt idx="711">
                  <c:v>24567</c:v>
                </c:pt>
                <c:pt idx="712">
                  <c:v>24601</c:v>
                </c:pt>
                <c:pt idx="713">
                  <c:v>24634</c:v>
                </c:pt>
                <c:pt idx="714">
                  <c:v>24667</c:v>
                </c:pt>
                <c:pt idx="715">
                  <c:v>24701</c:v>
                </c:pt>
                <c:pt idx="716">
                  <c:v>24734</c:v>
                </c:pt>
                <c:pt idx="717">
                  <c:v>24767</c:v>
                </c:pt>
                <c:pt idx="718">
                  <c:v>24801</c:v>
                </c:pt>
                <c:pt idx="719">
                  <c:v>24834</c:v>
                </c:pt>
                <c:pt idx="720">
                  <c:v>24867</c:v>
                </c:pt>
                <c:pt idx="721">
                  <c:v>24901</c:v>
                </c:pt>
                <c:pt idx="722">
                  <c:v>24934</c:v>
                </c:pt>
                <c:pt idx="723">
                  <c:v>24967</c:v>
                </c:pt>
                <c:pt idx="724">
                  <c:v>25001</c:v>
                </c:pt>
                <c:pt idx="725">
                  <c:v>25034</c:v>
                </c:pt>
                <c:pt idx="726">
                  <c:v>25067</c:v>
                </c:pt>
                <c:pt idx="727">
                  <c:v>25101</c:v>
                </c:pt>
                <c:pt idx="728">
                  <c:v>25134</c:v>
                </c:pt>
                <c:pt idx="729">
                  <c:v>25167</c:v>
                </c:pt>
                <c:pt idx="730">
                  <c:v>25201</c:v>
                </c:pt>
                <c:pt idx="731">
                  <c:v>25234</c:v>
                </c:pt>
                <c:pt idx="732">
                  <c:v>25267</c:v>
                </c:pt>
                <c:pt idx="733">
                  <c:v>25301</c:v>
                </c:pt>
                <c:pt idx="734">
                  <c:v>25334</c:v>
                </c:pt>
                <c:pt idx="735">
                  <c:v>25367</c:v>
                </c:pt>
                <c:pt idx="736">
                  <c:v>25401</c:v>
                </c:pt>
                <c:pt idx="737">
                  <c:v>25434</c:v>
                </c:pt>
                <c:pt idx="738">
                  <c:v>25467</c:v>
                </c:pt>
                <c:pt idx="739">
                  <c:v>25501</c:v>
                </c:pt>
                <c:pt idx="740">
                  <c:v>25534</c:v>
                </c:pt>
                <c:pt idx="741">
                  <c:v>25567</c:v>
                </c:pt>
                <c:pt idx="742">
                  <c:v>25601</c:v>
                </c:pt>
                <c:pt idx="743">
                  <c:v>25634</c:v>
                </c:pt>
                <c:pt idx="744">
                  <c:v>25667</c:v>
                </c:pt>
                <c:pt idx="745">
                  <c:v>25701</c:v>
                </c:pt>
                <c:pt idx="746">
                  <c:v>25734</c:v>
                </c:pt>
                <c:pt idx="747">
                  <c:v>25767</c:v>
                </c:pt>
                <c:pt idx="748">
                  <c:v>25801</c:v>
                </c:pt>
                <c:pt idx="749">
                  <c:v>25834</c:v>
                </c:pt>
                <c:pt idx="750">
                  <c:v>25867</c:v>
                </c:pt>
                <c:pt idx="751">
                  <c:v>25901</c:v>
                </c:pt>
                <c:pt idx="752">
                  <c:v>25934</c:v>
                </c:pt>
                <c:pt idx="753">
                  <c:v>25967</c:v>
                </c:pt>
                <c:pt idx="754">
                  <c:v>26001</c:v>
                </c:pt>
                <c:pt idx="755">
                  <c:v>26034</c:v>
                </c:pt>
                <c:pt idx="756">
                  <c:v>26067</c:v>
                </c:pt>
                <c:pt idx="757">
                  <c:v>26101</c:v>
                </c:pt>
                <c:pt idx="758">
                  <c:v>26134</c:v>
                </c:pt>
                <c:pt idx="759">
                  <c:v>26168</c:v>
                </c:pt>
                <c:pt idx="760">
                  <c:v>26201</c:v>
                </c:pt>
                <c:pt idx="761">
                  <c:v>26234</c:v>
                </c:pt>
                <c:pt idx="762">
                  <c:v>26268</c:v>
                </c:pt>
                <c:pt idx="763">
                  <c:v>26301</c:v>
                </c:pt>
                <c:pt idx="764">
                  <c:v>26334</c:v>
                </c:pt>
                <c:pt idx="765">
                  <c:v>26368</c:v>
                </c:pt>
                <c:pt idx="766">
                  <c:v>26401</c:v>
                </c:pt>
                <c:pt idx="767">
                  <c:v>26434</c:v>
                </c:pt>
                <c:pt idx="768">
                  <c:v>26468</c:v>
                </c:pt>
                <c:pt idx="769">
                  <c:v>26501</c:v>
                </c:pt>
                <c:pt idx="770">
                  <c:v>26534</c:v>
                </c:pt>
                <c:pt idx="771">
                  <c:v>26568</c:v>
                </c:pt>
                <c:pt idx="772">
                  <c:v>26601</c:v>
                </c:pt>
                <c:pt idx="773">
                  <c:v>26634</c:v>
                </c:pt>
                <c:pt idx="774">
                  <c:v>26668</c:v>
                </c:pt>
                <c:pt idx="775">
                  <c:v>26701</c:v>
                </c:pt>
                <c:pt idx="776">
                  <c:v>26734</c:v>
                </c:pt>
                <c:pt idx="777">
                  <c:v>26768</c:v>
                </c:pt>
                <c:pt idx="778">
                  <c:v>26801</c:v>
                </c:pt>
                <c:pt idx="779">
                  <c:v>26834</c:v>
                </c:pt>
                <c:pt idx="780">
                  <c:v>26868</c:v>
                </c:pt>
                <c:pt idx="781">
                  <c:v>26901</c:v>
                </c:pt>
                <c:pt idx="782">
                  <c:v>26934</c:v>
                </c:pt>
                <c:pt idx="783">
                  <c:v>26968</c:v>
                </c:pt>
                <c:pt idx="784">
                  <c:v>27001</c:v>
                </c:pt>
                <c:pt idx="785">
                  <c:v>27034</c:v>
                </c:pt>
                <c:pt idx="786">
                  <c:v>27068</c:v>
                </c:pt>
                <c:pt idx="787">
                  <c:v>27101</c:v>
                </c:pt>
                <c:pt idx="788">
                  <c:v>27134</c:v>
                </c:pt>
                <c:pt idx="789">
                  <c:v>27168</c:v>
                </c:pt>
                <c:pt idx="790">
                  <c:v>27201</c:v>
                </c:pt>
                <c:pt idx="791">
                  <c:v>27234</c:v>
                </c:pt>
                <c:pt idx="792">
                  <c:v>27268</c:v>
                </c:pt>
                <c:pt idx="793">
                  <c:v>27301</c:v>
                </c:pt>
                <c:pt idx="794">
                  <c:v>27334</c:v>
                </c:pt>
                <c:pt idx="795">
                  <c:v>27368</c:v>
                </c:pt>
                <c:pt idx="796">
                  <c:v>27401</c:v>
                </c:pt>
                <c:pt idx="797">
                  <c:v>27434</c:v>
                </c:pt>
                <c:pt idx="798">
                  <c:v>27468</c:v>
                </c:pt>
                <c:pt idx="799">
                  <c:v>27501</c:v>
                </c:pt>
                <c:pt idx="800">
                  <c:v>27534</c:v>
                </c:pt>
                <c:pt idx="801">
                  <c:v>27568</c:v>
                </c:pt>
                <c:pt idx="802">
                  <c:v>27601</c:v>
                </c:pt>
                <c:pt idx="803">
                  <c:v>27634</c:v>
                </c:pt>
                <c:pt idx="804">
                  <c:v>27668</c:v>
                </c:pt>
                <c:pt idx="805">
                  <c:v>27701</c:v>
                </c:pt>
                <c:pt idx="806">
                  <c:v>27734</c:v>
                </c:pt>
                <c:pt idx="807">
                  <c:v>27768</c:v>
                </c:pt>
                <c:pt idx="808">
                  <c:v>27801</c:v>
                </c:pt>
                <c:pt idx="809">
                  <c:v>27834</c:v>
                </c:pt>
                <c:pt idx="810">
                  <c:v>27868</c:v>
                </c:pt>
                <c:pt idx="811">
                  <c:v>27901</c:v>
                </c:pt>
                <c:pt idx="812">
                  <c:v>27934</c:v>
                </c:pt>
                <c:pt idx="813">
                  <c:v>27968</c:v>
                </c:pt>
                <c:pt idx="814">
                  <c:v>28001</c:v>
                </c:pt>
                <c:pt idx="815">
                  <c:v>28034</c:v>
                </c:pt>
                <c:pt idx="816">
                  <c:v>28068</c:v>
                </c:pt>
                <c:pt idx="817">
                  <c:v>28101</c:v>
                </c:pt>
                <c:pt idx="818">
                  <c:v>28134</c:v>
                </c:pt>
                <c:pt idx="819">
                  <c:v>28168</c:v>
                </c:pt>
                <c:pt idx="820">
                  <c:v>28201</c:v>
                </c:pt>
                <c:pt idx="821">
                  <c:v>28234</c:v>
                </c:pt>
                <c:pt idx="822">
                  <c:v>28268</c:v>
                </c:pt>
                <c:pt idx="823">
                  <c:v>28301</c:v>
                </c:pt>
                <c:pt idx="824">
                  <c:v>28334</c:v>
                </c:pt>
                <c:pt idx="825">
                  <c:v>28368</c:v>
                </c:pt>
                <c:pt idx="826">
                  <c:v>28401</c:v>
                </c:pt>
                <c:pt idx="827">
                  <c:v>28435</c:v>
                </c:pt>
                <c:pt idx="828">
                  <c:v>28468</c:v>
                </c:pt>
                <c:pt idx="829">
                  <c:v>28501</c:v>
                </c:pt>
                <c:pt idx="830">
                  <c:v>28535</c:v>
                </c:pt>
                <c:pt idx="831">
                  <c:v>28568</c:v>
                </c:pt>
                <c:pt idx="832">
                  <c:v>28601</c:v>
                </c:pt>
                <c:pt idx="833">
                  <c:v>28635</c:v>
                </c:pt>
                <c:pt idx="834">
                  <c:v>28668</c:v>
                </c:pt>
                <c:pt idx="835">
                  <c:v>28701</c:v>
                </c:pt>
                <c:pt idx="836">
                  <c:v>28735</c:v>
                </c:pt>
                <c:pt idx="837">
                  <c:v>28768</c:v>
                </c:pt>
                <c:pt idx="838">
                  <c:v>28801</c:v>
                </c:pt>
                <c:pt idx="839">
                  <c:v>28835</c:v>
                </c:pt>
                <c:pt idx="840">
                  <c:v>28868</c:v>
                </c:pt>
                <c:pt idx="841">
                  <c:v>28901</c:v>
                </c:pt>
                <c:pt idx="842">
                  <c:v>28935</c:v>
                </c:pt>
                <c:pt idx="843">
                  <c:v>28968</c:v>
                </c:pt>
                <c:pt idx="844">
                  <c:v>29001</c:v>
                </c:pt>
                <c:pt idx="845">
                  <c:v>29035</c:v>
                </c:pt>
                <c:pt idx="846">
                  <c:v>29068</c:v>
                </c:pt>
                <c:pt idx="847">
                  <c:v>29101</c:v>
                </c:pt>
                <c:pt idx="848">
                  <c:v>29135</c:v>
                </c:pt>
                <c:pt idx="849">
                  <c:v>29168</c:v>
                </c:pt>
                <c:pt idx="850">
                  <c:v>29201</c:v>
                </c:pt>
                <c:pt idx="851">
                  <c:v>29235</c:v>
                </c:pt>
                <c:pt idx="852">
                  <c:v>29268</c:v>
                </c:pt>
                <c:pt idx="853">
                  <c:v>29301</c:v>
                </c:pt>
                <c:pt idx="854">
                  <c:v>29335</c:v>
                </c:pt>
                <c:pt idx="855">
                  <c:v>29368</c:v>
                </c:pt>
                <c:pt idx="856">
                  <c:v>29401</c:v>
                </c:pt>
                <c:pt idx="857">
                  <c:v>29435</c:v>
                </c:pt>
                <c:pt idx="858">
                  <c:v>29468</c:v>
                </c:pt>
                <c:pt idx="859">
                  <c:v>29501</c:v>
                </c:pt>
                <c:pt idx="860">
                  <c:v>29535</c:v>
                </c:pt>
                <c:pt idx="861">
                  <c:v>29568</c:v>
                </c:pt>
                <c:pt idx="862">
                  <c:v>29601</c:v>
                </c:pt>
                <c:pt idx="863">
                  <c:v>29635</c:v>
                </c:pt>
                <c:pt idx="864">
                  <c:v>29668</c:v>
                </c:pt>
                <c:pt idx="865">
                  <c:v>29701</c:v>
                </c:pt>
                <c:pt idx="866">
                  <c:v>29735</c:v>
                </c:pt>
                <c:pt idx="867">
                  <c:v>29768</c:v>
                </c:pt>
                <c:pt idx="868">
                  <c:v>29801</c:v>
                </c:pt>
                <c:pt idx="869">
                  <c:v>29835</c:v>
                </c:pt>
                <c:pt idx="870">
                  <c:v>29868</c:v>
                </c:pt>
                <c:pt idx="871">
                  <c:v>29901</c:v>
                </c:pt>
                <c:pt idx="872">
                  <c:v>29935</c:v>
                </c:pt>
                <c:pt idx="873">
                  <c:v>29968</c:v>
                </c:pt>
                <c:pt idx="874">
                  <c:v>30001</c:v>
                </c:pt>
                <c:pt idx="875">
                  <c:v>30035</c:v>
                </c:pt>
                <c:pt idx="876">
                  <c:v>30068</c:v>
                </c:pt>
                <c:pt idx="877">
                  <c:v>30101</c:v>
                </c:pt>
                <c:pt idx="878">
                  <c:v>30135</c:v>
                </c:pt>
                <c:pt idx="879">
                  <c:v>30168</c:v>
                </c:pt>
                <c:pt idx="880">
                  <c:v>30201</c:v>
                </c:pt>
                <c:pt idx="881">
                  <c:v>30235</c:v>
                </c:pt>
                <c:pt idx="882">
                  <c:v>30268</c:v>
                </c:pt>
                <c:pt idx="883">
                  <c:v>30301</c:v>
                </c:pt>
                <c:pt idx="884">
                  <c:v>30335</c:v>
                </c:pt>
                <c:pt idx="885">
                  <c:v>30368</c:v>
                </c:pt>
                <c:pt idx="886">
                  <c:v>30401</c:v>
                </c:pt>
                <c:pt idx="887">
                  <c:v>30435</c:v>
                </c:pt>
                <c:pt idx="888">
                  <c:v>30468</c:v>
                </c:pt>
                <c:pt idx="889">
                  <c:v>30501</c:v>
                </c:pt>
                <c:pt idx="890">
                  <c:v>30535</c:v>
                </c:pt>
                <c:pt idx="891">
                  <c:v>30568</c:v>
                </c:pt>
                <c:pt idx="892">
                  <c:v>30602</c:v>
                </c:pt>
                <c:pt idx="893">
                  <c:v>30635</c:v>
                </c:pt>
                <c:pt idx="894">
                  <c:v>30668</c:v>
                </c:pt>
                <c:pt idx="895">
                  <c:v>30702</c:v>
                </c:pt>
                <c:pt idx="896">
                  <c:v>30735</c:v>
                </c:pt>
                <c:pt idx="897">
                  <c:v>30768</c:v>
                </c:pt>
                <c:pt idx="898">
                  <c:v>30802</c:v>
                </c:pt>
                <c:pt idx="899">
                  <c:v>30835</c:v>
                </c:pt>
                <c:pt idx="900">
                  <c:v>30868</c:v>
                </c:pt>
                <c:pt idx="901">
                  <c:v>30902</c:v>
                </c:pt>
                <c:pt idx="902">
                  <c:v>30935</c:v>
                </c:pt>
                <c:pt idx="903">
                  <c:v>30968</c:v>
                </c:pt>
                <c:pt idx="904">
                  <c:v>31002</c:v>
                </c:pt>
                <c:pt idx="905">
                  <c:v>31035</c:v>
                </c:pt>
                <c:pt idx="906">
                  <c:v>31068</c:v>
                </c:pt>
                <c:pt idx="907">
                  <c:v>31102</c:v>
                </c:pt>
                <c:pt idx="908">
                  <c:v>31135</c:v>
                </c:pt>
                <c:pt idx="909">
                  <c:v>31168</c:v>
                </c:pt>
                <c:pt idx="910">
                  <c:v>31202</c:v>
                </c:pt>
                <c:pt idx="911">
                  <c:v>31235</c:v>
                </c:pt>
                <c:pt idx="912">
                  <c:v>31268</c:v>
                </c:pt>
                <c:pt idx="913">
                  <c:v>31302</c:v>
                </c:pt>
                <c:pt idx="914">
                  <c:v>31335</c:v>
                </c:pt>
                <c:pt idx="915">
                  <c:v>31368</c:v>
                </c:pt>
                <c:pt idx="916">
                  <c:v>31402</c:v>
                </c:pt>
                <c:pt idx="917">
                  <c:v>31435</c:v>
                </c:pt>
                <c:pt idx="918">
                  <c:v>31468</c:v>
                </c:pt>
                <c:pt idx="919">
                  <c:v>31502</c:v>
                </c:pt>
                <c:pt idx="920">
                  <c:v>31535</c:v>
                </c:pt>
                <c:pt idx="921">
                  <c:v>31568</c:v>
                </c:pt>
                <c:pt idx="922">
                  <c:v>31602</c:v>
                </c:pt>
                <c:pt idx="923">
                  <c:v>31635</c:v>
                </c:pt>
                <c:pt idx="924">
                  <c:v>31668</c:v>
                </c:pt>
                <c:pt idx="925">
                  <c:v>31702</c:v>
                </c:pt>
                <c:pt idx="926">
                  <c:v>31735</c:v>
                </c:pt>
                <c:pt idx="927">
                  <c:v>31768</c:v>
                </c:pt>
                <c:pt idx="928">
                  <c:v>31802</c:v>
                </c:pt>
                <c:pt idx="929">
                  <c:v>31835</c:v>
                </c:pt>
                <c:pt idx="930">
                  <c:v>31868</c:v>
                </c:pt>
                <c:pt idx="931">
                  <c:v>31902</c:v>
                </c:pt>
                <c:pt idx="932">
                  <c:v>31935</c:v>
                </c:pt>
                <c:pt idx="933">
                  <c:v>31968</c:v>
                </c:pt>
                <c:pt idx="934">
                  <c:v>32002</c:v>
                </c:pt>
                <c:pt idx="935">
                  <c:v>32035</c:v>
                </c:pt>
                <c:pt idx="936">
                  <c:v>32068</c:v>
                </c:pt>
                <c:pt idx="937">
                  <c:v>32102</c:v>
                </c:pt>
                <c:pt idx="938">
                  <c:v>32135</c:v>
                </c:pt>
                <c:pt idx="939">
                  <c:v>32168</c:v>
                </c:pt>
                <c:pt idx="940">
                  <c:v>32202</c:v>
                </c:pt>
                <c:pt idx="941">
                  <c:v>32235</c:v>
                </c:pt>
                <c:pt idx="942">
                  <c:v>32268</c:v>
                </c:pt>
                <c:pt idx="943">
                  <c:v>32302</c:v>
                </c:pt>
                <c:pt idx="944">
                  <c:v>32335</c:v>
                </c:pt>
                <c:pt idx="945">
                  <c:v>32368</c:v>
                </c:pt>
                <c:pt idx="946">
                  <c:v>32402</c:v>
                </c:pt>
                <c:pt idx="947">
                  <c:v>32435</c:v>
                </c:pt>
                <c:pt idx="948">
                  <c:v>32468</c:v>
                </c:pt>
                <c:pt idx="949">
                  <c:v>32502</c:v>
                </c:pt>
                <c:pt idx="950">
                  <c:v>32535</c:v>
                </c:pt>
                <c:pt idx="951">
                  <c:v>32568</c:v>
                </c:pt>
                <c:pt idx="952">
                  <c:v>32602</c:v>
                </c:pt>
                <c:pt idx="953">
                  <c:v>32635</c:v>
                </c:pt>
                <c:pt idx="954">
                  <c:v>32668</c:v>
                </c:pt>
                <c:pt idx="955">
                  <c:v>32702</c:v>
                </c:pt>
                <c:pt idx="956">
                  <c:v>32735</c:v>
                </c:pt>
                <c:pt idx="957">
                  <c:v>32768</c:v>
                </c:pt>
                <c:pt idx="958">
                  <c:v>32802</c:v>
                </c:pt>
                <c:pt idx="959">
                  <c:v>32835</c:v>
                </c:pt>
                <c:pt idx="960">
                  <c:v>32869</c:v>
                </c:pt>
                <c:pt idx="961">
                  <c:v>32902</c:v>
                </c:pt>
                <c:pt idx="962">
                  <c:v>32935</c:v>
                </c:pt>
                <c:pt idx="963">
                  <c:v>32969</c:v>
                </c:pt>
                <c:pt idx="964">
                  <c:v>33002</c:v>
                </c:pt>
                <c:pt idx="965">
                  <c:v>33035</c:v>
                </c:pt>
                <c:pt idx="966">
                  <c:v>33069</c:v>
                </c:pt>
                <c:pt idx="967">
                  <c:v>33102</c:v>
                </c:pt>
                <c:pt idx="968">
                  <c:v>33135</c:v>
                </c:pt>
                <c:pt idx="969">
                  <c:v>33169</c:v>
                </c:pt>
                <c:pt idx="970">
                  <c:v>33202</c:v>
                </c:pt>
                <c:pt idx="971">
                  <c:v>33235</c:v>
                </c:pt>
                <c:pt idx="972">
                  <c:v>33269</c:v>
                </c:pt>
                <c:pt idx="973">
                  <c:v>33302</c:v>
                </c:pt>
                <c:pt idx="974">
                  <c:v>33335</c:v>
                </c:pt>
                <c:pt idx="975">
                  <c:v>33369</c:v>
                </c:pt>
                <c:pt idx="976">
                  <c:v>33402</c:v>
                </c:pt>
                <c:pt idx="977">
                  <c:v>33435</c:v>
                </c:pt>
                <c:pt idx="978">
                  <c:v>33469</c:v>
                </c:pt>
                <c:pt idx="979">
                  <c:v>33502</c:v>
                </c:pt>
                <c:pt idx="980">
                  <c:v>33535</c:v>
                </c:pt>
                <c:pt idx="981">
                  <c:v>33569</c:v>
                </c:pt>
                <c:pt idx="982">
                  <c:v>33602</c:v>
                </c:pt>
                <c:pt idx="983">
                  <c:v>33635</c:v>
                </c:pt>
                <c:pt idx="984">
                  <c:v>33669</c:v>
                </c:pt>
                <c:pt idx="985">
                  <c:v>33702</c:v>
                </c:pt>
                <c:pt idx="986">
                  <c:v>33735</c:v>
                </c:pt>
                <c:pt idx="987">
                  <c:v>33769</c:v>
                </c:pt>
                <c:pt idx="988">
                  <c:v>33802</c:v>
                </c:pt>
                <c:pt idx="989">
                  <c:v>33835</c:v>
                </c:pt>
                <c:pt idx="990">
                  <c:v>33869</c:v>
                </c:pt>
                <c:pt idx="991">
                  <c:v>33902</c:v>
                </c:pt>
                <c:pt idx="992">
                  <c:v>33935</c:v>
                </c:pt>
                <c:pt idx="993">
                  <c:v>33969</c:v>
                </c:pt>
                <c:pt idx="994">
                  <c:v>34002</c:v>
                </c:pt>
                <c:pt idx="995">
                  <c:v>34035</c:v>
                </c:pt>
                <c:pt idx="996">
                  <c:v>34069</c:v>
                </c:pt>
                <c:pt idx="997">
                  <c:v>34102</c:v>
                </c:pt>
                <c:pt idx="998">
                  <c:v>34135</c:v>
                </c:pt>
                <c:pt idx="999">
                  <c:v>34169</c:v>
                </c:pt>
                <c:pt idx="1000">
                  <c:v>34202</c:v>
                </c:pt>
                <c:pt idx="1001">
                  <c:v>34235</c:v>
                </c:pt>
                <c:pt idx="1002">
                  <c:v>34269</c:v>
                </c:pt>
                <c:pt idx="1003">
                  <c:v>34302</c:v>
                </c:pt>
                <c:pt idx="1004">
                  <c:v>34335</c:v>
                </c:pt>
                <c:pt idx="1005">
                  <c:v>34369</c:v>
                </c:pt>
                <c:pt idx="1006">
                  <c:v>34402</c:v>
                </c:pt>
                <c:pt idx="1007">
                  <c:v>34435</c:v>
                </c:pt>
                <c:pt idx="1008">
                  <c:v>34469</c:v>
                </c:pt>
                <c:pt idx="1009">
                  <c:v>34502</c:v>
                </c:pt>
                <c:pt idx="1010">
                  <c:v>34535</c:v>
                </c:pt>
                <c:pt idx="1011">
                  <c:v>34569</c:v>
                </c:pt>
                <c:pt idx="1012">
                  <c:v>34602</c:v>
                </c:pt>
                <c:pt idx="1013">
                  <c:v>34635</c:v>
                </c:pt>
                <c:pt idx="1014">
                  <c:v>34669</c:v>
                </c:pt>
                <c:pt idx="1015">
                  <c:v>34702</c:v>
                </c:pt>
                <c:pt idx="1016">
                  <c:v>34735</c:v>
                </c:pt>
                <c:pt idx="1017">
                  <c:v>34769</c:v>
                </c:pt>
                <c:pt idx="1018">
                  <c:v>34802</c:v>
                </c:pt>
                <c:pt idx="1019">
                  <c:v>34835</c:v>
                </c:pt>
              </c:numCache>
            </c:numRef>
          </c:cat>
          <c:val>
            <c:numRef>
              <c:f>発表用!$G$3:$G$1022</c:f>
              <c:numCache>
                <c:formatCode>General</c:formatCode>
                <c:ptCount val="1020"/>
                <c:pt idx="0">
                  <c:v>7742.1578947368425</c:v>
                </c:pt>
                <c:pt idx="1">
                  <c:v>7745.894736842105</c:v>
                </c:pt>
                <c:pt idx="2">
                  <c:v>7749.6315789473683</c:v>
                </c:pt>
                <c:pt idx="3">
                  <c:v>7753.3684210526317</c:v>
                </c:pt>
                <c:pt idx="4">
                  <c:v>7757.105263157895</c:v>
                </c:pt>
                <c:pt idx="5">
                  <c:v>7760.8421052631575</c:v>
                </c:pt>
                <c:pt idx="6">
                  <c:v>7764.5789473684208</c:v>
                </c:pt>
                <c:pt idx="7">
                  <c:v>7768.3157894736842</c:v>
                </c:pt>
                <c:pt idx="8">
                  <c:v>7772.0526315789475</c:v>
                </c:pt>
                <c:pt idx="9">
                  <c:v>7775.7894736842109</c:v>
                </c:pt>
                <c:pt idx="10">
                  <c:v>7779.5263157894733</c:v>
                </c:pt>
                <c:pt idx="11">
                  <c:v>7783.2631578947367</c:v>
                </c:pt>
                <c:pt idx="12">
                  <c:v>7787</c:v>
                </c:pt>
                <c:pt idx="13">
                  <c:v>7787</c:v>
                </c:pt>
                <c:pt idx="14">
                  <c:v>7790</c:v>
                </c:pt>
                <c:pt idx="15">
                  <c:v>7876</c:v>
                </c:pt>
                <c:pt idx="16">
                  <c:v>7864</c:v>
                </c:pt>
                <c:pt idx="17">
                  <c:v>7872</c:v>
                </c:pt>
                <c:pt idx="18">
                  <c:v>7887</c:v>
                </c:pt>
                <c:pt idx="19">
                  <c:v>7875</c:v>
                </c:pt>
                <c:pt idx="20">
                  <c:v>7877</c:v>
                </c:pt>
                <c:pt idx="21">
                  <c:v>7893</c:v>
                </c:pt>
                <c:pt idx="22">
                  <c:v>7885</c:v>
                </c:pt>
                <c:pt idx="23">
                  <c:v>7885</c:v>
                </c:pt>
                <c:pt idx="24">
                  <c:v>7959</c:v>
                </c:pt>
                <c:pt idx="25">
                  <c:v>7873</c:v>
                </c:pt>
                <c:pt idx="26">
                  <c:v>7882</c:v>
                </c:pt>
                <c:pt idx="27">
                  <c:v>7884</c:v>
                </c:pt>
                <c:pt idx="28">
                  <c:v>7879</c:v>
                </c:pt>
                <c:pt idx="29">
                  <c:v>7871</c:v>
                </c:pt>
                <c:pt idx="30">
                  <c:v>7968</c:v>
                </c:pt>
                <c:pt idx="31">
                  <c:v>7883</c:v>
                </c:pt>
                <c:pt idx="32">
                  <c:v>7974</c:v>
                </c:pt>
                <c:pt idx="33">
                  <c:v>7880</c:v>
                </c:pt>
                <c:pt idx="34">
                  <c:v>7888</c:v>
                </c:pt>
                <c:pt idx="35">
                  <c:v>7890</c:v>
                </c:pt>
                <c:pt idx="36">
                  <c:v>7888</c:v>
                </c:pt>
                <c:pt idx="37">
                  <c:v>7967</c:v>
                </c:pt>
                <c:pt idx="38">
                  <c:v>7870</c:v>
                </c:pt>
                <c:pt idx="39">
                  <c:v>7974</c:v>
                </c:pt>
                <c:pt idx="40">
                  <c:v>7972</c:v>
                </c:pt>
                <c:pt idx="41">
                  <c:v>7980</c:v>
                </c:pt>
                <c:pt idx="42">
                  <c:v>8045</c:v>
                </c:pt>
                <c:pt idx="43">
                  <c:v>7893</c:v>
                </c:pt>
                <c:pt idx="44">
                  <c:v>7980</c:v>
                </c:pt>
                <c:pt idx="45">
                  <c:v>7971</c:v>
                </c:pt>
                <c:pt idx="46">
                  <c:v>8051</c:v>
                </c:pt>
                <c:pt idx="47">
                  <c:v>7981</c:v>
                </c:pt>
                <c:pt idx="48">
                  <c:v>7948</c:v>
                </c:pt>
                <c:pt idx="49">
                  <c:v>7963</c:v>
                </c:pt>
                <c:pt idx="50">
                  <c:v>7975</c:v>
                </c:pt>
                <c:pt idx="51">
                  <c:v>7974</c:v>
                </c:pt>
                <c:pt idx="52">
                  <c:v>7877</c:v>
                </c:pt>
                <c:pt idx="53">
                  <c:v>7958</c:v>
                </c:pt>
                <c:pt idx="54">
                  <c:v>7940</c:v>
                </c:pt>
                <c:pt idx="55">
                  <c:v>7940</c:v>
                </c:pt>
                <c:pt idx="56">
                  <c:v>7956</c:v>
                </c:pt>
                <c:pt idx="57">
                  <c:v>7965</c:v>
                </c:pt>
                <c:pt idx="58">
                  <c:v>7873</c:v>
                </c:pt>
                <c:pt idx="59">
                  <c:v>8041</c:v>
                </c:pt>
                <c:pt idx="60">
                  <c:v>7885</c:v>
                </c:pt>
                <c:pt idx="61">
                  <c:v>7974</c:v>
                </c:pt>
                <c:pt idx="62">
                  <c:v>8038</c:v>
                </c:pt>
                <c:pt idx="63">
                  <c:v>7877</c:v>
                </c:pt>
                <c:pt idx="64">
                  <c:v>7971</c:v>
                </c:pt>
                <c:pt idx="65">
                  <c:v>7967</c:v>
                </c:pt>
                <c:pt idx="66">
                  <c:v>8043</c:v>
                </c:pt>
                <c:pt idx="67">
                  <c:v>7876</c:v>
                </c:pt>
                <c:pt idx="68">
                  <c:v>7957</c:v>
                </c:pt>
                <c:pt idx="69">
                  <c:v>7960</c:v>
                </c:pt>
                <c:pt idx="70">
                  <c:v>7975</c:v>
                </c:pt>
                <c:pt idx="71">
                  <c:v>7973</c:v>
                </c:pt>
                <c:pt idx="72">
                  <c:v>7972</c:v>
                </c:pt>
                <c:pt idx="73">
                  <c:v>7971</c:v>
                </c:pt>
                <c:pt idx="74">
                  <c:v>7972</c:v>
                </c:pt>
                <c:pt idx="75">
                  <c:v>7971</c:v>
                </c:pt>
                <c:pt idx="76">
                  <c:v>7969</c:v>
                </c:pt>
                <c:pt idx="77">
                  <c:v>7887</c:v>
                </c:pt>
                <c:pt idx="78">
                  <c:v>7887</c:v>
                </c:pt>
                <c:pt idx="79">
                  <c:v>8045</c:v>
                </c:pt>
                <c:pt idx="80">
                  <c:v>7967</c:v>
                </c:pt>
                <c:pt idx="81">
                  <c:v>7968</c:v>
                </c:pt>
                <c:pt idx="82">
                  <c:v>7965</c:v>
                </c:pt>
                <c:pt idx="83">
                  <c:v>7877</c:v>
                </c:pt>
                <c:pt idx="84">
                  <c:v>7954</c:v>
                </c:pt>
                <c:pt idx="85">
                  <c:v>7959</c:v>
                </c:pt>
                <c:pt idx="86">
                  <c:v>7956</c:v>
                </c:pt>
                <c:pt idx="87">
                  <c:v>7957</c:v>
                </c:pt>
                <c:pt idx="88">
                  <c:v>7974</c:v>
                </c:pt>
                <c:pt idx="89">
                  <c:v>7800</c:v>
                </c:pt>
                <c:pt idx="90">
                  <c:v>7867</c:v>
                </c:pt>
                <c:pt idx="91">
                  <c:v>7790</c:v>
                </c:pt>
                <c:pt idx="92">
                  <c:v>7322</c:v>
                </c:pt>
                <c:pt idx="93">
                  <c:v>6435</c:v>
                </c:pt>
                <c:pt idx="94">
                  <c:v>6180</c:v>
                </c:pt>
                <c:pt idx="95">
                  <c:v>5986</c:v>
                </c:pt>
                <c:pt idx="96">
                  <c:v>5816</c:v>
                </c:pt>
                <c:pt idx="97">
                  <c:v>5623</c:v>
                </c:pt>
                <c:pt idx="98">
                  <c:v>5505</c:v>
                </c:pt>
                <c:pt idx="99">
                  <c:v>5231</c:v>
                </c:pt>
                <c:pt idx="100">
                  <c:v>4978</c:v>
                </c:pt>
                <c:pt idx="101">
                  <c:v>4646</c:v>
                </c:pt>
                <c:pt idx="102">
                  <c:v>4620</c:v>
                </c:pt>
                <c:pt idx="103">
                  <c:v>4499</c:v>
                </c:pt>
                <c:pt idx="104">
                  <c:v>4381</c:v>
                </c:pt>
                <c:pt idx="105">
                  <c:v>4209</c:v>
                </c:pt>
                <c:pt idx="106">
                  <c:v>4100</c:v>
                </c:pt>
                <c:pt idx="107">
                  <c:v>3975</c:v>
                </c:pt>
                <c:pt idx="108">
                  <c:v>3870</c:v>
                </c:pt>
                <c:pt idx="109">
                  <c:v>3761</c:v>
                </c:pt>
                <c:pt idx="110">
                  <c:v>3703</c:v>
                </c:pt>
                <c:pt idx="111">
                  <c:v>3546</c:v>
                </c:pt>
                <c:pt idx="112">
                  <c:v>3549</c:v>
                </c:pt>
                <c:pt idx="113">
                  <c:v>3496</c:v>
                </c:pt>
                <c:pt idx="114">
                  <c:v>3399</c:v>
                </c:pt>
                <c:pt idx="115">
                  <c:v>3348</c:v>
                </c:pt>
                <c:pt idx="116">
                  <c:v>3343</c:v>
                </c:pt>
                <c:pt idx="117">
                  <c:v>3241</c:v>
                </c:pt>
                <c:pt idx="118">
                  <c:v>3188</c:v>
                </c:pt>
                <c:pt idx="119">
                  <c:v>3136</c:v>
                </c:pt>
                <c:pt idx="120">
                  <c:v>3100.5</c:v>
                </c:pt>
                <c:pt idx="121">
                  <c:v>3065</c:v>
                </c:pt>
                <c:pt idx="122">
                  <c:v>3029.5</c:v>
                </c:pt>
                <c:pt idx="123">
                  <c:v>2994</c:v>
                </c:pt>
                <c:pt idx="124">
                  <c:v>2832</c:v>
                </c:pt>
                <c:pt idx="125">
                  <c:v>2790</c:v>
                </c:pt>
                <c:pt idx="126">
                  <c:v>2794</c:v>
                </c:pt>
                <c:pt idx="127">
                  <c:v>2703</c:v>
                </c:pt>
                <c:pt idx="128">
                  <c:v>2598</c:v>
                </c:pt>
                <c:pt idx="129">
                  <c:v>2559</c:v>
                </c:pt>
                <c:pt idx="130">
                  <c:v>2513</c:v>
                </c:pt>
                <c:pt idx="131">
                  <c:v>2516</c:v>
                </c:pt>
                <c:pt idx="132">
                  <c:v>2468</c:v>
                </c:pt>
                <c:pt idx="133">
                  <c:v>2470</c:v>
                </c:pt>
                <c:pt idx="134">
                  <c:v>2435</c:v>
                </c:pt>
                <c:pt idx="135">
                  <c:v>2420</c:v>
                </c:pt>
                <c:pt idx="136">
                  <c:v>2382</c:v>
                </c:pt>
                <c:pt idx="137">
                  <c:v>2382</c:v>
                </c:pt>
                <c:pt idx="138">
                  <c:v>2378</c:v>
                </c:pt>
                <c:pt idx="139">
                  <c:v>2380</c:v>
                </c:pt>
                <c:pt idx="140">
                  <c:v>2376</c:v>
                </c:pt>
                <c:pt idx="141">
                  <c:v>2384</c:v>
                </c:pt>
                <c:pt idx="142">
                  <c:v>2381</c:v>
                </c:pt>
                <c:pt idx="143">
                  <c:v>2381</c:v>
                </c:pt>
                <c:pt idx="144">
                  <c:v>2377</c:v>
                </c:pt>
                <c:pt idx="145">
                  <c:v>2381</c:v>
                </c:pt>
                <c:pt idx="146">
                  <c:v>2423</c:v>
                </c:pt>
                <c:pt idx="147">
                  <c:v>2425</c:v>
                </c:pt>
                <c:pt idx="148">
                  <c:v>2422</c:v>
                </c:pt>
                <c:pt idx="149">
                  <c:v>2422</c:v>
                </c:pt>
                <c:pt idx="150">
                  <c:v>2418</c:v>
                </c:pt>
                <c:pt idx="151">
                  <c:v>2424</c:v>
                </c:pt>
                <c:pt idx="152">
                  <c:v>2379</c:v>
                </c:pt>
                <c:pt idx="153">
                  <c:v>2384</c:v>
                </c:pt>
                <c:pt idx="154">
                  <c:v>2297</c:v>
                </c:pt>
                <c:pt idx="155">
                  <c:v>2206</c:v>
                </c:pt>
                <c:pt idx="156">
                  <c:v>2211</c:v>
                </c:pt>
                <c:pt idx="157">
                  <c:v>2149</c:v>
                </c:pt>
                <c:pt idx="158">
                  <c:v>2115</c:v>
                </c:pt>
                <c:pt idx="159">
                  <c:v>2033</c:v>
                </c:pt>
                <c:pt idx="160">
                  <c:v>2038</c:v>
                </c:pt>
                <c:pt idx="161">
                  <c:v>2035</c:v>
                </c:pt>
                <c:pt idx="162">
                  <c:v>2039</c:v>
                </c:pt>
                <c:pt idx="163">
                  <c:v>2040</c:v>
                </c:pt>
                <c:pt idx="164">
                  <c:v>2033</c:v>
                </c:pt>
                <c:pt idx="165">
                  <c:v>1993</c:v>
                </c:pt>
                <c:pt idx="166">
                  <c:v>1953</c:v>
                </c:pt>
                <c:pt idx="167">
                  <c:v>1956</c:v>
                </c:pt>
                <c:pt idx="168">
                  <c:v>1956</c:v>
                </c:pt>
                <c:pt idx="169">
                  <c:v>1953</c:v>
                </c:pt>
                <c:pt idx="170">
                  <c:v>2006</c:v>
                </c:pt>
                <c:pt idx="171">
                  <c:v>2001</c:v>
                </c:pt>
                <c:pt idx="172">
                  <c:v>2040</c:v>
                </c:pt>
                <c:pt idx="173">
                  <c:v>2032</c:v>
                </c:pt>
                <c:pt idx="174">
                  <c:v>2037</c:v>
                </c:pt>
                <c:pt idx="175">
                  <c:v>2086</c:v>
                </c:pt>
                <c:pt idx="176">
                  <c:v>2079</c:v>
                </c:pt>
                <c:pt idx="177">
                  <c:v>2113</c:v>
                </c:pt>
                <c:pt idx="178">
                  <c:v>2119</c:v>
                </c:pt>
                <c:pt idx="179">
                  <c:v>2085</c:v>
                </c:pt>
                <c:pt idx="180">
                  <c:v>2116</c:v>
                </c:pt>
                <c:pt idx="181">
                  <c:v>2118</c:v>
                </c:pt>
                <c:pt idx="182">
                  <c:v>2075</c:v>
                </c:pt>
                <c:pt idx="183">
                  <c:v>2038</c:v>
                </c:pt>
                <c:pt idx="184">
                  <c:v>2039</c:v>
                </c:pt>
                <c:pt idx="185">
                  <c:v>1968</c:v>
                </c:pt>
                <c:pt idx="186">
                  <c:v>1957</c:v>
                </c:pt>
                <c:pt idx="187">
                  <c:v>1882</c:v>
                </c:pt>
                <c:pt idx="188">
                  <c:v>1878</c:v>
                </c:pt>
                <c:pt idx="189">
                  <c:v>1879</c:v>
                </c:pt>
                <c:pt idx="190">
                  <c:v>1804</c:v>
                </c:pt>
                <c:pt idx="191">
                  <c:v>1805</c:v>
                </c:pt>
                <c:pt idx="192">
                  <c:v>1802</c:v>
                </c:pt>
                <c:pt idx="193">
                  <c:v>1806</c:v>
                </c:pt>
                <c:pt idx="194">
                  <c:v>1811</c:v>
                </c:pt>
                <c:pt idx="195">
                  <c:v>1806</c:v>
                </c:pt>
                <c:pt idx="196">
                  <c:v>1810</c:v>
                </c:pt>
                <c:pt idx="197">
                  <c:v>1804</c:v>
                </c:pt>
                <c:pt idx="198">
                  <c:v>1801</c:v>
                </c:pt>
                <c:pt idx="199">
                  <c:v>1775</c:v>
                </c:pt>
                <c:pt idx="200">
                  <c:v>1807</c:v>
                </c:pt>
                <c:pt idx="201">
                  <c:v>1810</c:v>
                </c:pt>
                <c:pt idx="202">
                  <c:v>1806</c:v>
                </c:pt>
                <c:pt idx="203">
                  <c:v>1880</c:v>
                </c:pt>
                <c:pt idx="204">
                  <c:v>1876</c:v>
                </c:pt>
                <c:pt idx="205">
                  <c:v>1879</c:v>
                </c:pt>
                <c:pt idx="206">
                  <c:v>1965</c:v>
                </c:pt>
                <c:pt idx="207">
                  <c:v>1963</c:v>
                </c:pt>
                <c:pt idx="208">
                  <c:v>1997</c:v>
                </c:pt>
                <c:pt idx="209">
                  <c:v>2000</c:v>
                </c:pt>
                <c:pt idx="210">
                  <c:v>2021</c:v>
                </c:pt>
                <c:pt idx="211">
                  <c:v>2063</c:v>
                </c:pt>
                <c:pt idx="212">
                  <c:v>2084</c:v>
                </c:pt>
                <c:pt idx="213">
                  <c:v>2037</c:v>
                </c:pt>
                <c:pt idx="214">
                  <c:v>2041</c:v>
                </c:pt>
                <c:pt idx="215">
                  <c:v>1955</c:v>
                </c:pt>
                <c:pt idx="216">
                  <c:v>1951</c:v>
                </c:pt>
                <c:pt idx="217">
                  <c:v>1917</c:v>
                </c:pt>
                <c:pt idx="218">
                  <c:v>1881</c:v>
                </c:pt>
                <c:pt idx="219">
                  <c:v>1877</c:v>
                </c:pt>
                <c:pt idx="220">
                  <c:v>1919</c:v>
                </c:pt>
                <c:pt idx="221">
                  <c:v>1877</c:v>
                </c:pt>
                <c:pt idx="222">
                  <c:v>1916</c:v>
                </c:pt>
                <c:pt idx="223">
                  <c:v>1916</c:v>
                </c:pt>
                <c:pt idx="224">
                  <c:v>1877</c:v>
                </c:pt>
                <c:pt idx="225">
                  <c:v>1881</c:v>
                </c:pt>
                <c:pt idx="226">
                  <c:v>1879</c:v>
                </c:pt>
                <c:pt idx="227">
                  <c:v>1877</c:v>
                </c:pt>
                <c:pt idx="228">
                  <c:v>1876</c:v>
                </c:pt>
                <c:pt idx="229">
                  <c:v>1876</c:v>
                </c:pt>
                <c:pt idx="230">
                  <c:v>1877</c:v>
                </c:pt>
                <c:pt idx="231">
                  <c:v>1958</c:v>
                </c:pt>
                <c:pt idx="232">
                  <c:v>1962</c:v>
                </c:pt>
                <c:pt idx="233">
                  <c:v>2038</c:v>
                </c:pt>
                <c:pt idx="234">
                  <c:v>2041</c:v>
                </c:pt>
                <c:pt idx="235">
                  <c:v>2109</c:v>
                </c:pt>
                <c:pt idx="236">
                  <c:v>2114</c:v>
                </c:pt>
                <c:pt idx="237">
                  <c:v>2129</c:v>
                </c:pt>
                <c:pt idx="238">
                  <c:v>2204</c:v>
                </c:pt>
                <c:pt idx="239">
                  <c:v>2208</c:v>
                </c:pt>
                <c:pt idx="240">
                  <c:v>2182.5</c:v>
                </c:pt>
                <c:pt idx="241">
                  <c:v>2157</c:v>
                </c:pt>
                <c:pt idx="242">
                  <c:v>2131.5</c:v>
                </c:pt>
                <c:pt idx="243">
                  <c:v>2106</c:v>
                </c:pt>
                <c:pt idx="244">
                  <c:v>2085</c:v>
                </c:pt>
                <c:pt idx="245">
                  <c:v>2037</c:v>
                </c:pt>
                <c:pt idx="246">
                  <c:v>1960</c:v>
                </c:pt>
                <c:pt idx="247">
                  <c:v>1961</c:v>
                </c:pt>
                <c:pt idx="248">
                  <c:v>1922</c:v>
                </c:pt>
                <c:pt idx="249">
                  <c:v>1916</c:v>
                </c:pt>
                <c:pt idx="250">
                  <c:v>1911.375</c:v>
                </c:pt>
                <c:pt idx="251">
                  <c:v>1906.75</c:v>
                </c:pt>
                <c:pt idx="252">
                  <c:v>1902.125</c:v>
                </c:pt>
                <c:pt idx="253">
                  <c:v>1897.5</c:v>
                </c:pt>
                <c:pt idx="254">
                  <c:v>1892.875</c:v>
                </c:pt>
                <c:pt idx="255">
                  <c:v>1888.25</c:v>
                </c:pt>
                <c:pt idx="256">
                  <c:v>1883.625</c:v>
                </c:pt>
                <c:pt idx="257">
                  <c:v>1879</c:v>
                </c:pt>
                <c:pt idx="258">
                  <c:v>1878</c:v>
                </c:pt>
                <c:pt idx="259">
                  <c:v>1884</c:v>
                </c:pt>
                <c:pt idx="260">
                  <c:v>1879</c:v>
                </c:pt>
                <c:pt idx="261">
                  <c:v>1878</c:v>
                </c:pt>
                <c:pt idx="262">
                  <c:v>1951</c:v>
                </c:pt>
                <c:pt idx="263">
                  <c:v>2038</c:v>
                </c:pt>
                <c:pt idx="264">
                  <c:v>2079</c:v>
                </c:pt>
                <c:pt idx="265">
                  <c:v>2116</c:v>
                </c:pt>
                <c:pt idx="266">
                  <c:v>2151</c:v>
                </c:pt>
                <c:pt idx="267">
                  <c:v>2215</c:v>
                </c:pt>
                <c:pt idx="268">
                  <c:v>2207</c:v>
                </c:pt>
                <c:pt idx="269">
                  <c:v>2189.875</c:v>
                </c:pt>
                <c:pt idx="270">
                  <c:v>2164.1875</c:v>
                </c:pt>
                <c:pt idx="271">
                  <c:v>2147.0625</c:v>
                </c:pt>
                <c:pt idx="272">
                  <c:v>2129.9375</c:v>
                </c:pt>
                <c:pt idx="273">
                  <c:v>2112.8125</c:v>
                </c:pt>
                <c:pt idx="274">
                  <c:v>2087.125</c:v>
                </c:pt>
                <c:pt idx="275">
                  <c:v>2070</c:v>
                </c:pt>
                <c:pt idx="276">
                  <c:v>2037</c:v>
                </c:pt>
                <c:pt idx="277">
                  <c:v>1988</c:v>
                </c:pt>
                <c:pt idx="278">
                  <c:v>1959</c:v>
                </c:pt>
                <c:pt idx="279">
                  <c:v>1957</c:v>
                </c:pt>
                <c:pt idx="280">
                  <c:v>1963</c:v>
                </c:pt>
                <c:pt idx="281">
                  <c:v>1952.5</c:v>
                </c:pt>
                <c:pt idx="282">
                  <c:v>1942</c:v>
                </c:pt>
                <c:pt idx="283">
                  <c:v>1931.5</c:v>
                </c:pt>
                <c:pt idx="284">
                  <c:v>1921</c:v>
                </c:pt>
                <c:pt idx="285">
                  <c:v>1973</c:v>
                </c:pt>
                <c:pt idx="286">
                  <c:v>1878</c:v>
                </c:pt>
                <c:pt idx="287">
                  <c:v>1880</c:v>
                </c:pt>
                <c:pt idx="288">
                  <c:v>1879</c:v>
                </c:pt>
                <c:pt idx="289">
                  <c:v>1876</c:v>
                </c:pt>
                <c:pt idx="290">
                  <c:v>1879</c:v>
                </c:pt>
                <c:pt idx="291">
                  <c:v>1878</c:v>
                </c:pt>
                <c:pt idx="292">
                  <c:v>1880</c:v>
                </c:pt>
                <c:pt idx="293">
                  <c:v>1961</c:v>
                </c:pt>
                <c:pt idx="294">
                  <c:v>1995</c:v>
                </c:pt>
                <c:pt idx="295">
                  <c:v>2031</c:v>
                </c:pt>
                <c:pt idx="296">
                  <c:v>2073</c:v>
                </c:pt>
                <c:pt idx="297">
                  <c:v>2109</c:v>
                </c:pt>
                <c:pt idx="298">
                  <c:v>2115</c:v>
                </c:pt>
                <c:pt idx="299">
                  <c:v>2090.75</c:v>
                </c:pt>
                <c:pt idx="300">
                  <c:v>2066.5</c:v>
                </c:pt>
                <c:pt idx="301">
                  <c:v>2042.25</c:v>
                </c:pt>
                <c:pt idx="302">
                  <c:v>2018</c:v>
                </c:pt>
                <c:pt idx="303">
                  <c:v>1993.75</c:v>
                </c:pt>
                <c:pt idx="304">
                  <c:v>1969.5</c:v>
                </c:pt>
                <c:pt idx="305">
                  <c:v>1945.25</c:v>
                </c:pt>
                <c:pt idx="306">
                  <c:v>1921</c:v>
                </c:pt>
                <c:pt idx="307">
                  <c:v>1875</c:v>
                </c:pt>
                <c:pt idx="308">
                  <c:v>1876</c:v>
                </c:pt>
                <c:pt idx="309">
                  <c:v>1879</c:v>
                </c:pt>
                <c:pt idx="310">
                  <c:v>1879</c:v>
                </c:pt>
                <c:pt idx="311">
                  <c:v>1879</c:v>
                </c:pt>
                <c:pt idx="312">
                  <c:v>1881</c:v>
                </c:pt>
                <c:pt idx="313">
                  <c:v>1878</c:v>
                </c:pt>
                <c:pt idx="314">
                  <c:v>1877</c:v>
                </c:pt>
                <c:pt idx="315">
                  <c:v>1885</c:v>
                </c:pt>
                <c:pt idx="316">
                  <c:v>1882</c:v>
                </c:pt>
                <c:pt idx="317">
                  <c:v>1804</c:v>
                </c:pt>
                <c:pt idx="318">
                  <c:v>1811</c:v>
                </c:pt>
                <c:pt idx="319">
                  <c:v>1804</c:v>
                </c:pt>
                <c:pt idx="320">
                  <c:v>1808</c:v>
                </c:pt>
                <c:pt idx="321">
                  <c:v>1801</c:v>
                </c:pt>
                <c:pt idx="322">
                  <c:v>1876</c:v>
                </c:pt>
                <c:pt idx="323">
                  <c:v>1878</c:v>
                </c:pt>
                <c:pt idx="324">
                  <c:v>1923</c:v>
                </c:pt>
                <c:pt idx="325">
                  <c:v>1966</c:v>
                </c:pt>
                <c:pt idx="326">
                  <c:v>1962</c:v>
                </c:pt>
                <c:pt idx="327">
                  <c:v>2033</c:v>
                </c:pt>
                <c:pt idx="328">
                  <c:v>2034</c:v>
                </c:pt>
                <c:pt idx="329">
                  <c:v>2087</c:v>
                </c:pt>
                <c:pt idx="330">
                  <c:v>2118</c:v>
                </c:pt>
                <c:pt idx="331">
                  <c:v>2116</c:v>
                </c:pt>
                <c:pt idx="332">
                  <c:v>2078</c:v>
                </c:pt>
                <c:pt idx="333">
                  <c:v>2039</c:v>
                </c:pt>
                <c:pt idx="334">
                  <c:v>1994</c:v>
                </c:pt>
                <c:pt idx="335">
                  <c:v>1913</c:v>
                </c:pt>
                <c:pt idx="336">
                  <c:v>1918</c:v>
                </c:pt>
                <c:pt idx="337">
                  <c:v>1885</c:v>
                </c:pt>
                <c:pt idx="338">
                  <c:v>1801</c:v>
                </c:pt>
                <c:pt idx="339">
                  <c:v>1803</c:v>
                </c:pt>
                <c:pt idx="340">
                  <c:v>1803</c:v>
                </c:pt>
                <c:pt idx="341">
                  <c:v>1808</c:v>
                </c:pt>
                <c:pt idx="342">
                  <c:v>1803</c:v>
                </c:pt>
                <c:pt idx="343">
                  <c:v>1808</c:v>
                </c:pt>
                <c:pt idx="344">
                  <c:v>1808</c:v>
                </c:pt>
                <c:pt idx="345">
                  <c:v>1802</c:v>
                </c:pt>
                <c:pt idx="346">
                  <c:v>1807</c:v>
                </c:pt>
                <c:pt idx="347">
                  <c:v>1880</c:v>
                </c:pt>
                <c:pt idx="348">
                  <c:v>1877</c:v>
                </c:pt>
                <c:pt idx="349">
                  <c:v>1926</c:v>
                </c:pt>
                <c:pt idx="350">
                  <c:v>1959</c:v>
                </c:pt>
                <c:pt idx="351">
                  <c:v>1961</c:v>
                </c:pt>
                <c:pt idx="352">
                  <c:v>2042</c:v>
                </c:pt>
                <c:pt idx="353">
                  <c:v>2036</c:v>
                </c:pt>
                <c:pt idx="354">
                  <c:v>2036</c:v>
                </c:pt>
                <c:pt idx="355">
                  <c:v>2038</c:v>
                </c:pt>
                <c:pt idx="356">
                  <c:v>2034</c:v>
                </c:pt>
                <c:pt idx="357">
                  <c:v>2024.875</c:v>
                </c:pt>
                <c:pt idx="358">
                  <c:v>2015.75</c:v>
                </c:pt>
                <c:pt idx="359">
                  <c:v>2006.625</c:v>
                </c:pt>
                <c:pt idx="360">
                  <c:v>1997.5</c:v>
                </c:pt>
                <c:pt idx="361">
                  <c:v>1988.375</c:v>
                </c:pt>
                <c:pt idx="362">
                  <c:v>1979.25</c:v>
                </c:pt>
                <c:pt idx="363">
                  <c:v>1970.125</c:v>
                </c:pt>
                <c:pt idx="364">
                  <c:v>1961</c:v>
                </c:pt>
                <c:pt idx="365">
                  <c:v>1892</c:v>
                </c:pt>
                <c:pt idx="366">
                  <c:v>1801</c:v>
                </c:pt>
                <c:pt idx="367">
                  <c:v>1809</c:v>
                </c:pt>
                <c:pt idx="368">
                  <c:v>1767</c:v>
                </c:pt>
                <c:pt idx="369">
                  <c:v>1733</c:v>
                </c:pt>
                <c:pt idx="370">
                  <c:v>1741.625</c:v>
                </c:pt>
                <c:pt idx="371">
                  <c:v>1758.875</c:v>
                </c:pt>
                <c:pt idx="372">
                  <c:v>1776.125</c:v>
                </c:pt>
                <c:pt idx="373">
                  <c:v>1793.375</c:v>
                </c:pt>
                <c:pt idx="374">
                  <c:v>1802</c:v>
                </c:pt>
                <c:pt idx="375">
                  <c:v>1806</c:v>
                </c:pt>
                <c:pt idx="376">
                  <c:v>1812</c:v>
                </c:pt>
                <c:pt idx="377">
                  <c:v>1885</c:v>
                </c:pt>
                <c:pt idx="378">
                  <c:v>1885</c:v>
                </c:pt>
                <c:pt idx="379">
                  <c:v>1920</c:v>
                </c:pt>
                <c:pt idx="380">
                  <c:v>1961</c:v>
                </c:pt>
                <c:pt idx="381">
                  <c:v>2038</c:v>
                </c:pt>
                <c:pt idx="382">
                  <c:v>2075</c:v>
                </c:pt>
                <c:pt idx="383">
                  <c:v>2118</c:v>
                </c:pt>
                <c:pt idx="384">
                  <c:v>2113</c:v>
                </c:pt>
                <c:pt idx="385">
                  <c:v>2117</c:v>
                </c:pt>
                <c:pt idx="386">
                  <c:v>2160</c:v>
                </c:pt>
                <c:pt idx="387">
                  <c:v>2209</c:v>
                </c:pt>
                <c:pt idx="388">
                  <c:v>2208</c:v>
                </c:pt>
                <c:pt idx="389">
                  <c:v>2209</c:v>
                </c:pt>
                <c:pt idx="390">
                  <c:v>2210</c:v>
                </c:pt>
                <c:pt idx="391">
                  <c:v>2248</c:v>
                </c:pt>
                <c:pt idx="392">
                  <c:v>2294</c:v>
                </c:pt>
                <c:pt idx="393">
                  <c:v>2379</c:v>
                </c:pt>
                <c:pt idx="394">
                  <c:v>2462</c:v>
                </c:pt>
                <c:pt idx="395">
                  <c:v>2467</c:v>
                </c:pt>
                <c:pt idx="396">
                  <c:v>2558</c:v>
                </c:pt>
                <c:pt idx="397">
                  <c:v>2705</c:v>
                </c:pt>
                <c:pt idx="398">
                  <c:v>2704</c:v>
                </c:pt>
                <c:pt idx="399">
                  <c:v>2706</c:v>
                </c:pt>
                <c:pt idx="400">
                  <c:v>2784</c:v>
                </c:pt>
                <c:pt idx="401">
                  <c:v>2830</c:v>
                </c:pt>
                <c:pt idx="402">
                  <c:v>2894</c:v>
                </c:pt>
                <c:pt idx="403">
                  <c:v>2930</c:v>
                </c:pt>
                <c:pt idx="404">
                  <c:v>2990</c:v>
                </c:pt>
                <c:pt idx="405">
                  <c:v>3040</c:v>
                </c:pt>
                <c:pt idx="406">
                  <c:v>3094</c:v>
                </c:pt>
                <c:pt idx="407">
                  <c:v>3094</c:v>
                </c:pt>
                <c:pt idx="408">
                  <c:v>3137</c:v>
                </c:pt>
                <c:pt idx="409">
                  <c:v>3134</c:v>
                </c:pt>
                <c:pt idx="410">
                  <c:v>3180</c:v>
                </c:pt>
                <c:pt idx="411">
                  <c:v>3186</c:v>
                </c:pt>
                <c:pt idx="412">
                  <c:v>3234</c:v>
                </c:pt>
                <c:pt idx="413">
                  <c:v>3248</c:v>
                </c:pt>
                <c:pt idx="414">
                  <c:v>3295</c:v>
                </c:pt>
                <c:pt idx="415">
                  <c:v>3348</c:v>
                </c:pt>
                <c:pt idx="416">
                  <c:v>3346</c:v>
                </c:pt>
                <c:pt idx="417">
                  <c:v>3395</c:v>
                </c:pt>
                <c:pt idx="418">
                  <c:v>3441</c:v>
                </c:pt>
                <c:pt idx="419">
                  <c:v>3440</c:v>
                </c:pt>
                <c:pt idx="420">
                  <c:v>3446</c:v>
                </c:pt>
                <c:pt idx="421">
                  <c:v>3503</c:v>
                </c:pt>
                <c:pt idx="422">
                  <c:v>3510</c:v>
                </c:pt>
                <c:pt idx="423">
                  <c:v>3606</c:v>
                </c:pt>
                <c:pt idx="424">
                  <c:v>3606</c:v>
                </c:pt>
                <c:pt idx="425">
                  <c:v>3605</c:v>
                </c:pt>
                <c:pt idx="426">
                  <c:v>3604</c:v>
                </c:pt>
                <c:pt idx="427">
                  <c:v>3723</c:v>
                </c:pt>
                <c:pt idx="428">
                  <c:v>3717</c:v>
                </c:pt>
                <c:pt idx="429">
                  <c:v>3776</c:v>
                </c:pt>
                <c:pt idx="430">
                  <c:v>3713</c:v>
                </c:pt>
                <c:pt idx="431">
                  <c:v>3771</c:v>
                </c:pt>
                <c:pt idx="432">
                  <c:v>3773</c:v>
                </c:pt>
                <c:pt idx="433">
                  <c:v>3822</c:v>
                </c:pt>
                <c:pt idx="434">
                  <c:v>3873</c:v>
                </c:pt>
                <c:pt idx="435">
                  <c:v>3874</c:v>
                </c:pt>
                <c:pt idx="436">
                  <c:v>3885</c:v>
                </c:pt>
                <c:pt idx="437">
                  <c:v>3939</c:v>
                </c:pt>
                <c:pt idx="438">
                  <c:v>3996</c:v>
                </c:pt>
                <c:pt idx="439">
                  <c:v>3992</c:v>
                </c:pt>
                <c:pt idx="440">
                  <c:v>3986</c:v>
                </c:pt>
                <c:pt idx="441">
                  <c:v>4045</c:v>
                </c:pt>
                <c:pt idx="442">
                  <c:v>4046</c:v>
                </c:pt>
                <c:pt idx="443">
                  <c:v>4046</c:v>
                </c:pt>
                <c:pt idx="444">
                  <c:v>4091</c:v>
                </c:pt>
                <c:pt idx="445">
                  <c:v>4157</c:v>
                </c:pt>
                <c:pt idx="446">
                  <c:v>4158</c:v>
                </c:pt>
                <c:pt idx="447">
                  <c:v>4164</c:v>
                </c:pt>
                <c:pt idx="448">
                  <c:v>4164</c:v>
                </c:pt>
                <c:pt idx="449">
                  <c:v>4222</c:v>
                </c:pt>
                <c:pt idx="450">
                  <c:v>4213</c:v>
                </c:pt>
                <c:pt idx="451">
                  <c:v>4269</c:v>
                </c:pt>
                <c:pt idx="452">
                  <c:v>4278</c:v>
                </c:pt>
                <c:pt idx="453">
                  <c:v>4267</c:v>
                </c:pt>
                <c:pt idx="454">
                  <c:v>4277</c:v>
                </c:pt>
                <c:pt idx="455">
                  <c:v>4274</c:v>
                </c:pt>
                <c:pt idx="456">
                  <c:v>4325</c:v>
                </c:pt>
                <c:pt idx="457">
                  <c:v>4399</c:v>
                </c:pt>
                <c:pt idx="458">
                  <c:v>4337</c:v>
                </c:pt>
                <c:pt idx="459">
                  <c:v>4397</c:v>
                </c:pt>
                <c:pt idx="460">
                  <c:v>4395</c:v>
                </c:pt>
                <c:pt idx="461">
                  <c:v>4390</c:v>
                </c:pt>
                <c:pt idx="462">
                  <c:v>4388</c:v>
                </c:pt>
                <c:pt idx="463">
                  <c:v>4391</c:v>
                </c:pt>
                <c:pt idx="464">
                  <c:v>4397</c:v>
                </c:pt>
                <c:pt idx="465">
                  <c:v>4391</c:v>
                </c:pt>
                <c:pt idx="466">
                  <c:v>4401</c:v>
                </c:pt>
                <c:pt idx="467">
                  <c:v>4448</c:v>
                </c:pt>
                <c:pt idx="468">
                  <c:v>4451</c:v>
                </c:pt>
                <c:pt idx="469">
                  <c:v>4455</c:v>
                </c:pt>
                <c:pt idx="470">
                  <c:v>4512</c:v>
                </c:pt>
                <c:pt idx="471">
                  <c:v>4454</c:v>
                </c:pt>
                <c:pt idx="472">
                  <c:v>4455</c:v>
                </c:pt>
                <c:pt idx="473">
                  <c:v>4514</c:v>
                </c:pt>
                <c:pt idx="474">
                  <c:v>4453</c:v>
                </c:pt>
                <c:pt idx="475">
                  <c:v>4503</c:v>
                </c:pt>
                <c:pt idx="476">
                  <c:v>4501</c:v>
                </c:pt>
                <c:pt idx="477">
                  <c:v>4565</c:v>
                </c:pt>
                <c:pt idx="478">
                  <c:v>4568</c:v>
                </c:pt>
                <c:pt idx="479">
                  <c:v>4509</c:v>
                </c:pt>
                <c:pt idx="480">
                  <c:v>4564</c:v>
                </c:pt>
                <c:pt idx="481">
                  <c:v>4497</c:v>
                </c:pt>
                <c:pt idx="482">
                  <c:v>4567</c:v>
                </c:pt>
                <c:pt idx="483">
                  <c:v>4562</c:v>
                </c:pt>
                <c:pt idx="484">
                  <c:v>4570</c:v>
                </c:pt>
                <c:pt idx="485">
                  <c:v>4566</c:v>
                </c:pt>
                <c:pt idx="486">
                  <c:v>4567</c:v>
                </c:pt>
                <c:pt idx="487">
                  <c:v>4565</c:v>
                </c:pt>
                <c:pt idx="488">
                  <c:v>4497</c:v>
                </c:pt>
                <c:pt idx="489">
                  <c:v>4495</c:v>
                </c:pt>
                <c:pt idx="490">
                  <c:v>4565</c:v>
                </c:pt>
                <c:pt idx="491">
                  <c:v>4501</c:v>
                </c:pt>
                <c:pt idx="492">
                  <c:v>4563</c:v>
                </c:pt>
                <c:pt idx="493">
                  <c:v>4620</c:v>
                </c:pt>
                <c:pt idx="494">
                  <c:v>4618</c:v>
                </c:pt>
                <c:pt idx="495">
                  <c:v>4623</c:v>
                </c:pt>
                <c:pt idx="496">
                  <c:v>4620</c:v>
                </c:pt>
                <c:pt idx="497">
                  <c:v>4616</c:v>
                </c:pt>
                <c:pt idx="498">
                  <c:v>4671</c:v>
                </c:pt>
                <c:pt idx="499">
                  <c:v>4741</c:v>
                </c:pt>
                <c:pt idx="500">
                  <c:v>4738</c:v>
                </c:pt>
                <c:pt idx="501">
                  <c:v>4678</c:v>
                </c:pt>
                <c:pt idx="502">
                  <c:v>4749</c:v>
                </c:pt>
                <c:pt idx="503">
                  <c:v>4798</c:v>
                </c:pt>
                <c:pt idx="504">
                  <c:v>4797</c:v>
                </c:pt>
                <c:pt idx="505">
                  <c:v>4804</c:v>
                </c:pt>
                <c:pt idx="506">
                  <c:v>4800</c:v>
                </c:pt>
                <c:pt idx="507">
                  <c:v>4801</c:v>
                </c:pt>
                <c:pt idx="508">
                  <c:v>4802</c:v>
                </c:pt>
                <c:pt idx="509">
                  <c:v>4795</c:v>
                </c:pt>
                <c:pt idx="510">
                  <c:v>4803</c:v>
                </c:pt>
                <c:pt idx="511">
                  <c:v>4854</c:v>
                </c:pt>
                <c:pt idx="512">
                  <c:v>4852</c:v>
                </c:pt>
                <c:pt idx="513">
                  <c:v>4861</c:v>
                </c:pt>
                <c:pt idx="514">
                  <c:v>4853</c:v>
                </c:pt>
                <c:pt idx="515">
                  <c:v>4862</c:v>
                </c:pt>
                <c:pt idx="516">
                  <c:v>4918</c:v>
                </c:pt>
                <c:pt idx="517">
                  <c:v>4915</c:v>
                </c:pt>
                <c:pt idx="518">
                  <c:v>4918</c:v>
                </c:pt>
                <c:pt idx="519">
                  <c:v>4918</c:v>
                </c:pt>
                <c:pt idx="520">
                  <c:v>4980</c:v>
                </c:pt>
                <c:pt idx="521">
                  <c:v>4983</c:v>
                </c:pt>
                <c:pt idx="522">
                  <c:v>5040</c:v>
                </c:pt>
                <c:pt idx="523">
                  <c:v>5041</c:v>
                </c:pt>
                <c:pt idx="524">
                  <c:v>5041</c:v>
                </c:pt>
                <c:pt idx="525">
                  <c:v>5039</c:v>
                </c:pt>
                <c:pt idx="526">
                  <c:v>5041</c:v>
                </c:pt>
                <c:pt idx="527">
                  <c:v>5049</c:v>
                </c:pt>
                <c:pt idx="528">
                  <c:v>5094</c:v>
                </c:pt>
                <c:pt idx="529">
                  <c:v>5101</c:v>
                </c:pt>
                <c:pt idx="530">
                  <c:v>5038</c:v>
                </c:pt>
                <c:pt idx="531">
                  <c:v>5030</c:v>
                </c:pt>
                <c:pt idx="532">
                  <c:v>5096</c:v>
                </c:pt>
                <c:pt idx="533">
                  <c:v>5029</c:v>
                </c:pt>
                <c:pt idx="534">
                  <c:v>5040</c:v>
                </c:pt>
                <c:pt idx="535">
                  <c:v>5100</c:v>
                </c:pt>
                <c:pt idx="536">
                  <c:v>5090</c:v>
                </c:pt>
                <c:pt idx="537">
                  <c:v>5090</c:v>
                </c:pt>
                <c:pt idx="538">
                  <c:v>5105</c:v>
                </c:pt>
                <c:pt idx="539">
                  <c:v>5096</c:v>
                </c:pt>
                <c:pt idx="540">
                  <c:v>5098</c:v>
                </c:pt>
                <c:pt idx="541">
                  <c:v>5096</c:v>
                </c:pt>
                <c:pt idx="542">
                  <c:v>5097</c:v>
                </c:pt>
                <c:pt idx="543">
                  <c:v>5040</c:v>
                </c:pt>
                <c:pt idx="544">
                  <c:v>5031</c:v>
                </c:pt>
                <c:pt idx="545">
                  <c:v>5031</c:v>
                </c:pt>
                <c:pt idx="546">
                  <c:v>5086</c:v>
                </c:pt>
                <c:pt idx="547">
                  <c:v>5091</c:v>
                </c:pt>
                <c:pt idx="548">
                  <c:v>5099</c:v>
                </c:pt>
                <c:pt idx="549">
                  <c:v>5101</c:v>
                </c:pt>
                <c:pt idx="550">
                  <c:v>5100</c:v>
                </c:pt>
                <c:pt idx="551">
                  <c:v>5097</c:v>
                </c:pt>
                <c:pt idx="552">
                  <c:v>5165</c:v>
                </c:pt>
                <c:pt idx="553">
                  <c:v>5172</c:v>
                </c:pt>
                <c:pt idx="554">
                  <c:v>5175</c:v>
                </c:pt>
                <c:pt idx="555">
                  <c:v>5172</c:v>
                </c:pt>
                <c:pt idx="556">
                  <c:v>5174</c:v>
                </c:pt>
                <c:pt idx="557">
                  <c:v>5230</c:v>
                </c:pt>
                <c:pt idx="558">
                  <c:v>5235</c:v>
                </c:pt>
                <c:pt idx="559">
                  <c:v>5231</c:v>
                </c:pt>
                <c:pt idx="560">
                  <c:v>5235</c:v>
                </c:pt>
                <c:pt idx="561">
                  <c:v>5233</c:v>
                </c:pt>
                <c:pt idx="562">
                  <c:v>5227</c:v>
                </c:pt>
                <c:pt idx="563">
                  <c:v>5287</c:v>
                </c:pt>
                <c:pt idx="564">
                  <c:v>5295</c:v>
                </c:pt>
                <c:pt idx="565">
                  <c:v>5280</c:v>
                </c:pt>
                <c:pt idx="566">
                  <c:v>5359</c:v>
                </c:pt>
                <c:pt idx="567">
                  <c:v>5359</c:v>
                </c:pt>
                <c:pt idx="568">
                  <c:v>5352</c:v>
                </c:pt>
                <c:pt idx="569">
                  <c:v>5363</c:v>
                </c:pt>
                <c:pt idx="570">
                  <c:v>5359</c:v>
                </c:pt>
                <c:pt idx="571">
                  <c:v>5365</c:v>
                </c:pt>
                <c:pt idx="572">
                  <c:v>5350</c:v>
                </c:pt>
                <c:pt idx="573">
                  <c:v>5415</c:v>
                </c:pt>
                <c:pt idx="574">
                  <c:v>5414</c:v>
                </c:pt>
                <c:pt idx="575">
                  <c:v>5413</c:v>
                </c:pt>
                <c:pt idx="576">
                  <c:v>5421</c:v>
                </c:pt>
                <c:pt idx="577">
                  <c:v>5412</c:v>
                </c:pt>
                <c:pt idx="578">
                  <c:v>5415</c:v>
                </c:pt>
                <c:pt idx="579">
                  <c:v>5410</c:v>
                </c:pt>
                <c:pt idx="580">
                  <c:v>5408</c:v>
                </c:pt>
                <c:pt idx="581">
                  <c:v>5485</c:v>
                </c:pt>
                <c:pt idx="582">
                  <c:v>5488</c:v>
                </c:pt>
                <c:pt idx="583">
                  <c:v>5483</c:v>
                </c:pt>
                <c:pt idx="584">
                  <c:v>5479</c:v>
                </c:pt>
                <c:pt idx="585">
                  <c:v>5485</c:v>
                </c:pt>
                <c:pt idx="586">
                  <c:v>5545</c:v>
                </c:pt>
                <c:pt idx="587">
                  <c:v>5476</c:v>
                </c:pt>
                <c:pt idx="588">
                  <c:v>5544</c:v>
                </c:pt>
                <c:pt idx="589">
                  <c:v>5542</c:v>
                </c:pt>
                <c:pt idx="590">
                  <c:v>5540</c:v>
                </c:pt>
                <c:pt idx="591">
                  <c:v>5541</c:v>
                </c:pt>
                <c:pt idx="592">
                  <c:v>5538</c:v>
                </c:pt>
                <c:pt idx="593">
                  <c:v>5548</c:v>
                </c:pt>
                <c:pt idx="594">
                  <c:v>5539</c:v>
                </c:pt>
                <c:pt idx="595">
                  <c:v>5539</c:v>
                </c:pt>
                <c:pt idx="596">
                  <c:v>5616</c:v>
                </c:pt>
                <c:pt idx="597">
                  <c:v>5539</c:v>
                </c:pt>
                <c:pt idx="598">
                  <c:v>5537</c:v>
                </c:pt>
                <c:pt idx="599">
                  <c:v>5530</c:v>
                </c:pt>
                <c:pt idx="600">
                  <c:v>5541</c:v>
                </c:pt>
                <c:pt idx="601">
                  <c:v>5595</c:v>
                </c:pt>
                <c:pt idx="602">
                  <c:v>5598</c:v>
                </c:pt>
                <c:pt idx="603">
                  <c:v>5611</c:v>
                </c:pt>
                <c:pt idx="604">
                  <c:v>5607</c:v>
                </c:pt>
                <c:pt idx="605">
                  <c:v>5606</c:v>
                </c:pt>
                <c:pt idx="606">
                  <c:v>5602</c:v>
                </c:pt>
                <c:pt idx="607">
                  <c:v>5676</c:v>
                </c:pt>
                <c:pt idx="608">
                  <c:v>5730</c:v>
                </c:pt>
                <c:pt idx="609">
                  <c:v>5733</c:v>
                </c:pt>
                <c:pt idx="610">
                  <c:v>5733</c:v>
                </c:pt>
                <c:pt idx="611">
                  <c:v>5738</c:v>
                </c:pt>
                <c:pt idx="612">
                  <c:v>5732</c:v>
                </c:pt>
                <c:pt idx="613">
                  <c:v>5736</c:v>
                </c:pt>
                <c:pt idx="614">
                  <c:v>5800</c:v>
                </c:pt>
                <c:pt idx="615">
                  <c:v>5807</c:v>
                </c:pt>
                <c:pt idx="616">
                  <c:v>5801</c:v>
                </c:pt>
                <c:pt idx="617">
                  <c:v>5805</c:v>
                </c:pt>
                <c:pt idx="618">
                  <c:v>5799</c:v>
                </c:pt>
                <c:pt idx="619">
                  <c:v>5869</c:v>
                </c:pt>
                <c:pt idx="620">
                  <c:v>5867</c:v>
                </c:pt>
                <c:pt idx="621">
                  <c:v>5880</c:v>
                </c:pt>
                <c:pt idx="622">
                  <c:v>5873</c:v>
                </c:pt>
                <c:pt idx="623">
                  <c:v>5932</c:v>
                </c:pt>
                <c:pt idx="624">
                  <c:v>6022</c:v>
                </c:pt>
                <c:pt idx="625">
                  <c:v>6013</c:v>
                </c:pt>
                <c:pt idx="626">
                  <c:v>6011</c:v>
                </c:pt>
                <c:pt idx="627">
                  <c:v>6007</c:v>
                </c:pt>
                <c:pt idx="628">
                  <c:v>5942</c:v>
                </c:pt>
                <c:pt idx="629">
                  <c:v>6007</c:v>
                </c:pt>
                <c:pt idx="630">
                  <c:v>6008</c:v>
                </c:pt>
                <c:pt idx="631">
                  <c:v>6008</c:v>
                </c:pt>
                <c:pt idx="632">
                  <c:v>6079</c:v>
                </c:pt>
                <c:pt idx="633">
                  <c:v>6069</c:v>
                </c:pt>
                <c:pt idx="634">
                  <c:v>6075</c:v>
                </c:pt>
                <c:pt idx="635">
                  <c:v>6068</c:v>
                </c:pt>
                <c:pt idx="636">
                  <c:v>6076</c:v>
                </c:pt>
                <c:pt idx="637">
                  <c:v>6072</c:v>
                </c:pt>
                <c:pt idx="638">
                  <c:v>6070</c:v>
                </c:pt>
                <c:pt idx="639">
                  <c:v>6072</c:v>
                </c:pt>
                <c:pt idx="640">
                  <c:v>6072</c:v>
                </c:pt>
                <c:pt idx="641">
                  <c:v>6065</c:v>
                </c:pt>
                <c:pt idx="642">
                  <c:v>6069</c:v>
                </c:pt>
                <c:pt idx="643">
                  <c:v>6144</c:v>
                </c:pt>
                <c:pt idx="644">
                  <c:v>6068</c:v>
                </c:pt>
                <c:pt idx="645">
                  <c:v>6141</c:v>
                </c:pt>
                <c:pt idx="646">
                  <c:v>6209</c:v>
                </c:pt>
                <c:pt idx="647">
                  <c:v>6207</c:v>
                </c:pt>
                <c:pt idx="648">
                  <c:v>6217</c:v>
                </c:pt>
                <c:pt idx="649">
                  <c:v>6211</c:v>
                </c:pt>
                <c:pt idx="650">
                  <c:v>6214</c:v>
                </c:pt>
                <c:pt idx="651">
                  <c:v>6217</c:v>
                </c:pt>
                <c:pt idx="652">
                  <c:v>6209</c:v>
                </c:pt>
                <c:pt idx="653">
                  <c:v>6222</c:v>
                </c:pt>
                <c:pt idx="654">
                  <c:v>6217</c:v>
                </c:pt>
                <c:pt idx="655">
                  <c:v>6211</c:v>
                </c:pt>
                <c:pt idx="656">
                  <c:v>6216</c:v>
                </c:pt>
                <c:pt idx="657">
                  <c:v>6293</c:v>
                </c:pt>
                <c:pt idx="658">
                  <c:v>6206</c:v>
                </c:pt>
                <c:pt idx="659">
                  <c:v>6214</c:v>
                </c:pt>
                <c:pt idx="660">
                  <c:v>6276</c:v>
                </c:pt>
                <c:pt idx="661">
                  <c:v>6291</c:v>
                </c:pt>
                <c:pt idx="662">
                  <c:v>6212</c:v>
                </c:pt>
                <c:pt idx="663">
                  <c:v>6288</c:v>
                </c:pt>
                <c:pt idx="664">
                  <c:v>6287</c:v>
                </c:pt>
                <c:pt idx="665">
                  <c:v>6283</c:v>
                </c:pt>
                <c:pt idx="666">
                  <c:v>6355</c:v>
                </c:pt>
                <c:pt idx="667">
                  <c:v>6348</c:v>
                </c:pt>
                <c:pt idx="668">
                  <c:v>6275</c:v>
                </c:pt>
                <c:pt idx="669">
                  <c:v>6287</c:v>
                </c:pt>
                <c:pt idx="670">
                  <c:v>6353</c:v>
                </c:pt>
                <c:pt idx="671">
                  <c:v>6274</c:v>
                </c:pt>
                <c:pt idx="672">
                  <c:v>6283</c:v>
                </c:pt>
                <c:pt idx="673">
                  <c:v>6283</c:v>
                </c:pt>
                <c:pt idx="674">
                  <c:v>6285</c:v>
                </c:pt>
                <c:pt idx="675">
                  <c:v>6280</c:v>
                </c:pt>
                <c:pt idx="676">
                  <c:v>6289</c:v>
                </c:pt>
                <c:pt idx="677">
                  <c:v>6285</c:v>
                </c:pt>
                <c:pt idx="678">
                  <c:v>6275</c:v>
                </c:pt>
                <c:pt idx="679">
                  <c:v>6279</c:v>
                </c:pt>
                <c:pt idx="680">
                  <c:v>6277</c:v>
                </c:pt>
                <c:pt idx="681">
                  <c:v>6281</c:v>
                </c:pt>
                <c:pt idx="682">
                  <c:v>6282</c:v>
                </c:pt>
                <c:pt idx="683">
                  <c:v>6275</c:v>
                </c:pt>
                <c:pt idx="684">
                  <c:v>6262</c:v>
                </c:pt>
                <c:pt idx="685">
                  <c:v>6266</c:v>
                </c:pt>
                <c:pt idx="686">
                  <c:v>6273</c:v>
                </c:pt>
                <c:pt idx="687">
                  <c:v>6209</c:v>
                </c:pt>
                <c:pt idx="688">
                  <c:v>6197</c:v>
                </c:pt>
                <c:pt idx="689">
                  <c:v>6210</c:v>
                </c:pt>
                <c:pt idx="690">
                  <c:v>6268</c:v>
                </c:pt>
                <c:pt idx="691">
                  <c:v>6206</c:v>
                </c:pt>
                <c:pt idx="692">
                  <c:v>6208</c:v>
                </c:pt>
                <c:pt idx="693">
                  <c:v>6207</c:v>
                </c:pt>
                <c:pt idx="694">
                  <c:v>6205</c:v>
                </c:pt>
                <c:pt idx="695">
                  <c:v>6200</c:v>
                </c:pt>
                <c:pt idx="696">
                  <c:v>6203</c:v>
                </c:pt>
                <c:pt idx="697">
                  <c:v>6207</c:v>
                </c:pt>
                <c:pt idx="698">
                  <c:v>6262</c:v>
                </c:pt>
                <c:pt idx="699">
                  <c:v>6205</c:v>
                </c:pt>
                <c:pt idx="700">
                  <c:v>6253</c:v>
                </c:pt>
                <c:pt idx="701">
                  <c:v>6268</c:v>
                </c:pt>
                <c:pt idx="702">
                  <c:v>6266</c:v>
                </c:pt>
                <c:pt idx="703">
                  <c:v>6267</c:v>
                </c:pt>
                <c:pt idx="704">
                  <c:v>6269</c:v>
                </c:pt>
                <c:pt idx="705">
                  <c:v>6341</c:v>
                </c:pt>
                <c:pt idx="706">
                  <c:v>6266</c:v>
                </c:pt>
                <c:pt idx="707">
                  <c:v>6334</c:v>
                </c:pt>
                <c:pt idx="708">
                  <c:v>6346</c:v>
                </c:pt>
                <c:pt idx="709">
                  <c:v>6345</c:v>
                </c:pt>
                <c:pt idx="710">
                  <c:v>6259</c:v>
                </c:pt>
                <c:pt idx="711">
                  <c:v>6275</c:v>
                </c:pt>
                <c:pt idx="712">
                  <c:v>6198</c:v>
                </c:pt>
                <c:pt idx="713">
                  <c:v>6263</c:v>
                </c:pt>
                <c:pt idx="714">
                  <c:v>6262</c:v>
                </c:pt>
                <c:pt idx="715">
                  <c:v>6266</c:v>
                </c:pt>
                <c:pt idx="716">
                  <c:v>6264</c:v>
                </c:pt>
                <c:pt idx="717">
                  <c:v>6263</c:v>
                </c:pt>
                <c:pt idx="718">
                  <c:v>6269</c:v>
                </c:pt>
                <c:pt idx="719">
                  <c:v>6338</c:v>
                </c:pt>
                <c:pt idx="720">
                  <c:v>6279</c:v>
                </c:pt>
                <c:pt idx="721">
                  <c:v>6344</c:v>
                </c:pt>
                <c:pt idx="722">
                  <c:v>6338</c:v>
                </c:pt>
                <c:pt idx="723">
                  <c:v>6261</c:v>
                </c:pt>
                <c:pt idx="724">
                  <c:v>6338</c:v>
                </c:pt>
                <c:pt idx="725">
                  <c:v>6340</c:v>
                </c:pt>
                <c:pt idx="726">
                  <c:v>6329</c:v>
                </c:pt>
                <c:pt idx="727">
                  <c:v>6340</c:v>
                </c:pt>
                <c:pt idx="728">
                  <c:v>6345</c:v>
                </c:pt>
                <c:pt idx="729">
                  <c:v>6340</c:v>
                </c:pt>
                <c:pt idx="730">
                  <c:v>6343</c:v>
                </c:pt>
                <c:pt idx="731">
                  <c:v>6348</c:v>
                </c:pt>
                <c:pt idx="732">
                  <c:v>6412</c:v>
                </c:pt>
                <c:pt idx="733">
                  <c:v>6423</c:v>
                </c:pt>
                <c:pt idx="734">
                  <c:v>6500</c:v>
                </c:pt>
                <c:pt idx="735">
                  <c:v>6501</c:v>
                </c:pt>
                <c:pt idx="736">
                  <c:v>6565</c:v>
                </c:pt>
                <c:pt idx="737">
                  <c:v>6579</c:v>
                </c:pt>
                <c:pt idx="738">
                  <c:v>6566</c:v>
                </c:pt>
                <c:pt idx="739">
                  <c:v>6567</c:v>
                </c:pt>
                <c:pt idx="740">
                  <c:v>6581</c:v>
                </c:pt>
                <c:pt idx="741">
                  <c:v>6637</c:v>
                </c:pt>
                <c:pt idx="742">
                  <c:v>6641</c:v>
                </c:pt>
                <c:pt idx="743">
                  <c:v>6654</c:v>
                </c:pt>
                <c:pt idx="744">
                  <c:v>6649</c:v>
                </c:pt>
                <c:pt idx="745">
                  <c:v>6654</c:v>
                </c:pt>
                <c:pt idx="746">
                  <c:v>6655</c:v>
                </c:pt>
                <c:pt idx="747">
                  <c:v>6721</c:v>
                </c:pt>
                <c:pt idx="748">
                  <c:v>6721</c:v>
                </c:pt>
                <c:pt idx="749">
                  <c:v>6727</c:v>
                </c:pt>
                <c:pt idx="750">
                  <c:v>6717</c:v>
                </c:pt>
                <c:pt idx="751">
                  <c:v>6733</c:v>
                </c:pt>
                <c:pt idx="752">
                  <c:v>6723</c:v>
                </c:pt>
                <c:pt idx="753">
                  <c:v>6723.7558139534885</c:v>
                </c:pt>
                <c:pt idx="754">
                  <c:v>6724.5116279069771</c:v>
                </c:pt>
                <c:pt idx="755">
                  <c:v>6725.2674418604647</c:v>
                </c:pt>
                <c:pt idx="756">
                  <c:v>6726.0232558139533</c:v>
                </c:pt>
                <c:pt idx="757">
                  <c:v>6726.7790697674418</c:v>
                </c:pt>
                <c:pt idx="758">
                  <c:v>6727.5348837209303</c:v>
                </c:pt>
                <c:pt idx="759">
                  <c:v>6728.2906976744189</c:v>
                </c:pt>
                <c:pt idx="760">
                  <c:v>6729.0465116279074</c:v>
                </c:pt>
                <c:pt idx="761">
                  <c:v>6729.8023255813951</c:v>
                </c:pt>
                <c:pt idx="762">
                  <c:v>6730.5581395348836</c:v>
                </c:pt>
                <c:pt idx="763">
                  <c:v>6731.3139534883721</c:v>
                </c:pt>
                <c:pt idx="764">
                  <c:v>6732.0697674418607</c:v>
                </c:pt>
                <c:pt idx="765">
                  <c:v>6732.8255813953492</c:v>
                </c:pt>
                <c:pt idx="766">
                  <c:v>6733.5813953488368</c:v>
                </c:pt>
                <c:pt idx="767">
                  <c:v>6734.3372093023254</c:v>
                </c:pt>
                <c:pt idx="768">
                  <c:v>6735.0930232558139</c:v>
                </c:pt>
                <c:pt idx="769">
                  <c:v>6735.8488372093025</c:v>
                </c:pt>
                <c:pt idx="770">
                  <c:v>6736.604651162791</c:v>
                </c:pt>
                <c:pt idx="771">
                  <c:v>6737.3604651162786</c:v>
                </c:pt>
                <c:pt idx="772">
                  <c:v>6738.1162790697672</c:v>
                </c:pt>
                <c:pt idx="773">
                  <c:v>6738.8720930232557</c:v>
                </c:pt>
                <c:pt idx="774">
                  <c:v>6739.6279069767443</c:v>
                </c:pt>
                <c:pt idx="775">
                  <c:v>6740.3837209302328</c:v>
                </c:pt>
                <c:pt idx="776">
                  <c:v>6741.1395348837214</c:v>
                </c:pt>
                <c:pt idx="777">
                  <c:v>6741.895348837209</c:v>
                </c:pt>
                <c:pt idx="778">
                  <c:v>6742.6511627906975</c:v>
                </c:pt>
                <c:pt idx="779">
                  <c:v>6743.4069767441861</c:v>
                </c:pt>
                <c:pt idx="780">
                  <c:v>6744.1627906976746</c:v>
                </c:pt>
                <c:pt idx="781">
                  <c:v>6744.9186046511632</c:v>
                </c:pt>
                <c:pt idx="782">
                  <c:v>6745.6744186046508</c:v>
                </c:pt>
                <c:pt idx="783">
                  <c:v>6746.4302325581393</c:v>
                </c:pt>
                <c:pt idx="784">
                  <c:v>6747.1860465116279</c:v>
                </c:pt>
                <c:pt idx="785">
                  <c:v>6747.9418604651164</c:v>
                </c:pt>
                <c:pt idx="786">
                  <c:v>6748.6976744186049</c:v>
                </c:pt>
                <c:pt idx="787">
                  <c:v>6749.4534883720926</c:v>
                </c:pt>
                <c:pt idx="788">
                  <c:v>6750.2093023255811</c:v>
                </c:pt>
                <c:pt idx="789">
                  <c:v>6750.9651162790697</c:v>
                </c:pt>
                <c:pt idx="790">
                  <c:v>6751.7209302325582</c:v>
                </c:pt>
                <c:pt idx="791">
                  <c:v>6752.4767441860467</c:v>
                </c:pt>
                <c:pt idx="792">
                  <c:v>6753.2325581395353</c:v>
                </c:pt>
                <c:pt idx="793">
                  <c:v>6753.9883720930229</c:v>
                </c:pt>
                <c:pt idx="794">
                  <c:v>6754.7441860465115</c:v>
                </c:pt>
                <c:pt idx="795">
                  <c:v>6755.5</c:v>
                </c:pt>
                <c:pt idx="796">
                  <c:v>6756.2558139534885</c:v>
                </c:pt>
                <c:pt idx="797">
                  <c:v>6757.0116279069771</c:v>
                </c:pt>
                <c:pt idx="798">
                  <c:v>6757.7674418604647</c:v>
                </c:pt>
                <c:pt idx="799">
                  <c:v>6758.5232558139533</c:v>
                </c:pt>
                <c:pt idx="800">
                  <c:v>6759.2790697674418</c:v>
                </c:pt>
                <c:pt idx="801">
                  <c:v>6760.0348837209303</c:v>
                </c:pt>
                <c:pt idx="802">
                  <c:v>6760.7906976744189</c:v>
                </c:pt>
                <c:pt idx="803">
                  <c:v>6761.5465116279074</c:v>
                </c:pt>
                <c:pt idx="804">
                  <c:v>6762.3023255813951</c:v>
                </c:pt>
                <c:pt idx="805">
                  <c:v>6763.0581395348836</c:v>
                </c:pt>
                <c:pt idx="806">
                  <c:v>6763.8139534883721</c:v>
                </c:pt>
                <c:pt idx="807">
                  <c:v>6764.5697674418607</c:v>
                </c:pt>
                <c:pt idx="808">
                  <c:v>6765.3255813953492</c:v>
                </c:pt>
                <c:pt idx="809">
                  <c:v>6766.0813953488368</c:v>
                </c:pt>
                <c:pt idx="810">
                  <c:v>6766.8372093023254</c:v>
                </c:pt>
                <c:pt idx="811">
                  <c:v>6767.5930232558139</c:v>
                </c:pt>
                <c:pt idx="812">
                  <c:v>6768.3488372093025</c:v>
                </c:pt>
                <c:pt idx="813">
                  <c:v>6769.104651162791</c:v>
                </c:pt>
                <c:pt idx="814">
                  <c:v>6769.8604651162786</c:v>
                </c:pt>
                <c:pt idx="815">
                  <c:v>6770.6162790697672</c:v>
                </c:pt>
                <c:pt idx="816">
                  <c:v>6771.3720930232557</c:v>
                </c:pt>
                <c:pt idx="817">
                  <c:v>6772.1279069767443</c:v>
                </c:pt>
                <c:pt idx="818">
                  <c:v>6772.8837209302328</c:v>
                </c:pt>
                <c:pt idx="819">
                  <c:v>6773.6395348837214</c:v>
                </c:pt>
                <c:pt idx="820">
                  <c:v>6774.395348837209</c:v>
                </c:pt>
                <c:pt idx="821">
                  <c:v>6775.1511627906975</c:v>
                </c:pt>
                <c:pt idx="822">
                  <c:v>6775.9069767441861</c:v>
                </c:pt>
                <c:pt idx="823">
                  <c:v>6776.6627906976746</c:v>
                </c:pt>
                <c:pt idx="824">
                  <c:v>6777.4186046511632</c:v>
                </c:pt>
                <c:pt idx="825">
                  <c:v>6778.1744186046508</c:v>
                </c:pt>
                <c:pt idx="826">
                  <c:v>6778.9302325581393</c:v>
                </c:pt>
                <c:pt idx="827">
                  <c:v>6779.6860465116279</c:v>
                </c:pt>
                <c:pt idx="828">
                  <c:v>6780.4418604651164</c:v>
                </c:pt>
                <c:pt idx="829">
                  <c:v>6781.1976744186049</c:v>
                </c:pt>
                <c:pt idx="830">
                  <c:v>6781.9534883720926</c:v>
                </c:pt>
                <c:pt idx="831">
                  <c:v>6782.7093023255811</c:v>
                </c:pt>
                <c:pt idx="832">
                  <c:v>6783.4651162790697</c:v>
                </c:pt>
                <c:pt idx="833">
                  <c:v>6784.2209302325582</c:v>
                </c:pt>
                <c:pt idx="834">
                  <c:v>6784.9767441860467</c:v>
                </c:pt>
                <c:pt idx="835">
                  <c:v>6785.7325581395353</c:v>
                </c:pt>
                <c:pt idx="836">
                  <c:v>6786.4883720930229</c:v>
                </c:pt>
                <c:pt idx="837">
                  <c:v>6787.2441860465115</c:v>
                </c:pt>
                <c:pt idx="838">
                  <c:v>6788</c:v>
                </c:pt>
                <c:pt idx="839">
                  <c:v>6788</c:v>
                </c:pt>
                <c:pt idx="840">
                  <c:v>6786</c:v>
                </c:pt>
                <c:pt idx="841">
                  <c:v>6755</c:v>
                </c:pt>
                <c:pt idx="842">
                  <c:v>6778</c:v>
                </c:pt>
                <c:pt idx="843">
                  <c:v>6773</c:v>
                </c:pt>
                <c:pt idx="844">
                  <c:v>6690</c:v>
                </c:pt>
                <c:pt idx="845">
                  <c:v>6682</c:v>
                </c:pt>
                <c:pt idx="846">
                  <c:v>6676</c:v>
                </c:pt>
                <c:pt idx="847">
                  <c:v>6682</c:v>
                </c:pt>
                <c:pt idx="848">
                  <c:v>6681</c:v>
                </c:pt>
                <c:pt idx="849">
                  <c:v>6689</c:v>
                </c:pt>
                <c:pt idx="850">
                  <c:v>6708</c:v>
                </c:pt>
                <c:pt idx="851">
                  <c:v>6692</c:v>
                </c:pt>
                <c:pt idx="852">
                  <c:v>6695</c:v>
                </c:pt>
                <c:pt idx="853">
                  <c:v>6777</c:v>
                </c:pt>
                <c:pt idx="854">
                  <c:v>6693</c:v>
                </c:pt>
                <c:pt idx="855">
                  <c:v>6691</c:v>
                </c:pt>
                <c:pt idx="856">
                  <c:v>6779</c:v>
                </c:pt>
                <c:pt idx="857">
                  <c:v>6671</c:v>
                </c:pt>
                <c:pt idx="858">
                  <c:v>6701</c:v>
                </c:pt>
                <c:pt idx="859">
                  <c:v>6766</c:v>
                </c:pt>
                <c:pt idx="860">
                  <c:v>6764</c:v>
                </c:pt>
                <c:pt idx="861">
                  <c:v>6764</c:v>
                </c:pt>
                <c:pt idx="862">
                  <c:v>6684</c:v>
                </c:pt>
                <c:pt idx="863">
                  <c:v>6764</c:v>
                </c:pt>
                <c:pt idx="864">
                  <c:v>6773</c:v>
                </c:pt>
                <c:pt idx="865">
                  <c:v>6763</c:v>
                </c:pt>
                <c:pt idx="866">
                  <c:v>6777</c:v>
                </c:pt>
                <c:pt idx="867">
                  <c:v>6767</c:v>
                </c:pt>
                <c:pt idx="868">
                  <c:v>6843</c:v>
                </c:pt>
                <c:pt idx="869">
                  <c:v>6754</c:v>
                </c:pt>
                <c:pt idx="870">
                  <c:v>6839</c:v>
                </c:pt>
                <c:pt idx="871">
                  <c:v>6844</c:v>
                </c:pt>
                <c:pt idx="872">
                  <c:v>6847</c:v>
                </c:pt>
                <c:pt idx="873">
                  <c:v>6854</c:v>
                </c:pt>
                <c:pt idx="874">
                  <c:v>6923</c:v>
                </c:pt>
                <c:pt idx="875">
                  <c:v>6833</c:v>
                </c:pt>
                <c:pt idx="876">
                  <c:v>6918</c:v>
                </c:pt>
                <c:pt idx="877">
                  <c:v>6919</c:v>
                </c:pt>
                <c:pt idx="878">
                  <c:v>6830</c:v>
                </c:pt>
                <c:pt idx="879">
                  <c:v>6834</c:v>
                </c:pt>
                <c:pt idx="880">
                  <c:v>6922</c:v>
                </c:pt>
                <c:pt idx="881">
                  <c:v>6919</c:v>
                </c:pt>
                <c:pt idx="882">
                  <c:v>6916</c:v>
                </c:pt>
                <c:pt idx="883">
                  <c:v>6837</c:v>
                </c:pt>
                <c:pt idx="884">
                  <c:v>6918</c:v>
                </c:pt>
                <c:pt idx="885">
                  <c:v>6863</c:v>
                </c:pt>
                <c:pt idx="886">
                  <c:v>6919</c:v>
                </c:pt>
                <c:pt idx="887">
                  <c:v>6927</c:v>
                </c:pt>
                <c:pt idx="888">
                  <c:v>6998</c:v>
                </c:pt>
                <c:pt idx="889">
                  <c:v>6837</c:v>
                </c:pt>
                <c:pt idx="890">
                  <c:v>6912</c:v>
                </c:pt>
                <c:pt idx="891">
                  <c:v>6846</c:v>
                </c:pt>
                <c:pt idx="892">
                  <c:v>6941</c:v>
                </c:pt>
                <c:pt idx="893">
                  <c:v>6923</c:v>
                </c:pt>
                <c:pt idx="894">
                  <c:v>6923</c:v>
                </c:pt>
                <c:pt idx="895">
                  <c:v>6924</c:v>
                </c:pt>
                <c:pt idx="896">
                  <c:v>6947</c:v>
                </c:pt>
                <c:pt idx="897">
                  <c:v>6929</c:v>
                </c:pt>
                <c:pt idx="898">
                  <c:v>6926</c:v>
                </c:pt>
                <c:pt idx="899">
                  <c:v>6933</c:v>
                </c:pt>
                <c:pt idx="900">
                  <c:v>6928</c:v>
                </c:pt>
                <c:pt idx="901">
                  <c:v>6927</c:v>
                </c:pt>
                <c:pt idx="902">
                  <c:v>6931</c:v>
                </c:pt>
                <c:pt idx="903">
                  <c:v>6924</c:v>
                </c:pt>
                <c:pt idx="904">
                  <c:v>6927</c:v>
                </c:pt>
                <c:pt idx="905">
                  <c:v>6925</c:v>
                </c:pt>
                <c:pt idx="906">
                  <c:v>6939</c:v>
                </c:pt>
                <c:pt idx="907">
                  <c:v>6925</c:v>
                </c:pt>
                <c:pt idx="908">
                  <c:v>6920</c:v>
                </c:pt>
                <c:pt idx="909">
                  <c:v>6932</c:v>
                </c:pt>
                <c:pt idx="910">
                  <c:v>6931</c:v>
                </c:pt>
                <c:pt idx="911">
                  <c:v>6928</c:v>
                </c:pt>
                <c:pt idx="912">
                  <c:v>7014</c:v>
                </c:pt>
                <c:pt idx="913">
                  <c:v>7096</c:v>
                </c:pt>
                <c:pt idx="914">
                  <c:v>7098</c:v>
                </c:pt>
                <c:pt idx="915">
                  <c:v>7097</c:v>
                </c:pt>
                <c:pt idx="916">
                  <c:v>7087</c:v>
                </c:pt>
                <c:pt idx="917">
                  <c:v>7095</c:v>
                </c:pt>
                <c:pt idx="918">
                  <c:v>7015</c:v>
                </c:pt>
                <c:pt idx="919">
                  <c:v>7012</c:v>
                </c:pt>
                <c:pt idx="920">
                  <c:v>7093</c:v>
                </c:pt>
                <c:pt idx="921">
                  <c:v>7018</c:v>
                </c:pt>
                <c:pt idx="922">
                  <c:v>7020</c:v>
                </c:pt>
                <c:pt idx="923">
                  <c:v>7017</c:v>
                </c:pt>
                <c:pt idx="924">
                  <c:v>7029</c:v>
                </c:pt>
                <c:pt idx="925">
                  <c:v>7011</c:v>
                </c:pt>
                <c:pt idx="926">
                  <c:v>7034</c:v>
                </c:pt>
                <c:pt idx="927">
                  <c:v>7023</c:v>
                </c:pt>
                <c:pt idx="928">
                  <c:v>7007</c:v>
                </c:pt>
                <c:pt idx="929">
                  <c:v>6937</c:v>
                </c:pt>
                <c:pt idx="930">
                  <c:v>7021</c:v>
                </c:pt>
                <c:pt idx="931">
                  <c:v>7013</c:v>
                </c:pt>
                <c:pt idx="932">
                  <c:v>6944</c:v>
                </c:pt>
                <c:pt idx="933">
                  <c:v>6931</c:v>
                </c:pt>
                <c:pt idx="934">
                  <c:v>7009</c:v>
                </c:pt>
                <c:pt idx="935">
                  <c:v>7011</c:v>
                </c:pt>
                <c:pt idx="936">
                  <c:v>6938</c:v>
                </c:pt>
                <c:pt idx="937">
                  <c:v>6929</c:v>
                </c:pt>
                <c:pt idx="938">
                  <c:v>6931</c:v>
                </c:pt>
                <c:pt idx="939">
                  <c:v>6940</c:v>
                </c:pt>
                <c:pt idx="940">
                  <c:v>7017</c:v>
                </c:pt>
                <c:pt idx="941">
                  <c:v>6933</c:v>
                </c:pt>
                <c:pt idx="942">
                  <c:v>6939</c:v>
                </c:pt>
                <c:pt idx="943">
                  <c:v>6927</c:v>
                </c:pt>
                <c:pt idx="944">
                  <c:v>6925</c:v>
                </c:pt>
                <c:pt idx="945">
                  <c:v>6930</c:v>
                </c:pt>
                <c:pt idx="946">
                  <c:v>6917</c:v>
                </c:pt>
                <c:pt idx="947">
                  <c:v>6936</c:v>
                </c:pt>
                <c:pt idx="948">
                  <c:v>6922</c:v>
                </c:pt>
                <c:pt idx="949">
                  <c:v>6931</c:v>
                </c:pt>
                <c:pt idx="950">
                  <c:v>6934</c:v>
                </c:pt>
                <c:pt idx="951">
                  <c:v>6918</c:v>
                </c:pt>
                <c:pt idx="952">
                  <c:v>6934</c:v>
                </c:pt>
                <c:pt idx="953">
                  <c:v>6926</c:v>
                </c:pt>
                <c:pt idx="954">
                  <c:v>6938</c:v>
                </c:pt>
                <c:pt idx="955">
                  <c:v>6918</c:v>
                </c:pt>
                <c:pt idx="956">
                  <c:v>6922</c:v>
                </c:pt>
                <c:pt idx="957">
                  <c:v>6921</c:v>
                </c:pt>
                <c:pt idx="958">
                  <c:v>6930</c:v>
                </c:pt>
                <c:pt idx="959">
                  <c:v>6926</c:v>
                </c:pt>
                <c:pt idx="960">
                  <c:v>6933</c:v>
                </c:pt>
                <c:pt idx="961">
                  <c:v>6839</c:v>
                </c:pt>
                <c:pt idx="962">
                  <c:v>6849</c:v>
                </c:pt>
                <c:pt idx="963">
                  <c:v>6933</c:v>
                </c:pt>
                <c:pt idx="964">
                  <c:v>6933</c:v>
                </c:pt>
                <c:pt idx="965">
                  <c:v>6839</c:v>
                </c:pt>
                <c:pt idx="966">
                  <c:v>6869</c:v>
                </c:pt>
                <c:pt idx="967">
                  <c:v>6922</c:v>
                </c:pt>
                <c:pt idx="968">
                  <c:v>6841</c:v>
                </c:pt>
                <c:pt idx="969">
                  <c:v>6845</c:v>
                </c:pt>
                <c:pt idx="970">
                  <c:v>6767</c:v>
                </c:pt>
                <c:pt idx="971">
                  <c:v>6835</c:v>
                </c:pt>
                <c:pt idx="972">
                  <c:v>6845</c:v>
                </c:pt>
                <c:pt idx="973">
                  <c:v>6849</c:v>
                </c:pt>
                <c:pt idx="974">
                  <c:v>6866</c:v>
                </c:pt>
                <c:pt idx="975">
                  <c:v>6856</c:v>
                </c:pt>
                <c:pt idx="976">
                  <c:v>6849</c:v>
                </c:pt>
                <c:pt idx="977">
                  <c:v>6767</c:v>
                </c:pt>
                <c:pt idx="978">
                  <c:v>6852</c:v>
                </c:pt>
                <c:pt idx="979">
                  <c:v>6759</c:v>
                </c:pt>
                <c:pt idx="980">
                  <c:v>6847</c:v>
                </c:pt>
                <c:pt idx="981">
                  <c:v>6930</c:v>
                </c:pt>
                <c:pt idx="982">
                  <c:v>6854</c:v>
                </c:pt>
                <c:pt idx="983">
                  <c:v>6933</c:v>
                </c:pt>
                <c:pt idx="984">
                  <c:v>6853</c:v>
                </c:pt>
                <c:pt idx="985">
                  <c:v>6850</c:v>
                </c:pt>
                <c:pt idx="986">
                  <c:v>6932</c:v>
                </c:pt>
                <c:pt idx="987">
                  <c:v>6847</c:v>
                </c:pt>
                <c:pt idx="988">
                  <c:v>6776</c:v>
                </c:pt>
                <c:pt idx="989">
                  <c:v>6781</c:v>
                </c:pt>
                <c:pt idx="990">
                  <c:v>6763</c:v>
                </c:pt>
                <c:pt idx="991">
                  <c:v>6783</c:v>
                </c:pt>
                <c:pt idx="992">
                  <c:v>6850</c:v>
                </c:pt>
                <c:pt idx="993">
                  <c:v>6782</c:v>
                </c:pt>
                <c:pt idx="994">
                  <c:v>6781</c:v>
                </c:pt>
                <c:pt idx="995">
                  <c:v>6788</c:v>
                </c:pt>
                <c:pt idx="996">
                  <c:v>6778</c:v>
                </c:pt>
                <c:pt idx="997">
                  <c:v>6777</c:v>
                </c:pt>
                <c:pt idx="998">
                  <c:v>6777</c:v>
                </c:pt>
                <c:pt idx="999">
                  <c:v>6784</c:v>
                </c:pt>
                <c:pt idx="1000">
                  <c:v>6778</c:v>
                </c:pt>
                <c:pt idx="1001">
                  <c:v>6768</c:v>
                </c:pt>
                <c:pt idx="1002">
                  <c:v>6780</c:v>
                </c:pt>
                <c:pt idx="1003">
                  <c:v>6782</c:v>
                </c:pt>
                <c:pt idx="1004">
                  <c:v>6767</c:v>
                </c:pt>
                <c:pt idx="1005">
                  <c:v>6774</c:v>
                </c:pt>
                <c:pt idx="1006">
                  <c:v>6773</c:v>
                </c:pt>
                <c:pt idx="1007">
                  <c:v>6774</c:v>
                </c:pt>
                <c:pt idx="1008">
                  <c:v>6768</c:v>
                </c:pt>
                <c:pt idx="1009">
                  <c:v>6775</c:v>
                </c:pt>
                <c:pt idx="1010">
                  <c:v>6766</c:v>
                </c:pt>
                <c:pt idx="1011">
                  <c:v>6775</c:v>
                </c:pt>
                <c:pt idx="1012">
                  <c:v>6765</c:v>
                </c:pt>
                <c:pt idx="1013">
                  <c:v>6772</c:v>
                </c:pt>
                <c:pt idx="1014">
                  <c:v>6781</c:v>
                </c:pt>
                <c:pt idx="1015">
                  <c:v>6674</c:v>
                </c:pt>
                <c:pt idx="1016">
                  <c:v>6753</c:v>
                </c:pt>
                <c:pt idx="1017">
                  <c:v>6773</c:v>
                </c:pt>
                <c:pt idx="1018">
                  <c:v>6761</c:v>
                </c:pt>
                <c:pt idx="1019">
                  <c:v>6673</c:v>
                </c:pt>
              </c:numCache>
            </c:numRef>
          </c:val>
          <c:smooth val="0"/>
          <c:extLst>
            <c:ext xmlns:c16="http://schemas.microsoft.com/office/drawing/2014/chart" uri="{C3380CC4-5D6E-409C-BE32-E72D297353CC}">
              <c16:uniqueId val="{00000002-DC3A-4E19-B5E8-E48984FEF7F2}"/>
            </c:ext>
          </c:extLst>
        </c:ser>
        <c:dLbls>
          <c:showLegendKey val="0"/>
          <c:showVal val="0"/>
          <c:showCatName val="0"/>
          <c:showSerName val="0"/>
          <c:showPercent val="0"/>
          <c:showBubbleSize val="0"/>
        </c:dLbls>
        <c:marker val="1"/>
        <c:smooth val="0"/>
        <c:axId val="389574616"/>
        <c:axId val="389576056"/>
        <c:extLst>
          <c:ext xmlns:c15="http://schemas.microsoft.com/office/drawing/2012/chart" uri="{02D57815-91ED-43cb-92C2-25804820EDAC}">
            <c15:filteredLineSeries>
              <c15:ser>
                <c:idx val="3"/>
                <c:order val="3"/>
                <c:tx>
                  <c:strRef>
                    <c:extLst>
                      <c:ext uri="{02D57815-91ED-43cb-92C2-25804820EDAC}">
                        <c15:formulaRef>
                          <c15:sqref>発表用!$B:$B</c15:sqref>
                        </c15:formulaRef>
                      </c:ext>
                    </c:extLst>
                    <c:strCache>
                      <c:ptCount val="1048576"/>
                      <c:pt idx="0">
                        <c:v>経過時間</c:v>
                      </c:pt>
                      <c:pt idx="1">
                        <c:v>[ms]</c:v>
                      </c:pt>
                      <c:pt idx="2">
                        <c:v>862</c:v>
                      </c:pt>
                      <c:pt idx="3">
                        <c:v>896</c:v>
                      </c:pt>
                      <c:pt idx="4">
                        <c:v>929</c:v>
                      </c:pt>
                      <c:pt idx="5">
                        <c:v>962</c:v>
                      </c:pt>
                      <c:pt idx="6">
                        <c:v>996</c:v>
                      </c:pt>
                      <c:pt idx="7">
                        <c:v>1029</c:v>
                      </c:pt>
                      <c:pt idx="8">
                        <c:v>1062</c:v>
                      </c:pt>
                      <c:pt idx="9">
                        <c:v>1096</c:v>
                      </c:pt>
                      <c:pt idx="10">
                        <c:v>1129</c:v>
                      </c:pt>
                      <c:pt idx="11">
                        <c:v>33</c:v>
                      </c:pt>
                      <c:pt idx="12">
                        <c:v>66</c:v>
                      </c:pt>
                      <c:pt idx="13">
                        <c:v>1232</c:v>
                      </c:pt>
                      <c:pt idx="14">
                        <c:v>1266</c:v>
                      </c:pt>
                      <c:pt idx="15">
                        <c:v>1299</c:v>
                      </c:pt>
                      <c:pt idx="16">
                        <c:v>1332</c:v>
                      </c:pt>
                      <c:pt idx="17">
                        <c:v>1366</c:v>
                      </c:pt>
                      <c:pt idx="18">
                        <c:v>1399</c:v>
                      </c:pt>
                      <c:pt idx="19">
                        <c:v>1432</c:v>
                      </c:pt>
                      <c:pt idx="20">
                        <c:v>1466</c:v>
                      </c:pt>
                      <c:pt idx="21">
                        <c:v>1499</c:v>
                      </c:pt>
                      <c:pt idx="22">
                        <c:v>1532</c:v>
                      </c:pt>
                      <c:pt idx="23">
                        <c:v>1566</c:v>
                      </c:pt>
                      <c:pt idx="24">
                        <c:v>1599</c:v>
                      </c:pt>
                      <c:pt idx="25">
                        <c:v>1632</c:v>
                      </c:pt>
                      <c:pt idx="26">
                        <c:v>1666</c:v>
                      </c:pt>
                      <c:pt idx="27">
                        <c:v>1699</c:v>
                      </c:pt>
                      <c:pt idx="28">
                        <c:v>1732</c:v>
                      </c:pt>
                      <c:pt idx="29">
                        <c:v>1766</c:v>
                      </c:pt>
                      <c:pt idx="30">
                        <c:v>1799</c:v>
                      </c:pt>
                      <c:pt idx="31">
                        <c:v>1832</c:v>
                      </c:pt>
                      <c:pt idx="32">
                        <c:v>1866</c:v>
                      </c:pt>
                      <c:pt idx="33">
                        <c:v>1899</c:v>
                      </c:pt>
                      <c:pt idx="34">
                        <c:v>1932</c:v>
                      </c:pt>
                      <c:pt idx="35">
                        <c:v>1966</c:v>
                      </c:pt>
                      <c:pt idx="36">
                        <c:v>1999</c:v>
                      </c:pt>
                      <c:pt idx="37">
                        <c:v>2032</c:v>
                      </c:pt>
                      <c:pt idx="38">
                        <c:v>2066</c:v>
                      </c:pt>
                      <c:pt idx="39">
                        <c:v>2099</c:v>
                      </c:pt>
                      <c:pt idx="40">
                        <c:v>2132</c:v>
                      </c:pt>
                      <c:pt idx="41">
                        <c:v>2166</c:v>
                      </c:pt>
                      <c:pt idx="42">
                        <c:v>2199</c:v>
                      </c:pt>
                      <c:pt idx="43">
                        <c:v>2232</c:v>
                      </c:pt>
                      <c:pt idx="44">
                        <c:v>2266</c:v>
                      </c:pt>
                      <c:pt idx="45">
                        <c:v>2299</c:v>
                      </c:pt>
                      <c:pt idx="46">
                        <c:v>2332</c:v>
                      </c:pt>
                      <c:pt idx="47">
                        <c:v>2366</c:v>
                      </c:pt>
                      <c:pt idx="48">
                        <c:v>2399</c:v>
                      </c:pt>
                      <c:pt idx="49">
                        <c:v>2432</c:v>
                      </c:pt>
                      <c:pt idx="50">
                        <c:v>2466</c:v>
                      </c:pt>
                      <c:pt idx="51">
                        <c:v>2499</c:v>
                      </c:pt>
                      <c:pt idx="52">
                        <c:v>2532</c:v>
                      </c:pt>
                      <c:pt idx="53">
                        <c:v>2566</c:v>
                      </c:pt>
                      <c:pt idx="54">
                        <c:v>2599</c:v>
                      </c:pt>
                      <c:pt idx="55">
                        <c:v>2632</c:v>
                      </c:pt>
                      <c:pt idx="56">
                        <c:v>2666</c:v>
                      </c:pt>
                      <c:pt idx="57">
                        <c:v>2699</c:v>
                      </c:pt>
                      <c:pt idx="58">
                        <c:v>2732</c:v>
                      </c:pt>
                      <c:pt idx="59">
                        <c:v>2766</c:v>
                      </c:pt>
                      <c:pt idx="60">
                        <c:v>2799</c:v>
                      </c:pt>
                      <c:pt idx="61">
                        <c:v>2832</c:v>
                      </c:pt>
                      <c:pt idx="62">
                        <c:v>2866</c:v>
                      </c:pt>
                      <c:pt idx="63">
                        <c:v>2899</c:v>
                      </c:pt>
                      <c:pt idx="64">
                        <c:v>2932</c:v>
                      </c:pt>
                      <c:pt idx="65">
                        <c:v>2966</c:v>
                      </c:pt>
                      <c:pt idx="66">
                        <c:v>2999</c:v>
                      </c:pt>
                      <c:pt idx="67">
                        <c:v>3032</c:v>
                      </c:pt>
                      <c:pt idx="68">
                        <c:v>3066</c:v>
                      </c:pt>
                      <c:pt idx="69">
                        <c:v>3099</c:v>
                      </c:pt>
                      <c:pt idx="70">
                        <c:v>3132</c:v>
                      </c:pt>
                      <c:pt idx="71">
                        <c:v>3166</c:v>
                      </c:pt>
                      <c:pt idx="72">
                        <c:v>3199</c:v>
                      </c:pt>
                      <c:pt idx="73">
                        <c:v>3232</c:v>
                      </c:pt>
                      <c:pt idx="74">
                        <c:v>3266</c:v>
                      </c:pt>
                      <c:pt idx="75">
                        <c:v>3299</c:v>
                      </c:pt>
                      <c:pt idx="76">
                        <c:v>3332</c:v>
                      </c:pt>
                      <c:pt idx="77">
                        <c:v>3366</c:v>
                      </c:pt>
                      <c:pt idx="78">
                        <c:v>3399</c:v>
                      </c:pt>
                      <c:pt idx="79">
                        <c:v>3432</c:v>
                      </c:pt>
                      <c:pt idx="80">
                        <c:v>3466</c:v>
                      </c:pt>
                      <c:pt idx="81">
                        <c:v>3499</c:v>
                      </c:pt>
                      <c:pt idx="82">
                        <c:v>3532</c:v>
                      </c:pt>
                      <c:pt idx="83">
                        <c:v>3566</c:v>
                      </c:pt>
                      <c:pt idx="84">
                        <c:v>3599</c:v>
                      </c:pt>
                      <c:pt idx="85">
                        <c:v>3632</c:v>
                      </c:pt>
                      <c:pt idx="86">
                        <c:v>3666</c:v>
                      </c:pt>
                      <c:pt idx="87">
                        <c:v>3699</c:v>
                      </c:pt>
                      <c:pt idx="88">
                        <c:v>3732</c:v>
                      </c:pt>
                      <c:pt idx="89">
                        <c:v>3766</c:v>
                      </c:pt>
                      <c:pt idx="90">
                        <c:v>3799</c:v>
                      </c:pt>
                      <c:pt idx="91">
                        <c:v>3832</c:v>
                      </c:pt>
                      <c:pt idx="92">
                        <c:v>3866</c:v>
                      </c:pt>
                      <c:pt idx="93">
                        <c:v>3899</c:v>
                      </c:pt>
                      <c:pt idx="94">
                        <c:v>3932</c:v>
                      </c:pt>
                      <c:pt idx="95">
                        <c:v>3966</c:v>
                      </c:pt>
                      <c:pt idx="96">
                        <c:v>3999</c:v>
                      </c:pt>
                      <c:pt idx="97">
                        <c:v>4032</c:v>
                      </c:pt>
                      <c:pt idx="98">
                        <c:v>4066</c:v>
                      </c:pt>
                      <c:pt idx="99">
                        <c:v>4099</c:v>
                      </c:pt>
                      <c:pt idx="100">
                        <c:v>4132</c:v>
                      </c:pt>
                      <c:pt idx="101">
                        <c:v>4166</c:v>
                      </c:pt>
                      <c:pt idx="102">
                        <c:v>4199</c:v>
                      </c:pt>
                      <c:pt idx="103">
                        <c:v>4232</c:v>
                      </c:pt>
                      <c:pt idx="104">
                        <c:v>4266</c:v>
                      </c:pt>
                      <c:pt idx="105">
                        <c:v>4299</c:v>
                      </c:pt>
                      <c:pt idx="106">
                        <c:v>4332</c:v>
                      </c:pt>
                      <c:pt idx="107">
                        <c:v>4366</c:v>
                      </c:pt>
                      <c:pt idx="108">
                        <c:v>4399</c:v>
                      </c:pt>
                      <c:pt idx="109">
                        <c:v>4432</c:v>
                      </c:pt>
                      <c:pt idx="110">
                        <c:v>4466</c:v>
                      </c:pt>
                      <c:pt idx="111">
                        <c:v>4499</c:v>
                      </c:pt>
                      <c:pt idx="112">
                        <c:v>4532</c:v>
                      </c:pt>
                      <c:pt idx="113">
                        <c:v>4566</c:v>
                      </c:pt>
                      <c:pt idx="114">
                        <c:v>4599</c:v>
                      </c:pt>
                      <c:pt idx="115">
                        <c:v>4632</c:v>
                      </c:pt>
                      <c:pt idx="116">
                        <c:v>4666</c:v>
                      </c:pt>
                      <c:pt idx="117">
                        <c:v>4699</c:v>
                      </c:pt>
                      <c:pt idx="118">
                        <c:v>4732</c:v>
                      </c:pt>
                      <c:pt idx="119">
                        <c:v>4766</c:v>
                      </c:pt>
                      <c:pt idx="120">
                        <c:v>4799</c:v>
                      </c:pt>
                      <c:pt idx="121">
                        <c:v>4832</c:v>
                      </c:pt>
                      <c:pt idx="122">
                        <c:v>4866</c:v>
                      </c:pt>
                      <c:pt idx="123">
                        <c:v>4899</c:v>
                      </c:pt>
                      <c:pt idx="124">
                        <c:v>4932</c:v>
                      </c:pt>
                      <c:pt idx="125">
                        <c:v>4966</c:v>
                      </c:pt>
                      <c:pt idx="126">
                        <c:v>4999</c:v>
                      </c:pt>
                      <c:pt idx="127">
                        <c:v>5032</c:v>
                      </c:pt>
                      <c:pt idx="128">
                        <c:v>5066</c:v>
                      </c:pt>
                      <c:pt idx="129">
                        <c:v>5099</c:v>
                      </c:pt>
                      <c:pt idx="130">
                        <c:v>5132</c:v>
                      </c:pt>
                      <c:pt idx="131">
                        <c:v>5166</c:v>
                      </c:pt>
                      <c:pt idx="132">
                        <c:v>5199</c:v>
                      </c:pt>
                      <c:pt idx="133">
                        <c:v>5232</c:v>
                      </c:pt>
                      <c:pt idx="134">
                        <c:v>5266</c:v>
                      </c:pt>
                      <c:pt idx="135">
                        <c:v>5299</c:v>
                      </c:pt>
                      <c:pt idx="136">
                        <c:v>5332</c:v>
                      </c:pt>
                      <c:pt idx="137">
                        <c:v>5366</c:v>
                      </c:pt>
                      <c:pt idx="138">
                        <c:v>5399</c:v>
                      </c:pt>
                      <c:pt idx="139">
                        <c:v>5432</c:v>
                      </c:pt>
                      <c:pt idx="140">
                        <c:v>5466</c:v>
                      </c:pt>
                      <c:pt idx="141">
                        <c:v>5499</c:v>
                      </c:pt>
                      <c:pt idx="142">
                        <c:v>5532</c:v>
                      </c:pt>
                      <c:pt idx="143">
                        <c:v>5566</c:v>
                      </c:pt>
                      <c:pt idx="144">
                        <c:v>5599</c:v>
                      </c:pt>
                      <c:pt idx="145">
                        <c:v>5632</c:v>
                      </c:pt>
                      <c:pt idx="146">
                        <c:v>5666</c:v>
                      </c:pt>
                      <c:pt idx="147">
                        <c:v>5699</c:v>
                      </c:pt>
                      <c:pt idx="148">
                        <c:v>5732</c:v>
                      </c:pt>
                      <c:pt idx="149">
                        <c:v>5766</c:v>
                      </c:pt>
                      <c:pt idx="150">
                        <c:v>5799</c:v>
                      </c:pt>
                      <c:pt idx="151">
                        <c:v>5832</c:v>
                      </c:pt>
                      <c:pt idx="152">
                        <c:v>5866</c:v>
                      </c:pt>
                      <c:pt idx="153">
                        <c:v>5899</c:v>
                      </c:pt>
                      <c:pt idx="154">
                        <c:v>5932</c:v>
                      </c:pt>
                      <c:pt idx="155">
                        <c:v>5966</c:v>
                      </c:pt>
                      <c:pt idx="156">
                        <c:v>5999</c:v>
                      </c:pt>
                      <c:pt idx="157">
                        <c:v>6032</c:v>
                      </c:pt>
                      <c:pt idx="158">
                        <c:v>6066</c:v>
                      </c:pt>
                      <c:pt idx="159">
                        <c:v>6099</c:v>
                      </c:pt>
                      <c:pt idx="160">
                        <c:v>6132</c:v>
                      </c:pt>
                      <c:pt idx="161">
                        <c:v>6166</c:v>
                      </c:pt>
                      <c:pt idx="162">
                        <c:v>6199</c:v>
                      </c:pt>
                      <c:pt idx="163">
                        <c:v>6232</c:v>
                      </c:pt>
                      <c:pt idx="164">
                        <c:v>6266</c:v>
                      </c:pt>
                      <c:pt idx="165">
                        <c:v>6299</c:v>
                      </c:pt>
                      <c:pt idx="166">
                        <c:v>6332</c:v>
                      </c:pt>
                      <c:pt idx="167">
                        <c:v>6366</c:v>
                      </c:pt>
                      <c:pt idx="168">
                        <c:v>6399</c:v>
                      </c:pt>
                      <c:pt idx="169">
                        <c:v>6432</c:v>
                      </c:pt>
                      <c:pt idx="170">
                        <c:v>6466</c:v>
                      </c:pt>
                      <c:pt idx="171">
                        <c:v>6499</c:v>
                      </c:pt>
                      <c:pt idx="172">
                        <c:v>6532</c:v>
                      </c:pt>
                      <c:pt idx="173">
                        <c:v>6566</c:v>
                      </c:pt>
                      <c:pt idx="174">
                        <c:v>6599</c:v>
                      </c:pt>
                      <c:pt idx="175">
                        <c:v>6632</c:v>
                      </c:pt>
                      <c:pt idx="176">
                        <c:v>6666</c:v>
                      </c:pt>
                      <c:pt idx="177">
                        <c:v>6699</c:v>
                      </c:pt>
                      <c:pt idx="178">
                        <c:v>6732</c:v>
                      </c:pt>
                      <c:pt idx="179">
                        <c:v>6766</c:v>
                      </c:pt>
                      <c:pt idx="180">
                        <c:v>6799</c:v>
                      </c:pt>
                      <c:pt idx="181">
                        <c:v>6832</c:v>
                      </c:pt>
                      <c:pt idx="182">
                        <c:v>6866</c:v>
                      </c:pt>
                      <c:pt idx="183">
                        <c:v>6899</c:v>
                      </c:pt>
                      <c:pt idx="184">
                        <c:v>6932</c:v>
                      </c:pt>
                      <c:pt idx="185">
                        <c:v>6966</c:v>
                      </c:pt>
                      <c:pt idx="186">
                        <c:v>6999</c:v>
                      </c:pt>
                      <c:pt idx="187">
                        <c:v>7032</c:v>
                      </c:pt>
                      <c:pt idx="188">
                        <c:v>7066</c:v>
                      </c:pt>
                      <c:pt idx="189">
                        <c:v>7099</c:v>
                      </c:pt>
                      <c:pt idx="190">
                        <c:v>7132</c:v>
                      </c:pt>
                      <c:pt idx="191">
                        <c:v>7166</c:v>
                      </c:pt>
                      <c:pt idx="192">
                        <c:v>7199</c:v>
                      </c:pt>
                      <c:pt idx="193">
                        <c:v>7232</c:v>
                      </c:pt>
                      <c:pt idx="194">
                        <c:v>7266</c:v>
                      </c:pt>
                      <c:pt idx="195">
                        <c:v>7299</c:v>
                      </c:pt>
                      <c:pt idx="196">
                        <c:v>7332</c:v>
                      </c:pt>
                      <c:pt idx="197">
                        <c:v>7366</c:v>
                      </c:pt>
                      <c:pt idx="198">
                        <c:v>7399</c:v>
                      </c:pt>
                      <c:pt idx="199">
                        <c:v>7432</c:v>
                      </c:pt>
                      <c:pt idx="200">
                        <c:v>7466</c:v>
                      </c:pt>
                      <c:pt idx="201">
                        <c:v>7499</c:v>
                      </c:pt>
                      <c:pt idx="202">
                        <c:v>7532</c:v>
                      </c:pt>
                      <c:pt idx="203">
                        <c:v>7566</c:v>
                      </c:pt>
                      <c:pt idx="204">
                        <c:v>7599</c:v>
                      </c:pt>
                      <c:pt idx="205">
                        <c:v>7632</c:v>
                      </c:pt>
                      <c:pt idx="206">
                        <c:v>7666</c:v>
                      </c:pt>
                      <c:pt idx="207">
                        <c:v>7699</c:v>
                      </c:pt>
                      <c:pt idx="208">
                        <c:v>7732</c:v>
                      </c:pt>
                      <c:pt idx="209">
                        <c:v>7766</c:v>
                      </c:pt>
                      <c:pt idx="210">
                        <c:v>7799</c:v>
                      </c:pt>
                      <c:pt idx="211">
                        <c:v>7832</c:v>
                      </c:pt>
                      <c:pt idx="212">
                        <c:v>7866</c:v>
                      </c:pt>
                      <c:pt idx="213">
                        <c:v>7899</c:v>
                      </c:pt>
                      <c:pt idx="214">
                        <c:v>7932</c:v>
                      </c:pt>
                      <c:pt idx="215">
                        <c:v>7966</c:v>
                      </c:pt>
                      <c:pt idx="216">
                        <c:v>7999</c:v>
                      </c:pt>
                      <c:pt idx="217">
                        <c:v>8032</c:v>
                      </c:pt>
                      <c:pt idx="218">
                        <c:v>8066</c:v>
                      </c:pt>
                      <c:pt idx="219">
                        <c:v>8099</c:v>
                      </c:pt>
                      <c:pt idx="220">
                        <c:v>8132</c:v>
                      </c:pt>
                      <c:pt idx="221">
                        <c:v>8166</c:v>
                      </c:pt>
                      <c:pt idx="222">
                        <c:v>8199</c:v>
                      </c:pt>
                      <c:pt idx="223">
                        <c:v>8232</c:v>
                      </c:pt>
                      <c:pt idx="224">
                        <c:v>8266</c:v>
                      </c:pt>
                      <c:pt idx="225">
                        <c:v>8299</c:v>
                      </c:pt>
                      <c:pt idx="226">
                        <c:v>8332</c:v>
                      </c:pt>
                      <c:pt idx="227">
                        <c:v>8366</c:v>
                      </c:pt>
                      <c:pt idx="228">
                        <c:v>8399</c:v>
                      </c:pt>
                      <c:pt idx="229">
                        <c:v>8432</c:v>
                      </c:pt>
                      <c:pt idx="230">
                        <c:v>8466</c:v>
                      </c:pt>
                      <c:pt idx="231">
                        <c:v>8499</c:v>
                      </c:pt>
                      <c:pt idx="232">
                        <c:v>8532</c:v>
                      </c:pt>
                      <c:pt idx="233">
                        <c:v>8566</c:v>
                      </c:pt>
                      <c:pt idx="234">
                        <c:v>8599</c:v>
                      </c:pt>
                      <c:pt idx="235">
                        <c:v>8632</c:v>
                      </c:pt>
                      <c:pt idx="236">
                        <c:v>8666</c:v>
                      </c:pt>
                      <c:pt idx="237">
                        <c:v>8699</c:v>
                      </c:pt>
                      <c:pt idx="238">
                        <c:v>8732</c:v>
                      </c:pt>
                      <c:pt idx="239">
                        <c:v>8766</c:v>
                      </c:pt>
                      <c:pt idx="240">
                        <c:v>8799</c:v>
                      </c:pt>
                      <c:pt idx="241">
                        <c:v>8832</c:v>
                      </c:pt>
                      <c:pt idx="242">
                        <c:v>8866</c:v>
                      </c:pt>
                      <c:pt idx="243">
                        <c:v>8899</c:v>
                      </c:pt>
                      <c:pt idx="244">
                        <c:v>8932</c:v>
                      </c:pt>
                      <c:pt idx="245">
                        <c:v>8966</c:v>
                      </c:pt>
                      <c:pt idx="246">
                        <c:v>8999</c:v>
                      </c:pt>
                      <c:pt idx="247">
                        <c:v>9032</c:v>
                      </c:pt>
                      <c:pt idx="248">
                        <c:v>9066</c:v>
                      </c:pt>
                      <c:pt idx="249">
                        <c:v>9099</c:v>
                      </c:pt>
                      <c:pt idx="250">
                        <c:v>9132</c:v>
                      </c:pt>
                      <c:pt idx="251">
                        <c:v>9166</c:v>
                      </c:pt>
                      <c:pt idx="252">
                        <c:v>9199</c:v>
                      </c:pt>
                      <c:pt idx="253">
                        <c:v>9232</c:v>
                      </c:pt>
                      <c:pt idx="254">
                        <c:v>9266</c:v>
                      </c:pt>
                      <c:pt idx="255">
                        <c:v>9299</c:v>
                      </c:pt>
                      <c:pt idx="256">
                        <c:v>9332</c:v>
                      </c:pt>
                      <c:pt idx="257">
                        <c:v>9366</c:v>
                      </c:pt>
                      <c:pt idx="258">
                        <c:v>9399</c:v>
                      </c:pt>
                      <c:pt idx="259">
                        <c:v>9432</c:v>
                      </c:pt>
                      <c:pt idx="260">
                        <c:v>9466</c:v>
                      </c:pt>
                      <c:pt idx="261">
                        <c:v>9499</c:v>
                      </c:pt>
                      <c:pt idx="262">
                        <c:v>9532</c:v>
                      </c:pt>
                      <c:pt idx="263">
                        <c:v>9566</c:v>
                      </c:pt>
                      <c:pt idx="264">
                        <c:v>9599</c:v>
                      </c:pt>
                      <c:pt idx="265">
                        <c:v>9632</c:v>
                      </c:pt>
                      <c:pt idx="266">
                        <c:v>9666</c:v>
                      </c:pt>
                      <c:pt idx="267">
                        <c:v>9699</c:v>
                      </c:pt>
                      <c:pt idx="268">
                        <c:v>9732</c:v>
                      </c:pt>
                      <c:pt idx="269">
                        <c:v>9766</c:v>
                      </c:pt>
                      <c:pt idx="270">
                        <c:v>9799</c:v>
                      </c:pt>
                      <c:pt idx="271">
                        <c:v>9832</c:v>
                      </c:pt>
                      <c:pt idx="272">
                        <c:v>9866</c:v>
                      </c:pt>
                      <c:pt idx="273">
                        <c:v>9899</c:v>
                      </c:pt>
                      <c:pt idx="274">
                        <c:v>9932</c:v>
                      </c:pt>
                      <c:pt idx="275">
                        <c:v>9966</c:v>
                      </c:pt>
                      <c:pt idx="276">
                        <c:v>9999</c:v>
                      </c:pt>
                      <c:pt idx="277">
                        <c:v>10032</c:v>
                      </c:pt>
                      <c:pt idx="278">
                        <c:v>10066</c:v>
                      </c:pt>
                      <c:pt idx="279">
                        <c:v>10099</c:v>
                      </c:pt>
                      <c:pt idx="280">
                        <c:v>10132</c:v>
                      </c:pt>
                      <c:pt idx="281">
                        <c:v>10166</c:v>
                      </c:pt>
                      <c:pt idx="282">
                        <c:v>10199</c:v>
                      </c:pt>
                      <c:pt idx="283">
                        <c:v>10232</c:v>
                      </c:pt>
                      <c:pt idx="284">
                        <c:v>10266</c:v>
                      </c:pt>
                      <c:pt idx="285">
                        <c:v>10299</c:v>
                      </c:pt>
                      <c:pt idx="286">
                        <c:v>10332</c:v>
                      </c:pt>
                      <c:pt idx="287">
                        <c:v>10366</c:v>
                      </c:pt>
                      <c:pt idx="288">
                        <c:v>10399</c:v>
                      </c:pt>
                      <c:pt idx="289">
                        <c:v>10432</c:v>
                      </c:pt>
                      <c:pt idx="290">
                        <c:v>10466</c:v>
                      </c:pt>
                      <c:pt idx="291">
                        <c:v>10499</c:v>
                      </c:pt>
                      <c:pt idx="292">
                        <c:v>10532</c:v>
                      </c:pt>
                      <c:pt idx="293">
                        <c:v>10566</c:v>
                      </c:pt>
                      <c:pt idx="294">
                        <c:v>10599</c:v>
                      </c:pt>
                      <c:pt idx="295">
                        <c:v>10632</c:v>
                      </c:pt>
                      <c:pt idx="296">
                        <c:v>10666</c:v>
                      </c:pt>
                      <c:pt idx="297">
                        <c:v>10699</c:v>
                      </c:pt>
                      <c:pt idx="298">
                        <c:v>10732</c:v>
                      </c:pt>
                      <c:pt idx="299">
                        <c:v>10766</c:v>
                      </c:pt>
                      <c:pt idx="300">
                        <c:v>10799</c:v>
                      </c:pt>
                      <c:pt idx="301">
                        <c:v>10832</c:v>
                      </c:pt>
                      <c:pt idx="302">
                        <c:v>10866</c:v>
                      </c:pt>
                      <c:pt idx="303">
                        <c:v>10899</c:v>
                      </c:pt>
                      <c:pt idx="304">
                        <c:v>10932</c:v>
                      </c:pt>
                      <c:pt idx="305">
                        <c:v>10966</c:v>
                      </c:pt>
                      <c:pt idx="306">
                        <c:v>10999</c:v>
                      </c:pt>
                      <c:pt idx="307">
                        <c:v>11032</c:v>
                      </c:pt>
                      <c:pt idx="308">
                        <c:v>11066</c:v>
                      </c:pt>
                      <c:pt idx="309">
                        <c:v>11099</c:v>
                      </c:pt>
                      <c:pt idx="310">
                        <c:v>11132</c:v>
                      </c:pt>
                      <c:pt idx="311">
                        <c:v>11166</c:v>
                      </c:pt>
                      <c:pt idx="312">
                        <c:v>11199</c:v>
                      </c:pt>
                      <c:pt idx="313">
                        <c:v>11232</c:v>
                      </c:pt>
                      <c:pt idx="314">
                        <c:v>11266</c:v>
                      </c:pt>
                      <c:pt idx="315">
                        <c:v>11299</c:v>
                      </c:pt>
                      <c:pt idx="316">
                        <c:v>11332</c:v>
                      </c:pt>
                      <c:pt idx="317">
                        <c:v>11366</c:v>
                      </c:pt>
                      <c:pt idx="318">
                        <c:v>11399</c:v>
                      </c:pt>
                      <c:pt idx="319">
                        <c:v>11432</c:v>
                      </c:pt>
                      <c:pt idx="320">
                        <c:v>11466</c:v>
                      </c:pt>
                      <c:pt idx="321">
                        <c:v>11499</c:v>
                      </c:pt>
                      <c:pt idx="322">
                        <c:v>11532</c:v>
                      </c:pt>
                      <c:pt idx="323">
                        <c:v>11566</c:v>
                      </c:pt>
                      <c:pt idx="324">
                        <c:v>11599</c:v>
                      </c:pt>
                      <c:pt idx="325">
                        <c:v>11632</c:v>
                      </c:pt>
                      <c:pt idx="326">
                        <c:v>11666</c:v>
                      </c:pt>
                      <c:pt idx="327">
                        <c:v>11699</c:v>
                      </c:pt>
                      <c:pt idx="328">
                        <c:v>11732</c:v>
                      </c:pt>
                      <c:pt idx="329">
                        <c:v>11766</c:v>
                      </c:pt>
                      <c:pt idx="330">
                        <c:v>11799</c:v>
                      </c:pt>
                      <c:pt idx="331">
                        <c:v>11832</c:v>
                      </c:pt>
                      <c:pt idx="332">
                        <c:v>11866</c:v>
                      </c:pt>
                      <c:pt idx="333">
                        <c:v>11899</c:v>
                      </c:pt>
                      <c:pt idx="334">
                        <c:v>11932</c:v>
                      </c:pt>
                      <c:pt idx="335">
                        <c:v>11966</c:v>
                      </c:pt>
                      <c:pt idx="336">
                        <c:v>11999</c:v>
                      </c:pt>
                      <c:pt idx="337">
                        <c:v>12032</c:v>
                      </c:pt>
                      <c:pt idx="338">
                        <c:v>12066</c:v>
                      </c:pt>
                      <c:pt idx="339">
                        <c:v>12099</c:v>
                      </c:pt>
                      <c:pt idx="340">
                        <c:v>12132</c:v>
                      </c:pt>
                      <c:pt idx="341">
                        <c:v>12166</c:v>
                      </c:pt>
                      <c:pt idx="342">
                        <c:v>12199</c:v>
                      </c:pt>
                      <c:pt idx="343">
                        <c:v>12232</c:v>
                      </c:pt>
                      <c:pt idx="344">
                        <c:v>12266</c:v>
                      </c:pt>
                      <c:pt idx="345">
                        <c:v>12299</c:v>
                      </c:pt>
                      <c:pt idx="346">
                        <c:v>12332</c:v>
                      </c:pt>
                      <c:pt idx="347">
                        <c:v>12366</c:v>
                      </c:pt>
                      <c:pt idx="348">
                        <c:v>12399</c:v>
                      </c:pt>
                      <c:pt idx="349">
                        <c:v>12432</c:v>
                      </c:pt>
                      <c:pt idx="350">
                        <c:v>12466</c:v>
                      </c:pt>
                      <c:pt idx="351">
                        <c:v>12499</c:v>
                      </c:pt>
                      <c:pt idx="352">
                        <c:v>12532</c:v>
                      </c:pt>
                      <c:pt idx="353">
                        <c:v>12566</c:v>
                      </c:pt>
                      <c:pt idx="354">
                        <c:v>12599</c:v>
                      </c:pt>
                      <c:pt idx="355">
                        <c:v>12632</c:v>
                      </c:pt>
                      <c:pt idx="356">
                        <c:v>12666</c:v>
                      </c:pt>
                      <c:pt idx="357">
                        <c:v>12699</c:v>
                      </c:pt>
                      <c:pt idx="358">
                        <c:v>12732</c:v>
                      </c:pt>
                      <c:pt idx="359">
                        <c:v>12766</c:v>
                      </c:pt>
                      <c:pt idx="360">
                        <c:v>12799</c:v>
                      </c:pt>
                      <c:pt idx="361">
                        <c:v>12832</c:v>
                      </c:pt>
                      <c:pt idx="362">
                        <c:v>12866</c:v>
                      </c:pt>
                      <c:pt idx="363">
                        <c:v>12899</c:v>
                      </c:pt>
                      <c:pt idx="364">
                        <c:v>12932</c:v>
                      </c:pt>
                      <c:pt idx="365">
                        <c:v>12966</c:v>
                      </c:pt>
                      <c:pt idx="366">
                        <c:v>12999</c:v>
                      </c:pt>
                      <c:pt idx="367">
                        <c:v>13032</c:v>
                      </c:pt>
                      <c:pt idx="368">
                        <c:v>13066</c:v>
                      </c:pt>
                      <c:pt idx="369">
                        <c:v>13099</c:v>
                      </c:pt>
                      <c:pt idx="370">
                        <c:v>13132</c:v>
                      </c:pt>
                      <c:pt idx="371">
                        <c:v>13166</c:v>
                      </c:pt>
                      <c:pt idx="372">
                        <c:v>13199</c:v>
                      </c:pt>
                      <c:pt idx="373">
                        <c:v>13232</c:v>
                      </c:pt>
                      <c:pt idx="374">
                        <c:v>13266</c:v>
                      </c:pt>
                      <c:pt idx="375">
                        <c:v>13299</c:v>
                      </c:pt>
                      <c:pt idx="376">
                        <c:v>13332</c:v>
                      </c:pt>
                      <c:pt idx="377">
                        <c:v>13366</c:v>
                      </c:pt>
                      <c:pt idx="378">
                        <c:v>13399</c:v>
                      </c:pt>
                      <c:pt idx="379">
                        <c:v>13432</c:v>
                      </c:pt>
                      <c:pt idx="380">
                        <c:v>13466</c:v>
                      </c:pt>
                      <c:pt idx="381">
                        <c:v>13499</c:v>
                      </c:pt>
                      <c:pt idx="382">
                        <c:v>13532</c:v>
                      </c:pt>
                      <c:pt idx="383">
                        <c:v>13566</c:v>
                      </c:pt>
                      <c:pt idx="384">
                        <c:v>13599</c:v>
                      </c:pt>
                      <c:pt idx="385">
                        <c:v>13632</c:v>
                      </c:pt>
                      <c:pt idx="386">
                        <c:v>13666</c:v>
                      </c:pt>
                      <c:pt idx="387">
                        <c:v>13699</c:v>
                      </c:pt>
                      <c:pt idx="388">
                        <c:v>13732</c:v>
                      </c:pt>
                      <c:pt idx="389">
                        <c:v>13766</c:v>
                      </c:pt>
                      <c:pt idx="390">
                        <c:v>13799</c:v>
                      </c:pt>
                      <c:pt idx="391">
                        <c:v>13832</c:v>
                      </c:pt>
                      <c:pt idx="392">
                        <c:v>13866</c:v>
                      </c:pt>
                      <c:pt idx="393">
                        <c:v>13899</c:v>
                      </c:pt>
                      <c:pt idx="394">
                        <c:v>13932</c:v>
                      </c:pt>
                      <c:pt idx="395">
                        <c:v>13966</c:v>
                      </c:pt>
                      <c:pt idx="396">
                        <c:v>13999</c:v>
                      </c:pt>
                      <c:pt idx="397">
                        <c:v>14032</c:v>
                      </c:pt>
                      <c:pt idx="398">
                        <c:v>14066</c:v>
                      </c:pt>
                      <c:pt idx="399">
                        <c:v>14099</c:v>
                      </c:pt>
                      <c:pt idx="400">
                        <c:v>14132</c:v>
                      </c:pt>
                      <c:pt idx="401">
                        <c:v>14166</c:v>
                      </c:pt>
                      <c:pt idx="402">
                        <c:v>14199</c:v>
                      </c:pt>
                      <c:pt idx="403">
                        <c:v>14232</c:v>
                      </c:pt>
                      <c:pt idx="404">
                        <c:v>14266</c:v>
                      </c:pt>
                      <c:pt idx="405">
                        <c:v>14299</c:v>
                      </c:pt>
                      <c:pt idx="406">
                        <c:v>14332</c:v>
                      </c:pt>
                      <c:pt idx="407">
                        <c:v>14366</c:v>
                      </c:pt>
                      <c:pt idx="408">
                        <c:v>14399</c:v>
                      </c:pt>
                      <c:pt idx="409">
                        <c:v>14432</c:v>
                      </c:pt>
                      <c:pt idx="410">
                        <c:v>14466</c:v>
                      </c:pt>
                      <c:pt idx="411">
                        <c:v>14499</c:v>
                      </c:pt>
                      <c:pt idx="412">
                        <c:v>14532</c:v>
                      </c:pt>
                      <c:pt idx="413">
                        <c:v>14566</c:v>
                      </c:pt>
                      <c:pt idx="414">
                        <c:v>14599</c:v>
                      </c:pt>
                      <c:pt idx="415">
                        <c:v>14632</c:v>
                      </c:pt>
                      <c:pt idx="416">
                        <c:v>14666</c:v>
                      </c:pt>
                      <c:pt idx="417">
                        <c:v>14699</c:v>
                      </c:pt>
                      <c:pt idx="418">
                        <c:v>14733</c:v>
                      </c:pt>
                      <c:pt idx="419">
                        <c:v>14766</c:v>
                      </c:pt>
                      <c:pt idx="420">
                        <c:v>14799</c:v>
                      </c:pt>
                      <c:pt idx="421">
                        <c:v>14833</c:v>
                      </c:pt>
                      <c:pt idx="422">
                        <c:v>14866</c:v>
                      </c:pt>
                      <c:pt idx="423">
                        <c:v>14899</c:v>
                      </c:pt>
                      <c:pt idx="424">
                        <c:v>14933</c:v>
                      </c:pt>
                      <c:pt idx="425">
                        <c:v>14966</c:v>
                      </c:pt>
                      <c:pt idx="426">
                        <c:v>14999</c:v>
                      </c:pt>
                      <c:pt idx="427">
                        <c:v>15033</c:v>
                      </c:pt>
                      <c:pt idx="428">
                        <c:v>15066</c:v>
                      </c:pt>
                      <c:pt idx="429">
                        <c:v>15099</c:v>
                      </c:pt>
                      <c:pt idx="430">
                        <c:v>15133</c:v>
                      </c:pt>
                      <c:pt idx="431">
                        <c:v>15166</c:v>
                      </c:pt>
                      <c:pt idx="432">
                        <c:v>15199</c:v>
                      </c:pt>
                      <c:pt idx="433">
                        <c:v>15233</c:v>
                      </c:pt>
                      <c:pt idx="434">
                        <c:v>15266</c:v>
                      </c:pt>
                      <c:pt idx="435">
                        <c:v>15299</c:v>
                      </c:pt>
                      <c:pt idx="436">
                        <c:v>15333</c:v>
                      </c:pt>
                      <c:pt idx="437">
                        <c:v>15366</c:v>
                      </c:pt>
                      <c:pt idx="438">
                        <c:v>15399</c:v>
                      </c:pt>
                      <c:pt idx="439">
                        <c:v>15433</c:v>
                      </c:pt>
                      <c:pt idx="440">
                        <c:v>15466</c:v>
                      </c:pt>
                      <c:pt idx="441">
                        <c:v>15499</c:v>
                      </c:pt>
                      <c:pt idx="442">
                        <c:v>15533</c:v>
                      </c:pt>
                      <c:pt idx="443">
                        <c:v>15566</c:v>
                      </c:pt>
                      <c:pt idx="444">
                        <c:v>15599</c:v>
                      </c:pt>
                      <c:pt idx="445">
                        <c:v>15633</c:v>
                      </c:pt>
                      <c:pt idx="446">
                        <c:v>15666</c:v>
                      </c:pt>
                      <c:pt idx="447">
                        <c:v>15699</c:v>
                      </c:pt>
                      <c:pt idx="448">
                        <c:v>15733</c:v>
                      </c:pt>
                      <c:pt idx="449">
                        <c:v>15766</c:v>
                      </c:pt>
                      <c:pt idx="450">
                        <c:v>15799</c:v>
                      </c:pt>
                      <c:pt idx="451">
                        <c:v>15833</c:v>
                      </c:pt>
                      <c:pt idx="452">
                        <c:v>15866</c:v>
                      </c:pt>
                      <c:pt idx="453">
                        <c:v>15899</c:v>
                      </c:pt>
                      <c:pt idx="454">
                        <c:v>15933</c:v>
                      </c:pt>
                      <c:pt idx="455">
                        <c:v>15966</c:v>
                      </c:pt>
                      <c:pt idx="456">
                        <c:v>15999</c:v>
                      </c:pt>
                      <c:pt idx="457">
                        <c:v>16033</c:v>
                      </c:pt>
                      <c:pt idx="458">
                        <c:v>16066</c:v>
                      </c:pt>
                      <c:pt idx="459">
                        <c:v>16099</c:v>
                      </c:pt>
                      <c:pt idx="460">
                        <c:v>16133</c:v>
                      </c:pt>
                      <c:pt idx="461">
                        <c:v>16166</c:v>
                      </c:pt>
                      <c:pt idx="462">
                        <c:v>16199</c:v>
                      </c:pt>
                      <c:pt idx="463">
                        <c:v>16233</c:v>
                      </c:pt>
                      <c:pt idx="464">
                        <c:v>16266</c:v>
                      </c:pt>
                      <c:pt idx="465">
                        <c:v>16299</c:v>
                      </c:pt>
                      <c:pt idx="466">
                        <c:v>16333</c:v>
                      </c:pt>
                      <c:pt idx="467">
                        <c:v>16366</c:v>
                      </c:pt>
                      <c:pt idx="468">
                        <c:v>16399</c:v>
                      </c:pt>
                      <c:pt idx="469">
                        <c:v>16433</c:v>
                      </c:pt>
                      <c:pt idx="470">
                        <c:v>16466</c:v>
                      </c:pt>
                      <c:pt idx="471">
                        <c:v>16499</c:v>
                      </c:pt>
                      <c:pt idx="472">
                        <c:v>16533</c:v>
                      </c:pt>
                      <c:pt idx="473">
                        <c:v>16566</c:v>
                      </c:pt>
                      <c:pt idx="474">
                        <c:v>16599</c:v>
                      </c:pt>
                      <c:pt idx="475">
                        <c:v>16633</c:v>
                      </c:pt>
                      <c:pt idx="476">
                        <c:v>16666</c:v>
                      </c:pt>
                      <c:pt idx="477">
                        <c:v>16699</c:v>
                      </c:pt>
                      <c:pt idx="478">
                        <c:v>16733</c:v>
                      </c:pt>
                      <c:pt idx="479">
                        <c:v>16766</c:v>
                      </c:pt>
                      <c:pt idx="480">
                        <c:v>16799</c:v>
                      </c:pt>
                      <c:pt idx="481">
                        <c:v>16833</c:v>
                      </c:pt>
                      <c:pt idx="482">
                        <c:v>16866</c:v>
                      </c:pt>
                      <c:pt idx="483">
                        <c:v>16899</c:v>
                      </c:pt>
                      <c:pt idx="484">
                        <c:v>16933</c:v>
                      </c:pt>
                      <c:pt idx="485">
                        <c:v>16966</c:v>
                      </c:pt>
                      <c:pt idx="486">
                        <c:v>16999</c:v>
                      </c:pt>
                      <c:pt idx="487">
                        <c:v>17033</c:v>
                      </c:pt>
                      <c:pt idx="488">
                        <c:v>17066</c:v>
                      </c:pt>
                      <c:pt idx="489">
                        <c:v>17099</c:v>
                      </c:pt>
                      <c:pt idx="490">
                        <c:v>17133</c:v>
                      </c:pt>
                      <c:pt idx="491">
                        <c:v>17166</c:v>
                      </c:pt>
                      <c:pt idx="492">
                        <c:v>17200</c:v>
                      </c:pt>
                      <c:pt idx="493">
                        <c:v>17233</c:v>
                      </c:pt>
                      <c:pt idx="494">
                        <c:v>17266</c:v>
                      </c:pt>
                      <c:pt idx="495">
                        <c:v>17300</c:v>
                      </c:pt>
                      <c:pt idx="496">
                        <c:v>17333</c:v>
                      </c:pt>
                      <c:pt idx="497">
                        <c:v>17366</c:v>
                      </c:pt>
                      <c:pt idx="498">
                        <c:v>17400</c:v>
                      </c:pt>
                      <c:pt idx="499">
                        <c:v>17433</c:v>
                      </c:pt>
                      <c:pt idx="500">
                        <c:v>17466</c:v>
                      </c:pt>
                      <c:pt idx="501">
                        <c:v>17500</c:v>
                      </c:pt>
                      <c:pt idx="502">
                        <c:v>17533</c:v>
                      </c:pt>
                      <c:pt idx="503">
                        <c:v>17566</c:v>
                      </c:pt>
                      <c:pt idx="504">
                        <c:v>17600</c:v>
                      </c:pt>
                      <c:pt idx="505">
                        <c:v>17633</c:v>
                      </c:pt>
                      <c:pt idx="506">
                        <c:v>17666</c:v>
                      </c:pt>
                      <c:pt idx="507">
                        <c:v>17700</c:v>
                      </c:pt>
                      <c:pt idx="508">
                        <c:v>17733</c:v>
                      </c:pt>
                      <c:pt idx="509">
                        <c:v>17766</c:v>
                      </c:pt>
                      <c:pt idx="510">
                        <c:v>17800</c:v>
                      </c:pt>
                      <c:pt idx="511">
                        <c:v>17833</c:v>
                      </c:pt>
                      <c:pt idx="512">
                        <c:v>17866</c:v>
                      </c:pt>
                      <c:pt idx="513">
                        <c:v>17900</c:v>
                      </c:pt>
                      <c:pt idx="514">
                        <c:v>17933</c:v>
                      </c:pt>
                      <c:pt idx="515">
                        <c:v>17966</c:v>
                      </c:pt>
                      <c:pt idx="516">
                        <c:v>18000</c:v>
                      </c:pt>
                      <c:pt idx="517">
                        <c:v>18033</c:v>
                      </c:pt>
                      <c:pt idx="518">
                        <c:v>18066</c:v>
                      </c:pt>
                      <c:pt idx="519">
                        <c:v>18100</c:v>
                      </c:pt>
                      <c:pt idx="520">
                        <c:v>18133</c:v>
                      </c:pt>
                      <c:pt idx="521">
                        <c:v>18166</c:v>
                      </c:pt>
                      <c:pt idx="522">
                        <c:v>18200</c:v>
                      </c:pt>
                      <c:pt idx="523">
                        <c:v>18233</c:v>
                      </c:pt>
                      <c:pt idx="524">
                        <c:v>18266</c:v>
                      </c:pt>
                      <c:pt idx="525">
                        <c:v>18300</c:v>
                      </c:pt>
                      <c:pt idx="526">
                        <c:v>18333</c:v>
                      </c:pt>
                      <c:pt idx="527">
                        <c:v>18366</c:v>
                      </c:pt>
                      <c:pt idx="528">
                        <c:v>18400</c:v>
                      </c:pt>
                      <c:pt idx="529">
                        <c:v>18433</c:v>
                      </c:pt>
                      <c:pt idx="530">
                        <c:v>18466</c:v>
                      </c:pt>
                      <c:pt idx="531">
                        <c:v>18500</c:v>
                      </c:pt>
                      <c:pt idx="532">
                        <c:v>18533</c:v>
                      </c:pt>
                      <c:pt idx="533">
                        <c:v>18566</c:v>
                      </c:pt>
                      <c:pt idx="534">
                        <c:v>18600</c:v>
                      </c:pt>
                      <c:pt idx="535">
                        <c:v>18633</c:v>
                      </c:pt>
                      <c:pt idx="536">
                        <c:v>18666</c:v>
                      </c:pt>
                      <c:pt idx="537">
                        <c:v>18700</c:v>
                      </c:pt>
                      <c:pt idx="538">
                        <c:v>18733</c:v>
                      </c:pt>
                      <c:pt idx="539">
                        <c:v>18766</c:v>
                      </c:pt>
                      <c:pt idx="540">
                        <c:v>18800</c:v>
                      </c:pt>
                      <c:pt idx="541">
                        <c:v>18833</c:v>
                      </c:pt>
                      <c:pt idx="542">
                        <c:v>18866</c:v>
                      </c:pt>
                      <c:pt idx="543">
                        <c:v>18900</c:v>
                      </c:pt>
                      <c:pt idx="544">
                        <c:v>18933</c:v>
                      </c:pt>
                      <c:pt idx="545">
                        <c:v>18966</c:v>
                      </c:pt>
                      <c:pt idx="546">
                        <c:v>19000</c:v>
                      </c:pt>
                      <c:pt idx="547">
                        <c:v>19033</c:v>
                      </c:pt>
                      <c:pt idx="548">
                        <c:v>19066</c:v>
                      </c:pt>
                      <c:pt idx="549">
                        <c:v>19100</c:v>
                      </c:pt>
                      <c:pt idx="550">
                        <c:v>19133</c:v>
                      </c:pt>
                      <c:pt idx="551">
                        <c:v>19166</c:v>
                      </c:pt>
                      <c:pt idx="552">
                        <c:v>19200</c:v>
                      </c:pt>
                      <c:pt idx="553">
                        <c:v>19233</c:v>
                      </c:pt>
                      <c:pt idx="554">
                        <c:v>19266</c:v>
                      </c:pt>
                      <c:pt idx="555">
                        <c:v>19300</c:v>
                      </c:pt>
                      <c:pt idx="556">
                        <c:v>19333</c:v>
                      </c:pt>
                      <c:pt idx="557">
                        <c:v>19366</c:v>
                      </c:pt>
                      <c:pt idx="558">
                        <c:v>19400</c:v>
                      </c:pt>
                      <c:pt idx="559">
                        <c:v>19433</c:v>
                      </c:pt>
                      <c:pt idx="560">
                        <c:v>19467</c:v>
                      </c:pt>
                      <c:pt idx="561">
                        <c:v>19500</c:v>
                      </c:pt>
                      <c:pt idx="562">
                        <c:v>19533</c:v>
                      </c:pt>
                      <c:pt idx="563">
                        <c:v>19567</c:v>
                      </c:pt>
                      <c:pt idx="564">
                        <c:v>19600</c:v>
                      </c:pt>
                      <c:pt idx="565">
                        <c:v>19633</c:v>
                      </c:pt>
                      <c:pt idx="566">
                        <c:v>19667</c:v>
                      </c:pt>
                      <c:pt idx="567">
                        <c:v>19700</c:v>
                      </c:pt>
                      <c:pt idx="568">
                        <c:v>19733</c:v>
                      </c:pt>
                      <c:pt idx="569">
                        <c:v>19767</c:v>
                      </c:pt>
                      <c:pt idx="570">
                        <c:v>19800</c:v>
                      </c:pt>
                      <c:pt idx="571">
                        <c:v>19833</c:v>
                      </c:pt>
                      <c:pt idx="572">
                        <c:v>19867</c:v>
                      </c:pt>
                      <c:pt idx="573">
                        <c:v>19900</c:v>
                      </c:pt>
                      <c:pt idx="574">
                        <c:v>19933</c:v>
                      </c:pt>
                      <c:pt idx="575">
                        <c:v>19967</c:v>
                      </c:pt>
                      <c:pt idx="576">
                        <c:v>20000</c:v>
                      </c:pt>
                      <c:pt idx="577">
                        <c:v>20033</c:v>
                      </c:pt>
                      <c:pt idx="578">
                        <c:v>20067</c:v>
                      </c:pt>
                      <c:pt idx="579">
                        <c:v>20100</c:v>
                      </c:pt>
                      <c:pt idx="580">
                        <c:v>20133</c:v>
                      </c:pt>
                      <c:pt idx="581">
                        <c:v>20167</c:v>
                      </c:pt>
                      <c:pt idx="582">
                        <c:v>20200</c:v>
                      </c:pt>
                      <c:pt idx="583">
                        <c:v>20233</c:v>
                      </c:pt>
                      <c:pt idx="584">
                        <c:v>20267</c:v>
                      </c:pt>
                      <c:pt idx="585">
                        <c:v>20300</c:v>
                      </c:pt>
                      <c:pt idx="586">
                        <c:v>20333</c:v>
                      </c:pt>
                      <c:pt idx="587">
                        <c:v>20367</c:v>
                      </c:pt>
                      <c:pt idx="588">
                        <c:v>20400</c:v>
                      </c:pt>
                      <c:pt idx="589">
                        <c:v>20433</c:v>
                      </c:pt>
                      <c:pt idx="590">
                        <c:v>20467</c:v>
                      </c:pt>
                      <c:pt idx="591">
                        <c:v>20500</c:v>
                      </c:pt>
                      <c:pt idx="592">
                        <c:v>20533</c:v>
                      </c:pt>
                      <c:pt idx="593">
                        <c:v>20567</c:v>
                      </c:pt>
                      <c:pt idx="594">
                        <c:v>20600</c:v>
                      </c:pt>
                      <c:pt idx="595">
                        <c:v>20633</c:v>
                      </c:pt>
                      <c:pt idx="596">
                        <c:v>20667</c:v>
                      </c:pt>
                      <c:pt idx="597">
                        <c:v>20700</c:v>
                      </c:pt>
                      <c:pt idx="598">
                        <c:v>20733</c:v>
                      </c:pt>
                      <c:pt idx="599">
                        <c:v>20767</c:v>
                      </c:pt>
                      <c:pt idx="600">
                        <c:v>20800</c:v>
                      </c:pt>
                      <c:pt idx="601">
                        <c:v>20833</c:v>
                      </c:pt>
                      <c:pt idx="602">
                        <c:v>20867</c:v>
                      </c:pt>
                      <c:pt idx="603">
                        <c:v>20900</c:v>
                      </c:pt>
                      <c:pt idx="604">
                        <c:v>20933</c:v>
                      </c:pt>
                      <c:pt idx="605">
                        <c:v>20967</c:v>
                      </c:pt>
                      <c:pt idx="606">
                        <c:v>21000</c:v>
                      </c:pt>
                      <c:pt idx="607">
                        <c:v>21033</c:v>
                      </c:pt>
                      <c:pt idx="608">
                        <c:v>21067</c:v>
                      </c:pt>
                      <c:pt idx="609">
                        <c:v>21100</c:v>
                      </c:pt>
                      <c:pt idx="610">
                        <c:v>21133</c:v>
                      </c:pt>
                      <c:pt idx="611">
                        <c:v>21167</c:v>
                      </c:pt>
                      <c:pt idx="612">
                        <c:v>21200</c:v>
                      </c:pt>
                      <c:pt idx="613">
                        <c:v>21233</c:v>
                      </c:pt>
                      <c:pt idx="614">
                        <c:v>21267</c:v>
                      </c:pt>
                      <c:pt idx="615">
                        <c:v>21300</c:v>
                      </c:pt>
                      <c:pt idx="616">
                        <c:v>21333</c:v>
                      </c:pt>
                      <c:pt idx="617">
                        <c:v>21367</c:v>
                      </c:pt>
                      <c:pt idx="618">
                        <c:v>21400</c:v>
                      </c:pt>
                      <c:pt idx="619">
                        <c:v>21433</c:v>
                      </c:pt>
                      <c:pt idx="620">
                        <c:v>21467</c:v>
                      </c:pt>
                      <c:pt idx="621">
                        <c:v>21500</c:v>
                      </c:pt>
                      <c:pt idx="622">
                        <c:v>21533</c:v>
                      </c:pt>
                      <c:pt idx="623">
                        <c:v>21567</c:v>
                      </c:pt>
                      <c:pt idx="624">
                        <c:v>21600</c:v>
                      </c:pt>
                      <c:pt idx="625">
                        <c:v>21634</c:v>
                      </c:pt>
                      <c:pt idx="626">
                        <c:v>21667</c:v>
                      </c:pt>
                      <c:pt idx="627">
                        <c:v>21700</c:v>
                      </c:pt>
                      <c:pt idx="628">
                        <c:v>21734</c:v>
                      </c:pt>
                      <c:pt idx="629">
                        <c:v>21767</c:v>
                      </c:pt>
                      <c:pt idx="630">
                        <c:v>21800</c:v>
                      </c:pt>
                      <c:pt idx="631">
                        <c:v>21834</c:v>
                      </c:pt>
                      <c:pt idx="632">
                        <c:v>21867</c:v>
                      </c:pt>
                      <c:pt idx="633">
                        <c:v>21900</c:v>
                      </c:pt>
                      <c:pt idx="634">
                        <c:v>21934</c:v>
                      </c:pt>
                      <c:pt idx="635">
                        <c:v>21967</c:v>
                      </c:pt>
                      <c:pt idx="636">
                        <c:v>22000</c:v>
                      </c:pt>
                      <c:pt idx="637">
                        <c:v>22034</c:v>
                      </c:pt>
                      <c:pt idx="638">
                        <c:v>22067</c:v>
                      </c:pt>
                      <c:pt idx="639">
                        <c:v>22100</c:v>
                      </c:pt>
                      <c:pt idx="640">
                        <c:v>22134</c:v>
                      </c:pt>
                      <c:pt idx="641">
                        <c:v>22167</c:v>
                      </c:pt>
                      <c:pt idx="642">
                        <c:v>22200</c:v>
                      </c:pt>
                      <c:pt idx="643">
                        <c:v>22234</c:v>
                      </c:pt>
                      <c:pt idx="644">
                        <c:v>22267</c:v>
                      </c:pt>
                      <c:pt idx="645">
                        <c:v>22300</c:v>
                      </c:pt>
                      <c:pt idx="646">
                        <c:v>22334</c:v>
                      </c:pt>
                      <c:pt idx="647">
                        <c:v>22367</c:v>
                      </c:pt>
                      <c:pt idx="648">
                        <c:v>22400</c:v>
                      </c:pt>
                      <c:pt idx="649">
                        <c:v>22434</c:v>
                      </c:pt>
                      <c:pt idx="650">
                        <c:v>22467</c:v>
                      </c:pt>
                      <c:pt idx="651">
                        <c:v>22500</c:v>
                      </c:pt>
                      <c:pt idx="652">
                        <c:v>22534</c:v>
                      </c:pt>
                      <c:pt idx="653">
                        <c:v>22567</c:v>
                      </c:pt>
                      <c:pt idx="654">
                        <c:v>22600</c:v>
                      </c:pt>
                      <c:pt idx="655">
                        <c:v>22634</c:v>
                      </c:pt>
                      <c:pt idx="656">
                        <c:v>22667</c:v>
                      </c:pt>
                      <c:pt idx="657">
                        <c:v>22700</c:v>
                      </c:pt>
                      <c:pt idx="658">
                        <c:v>22734</c:v>
                      </c:pt>
                      <c:pt idx="659">
                        <c:v>22767</c:v>
                      </c:pt>
                      <c:pt idx="660">
                        <c:v>22800</c:v>
                      </c:pt>
                      <c:pt idx="661">
                        <c:v>22834</c:v>
                      </c:pt>
                      <c:pt idx="662">
                        <c:v>22867</c:v>
                      </c:pt>
                      <c:pt idx="663">
                        <c:v>22900</c:v>
                      </c:pt>
                      <c:pt idx="664">
                        <c:v>22934</c:v>
                      </c:pt>
                      <c:pt idx="665">
                        <c:v>22967</c:v>
                      </c:pt>
                      <c:pt idx="666">
                        <c:v>23000</c:v>
                      </c:pt>
                      <c:pt idx="667">
                        <c:v>23034</c:v>
                      </c:pt>
                      <c:pt idx="668">
                        <c:v>23067</c:v>
                      </c:pt>
                      <c:pt idx="669">
                        <c:v>23100</c:v>
                      </c:pt>
                      <c:pt idx="670">
                        <c:v>23134</c:v>
                      </c:pt>
                      <c:pt idx="671">
                        <c:v>23167</c:v>
                      </c:pt>
                      <c:pt idx="672">
                        <c:v>23200</c:v>
                      </c:pt>
                      <c:pt idx="673">
                        <c:v>23234</c:v>
                      </c:pt>
                      <c:pt idx="674">
                        <c:v>23267</c:v>
                      </c:pt>
                      <c:pt idx="675">
                        <c:v>23300</c:v>
                      </c:pt>
                      <c:pt idx="676">
                        <c:v>23334</c:v>
                      </c:pt>
                      <c:pt idx="677">
                        <c:v>23367</c:v>
                      </c:pt>
                      <c:pt idx="678">
                        <c:v>23400</c:v>
                      </c:pt>
                      <c:pt idx="679">
                        <c:v>23434</c:v>
                      </c:pt>
                      <c:pt idx="680">
                        <c:v>23467</c:v>
                      </c:pt>
                      <c:pt idx="681">
                        <c:v>23500</c:v>
                      </c:pt>
                      <c:pt idx="682">
                        <c:v>23534</c:v>
                      </c:pt>
                      <c:pt idx="683">
                        <c:v>23567</c:v>
                      </c:pt>
                      <c:pt idx="684">
                        <c:v>23600</c:v>
                      </c:pt>
                      <c:pt idx="685">
                        <c:v>23634</c:v>
                      </c:pt>
                      <c:pt idx="686">
                        <c:v>23667</c:v>
                      </c:pt>
                      <c:pt idx="687">
                        <c:v>23700</c:v>
                      </c:pt>
                      <c:pt idx="688">
                        <c:v>23734</c:v>
                      </c:pt>
                      <c:pt idx="689">
                        <c:v>23767</c:v>
                      </c:pt>
                      <c:pt idx="690">
                        <c:v>23800</c:v>
                      </c:pt>
                      <c:pt idx="691">
                        <c:v>23834</c:v>
                      </c:pt>
                      <c:pt idx="692">
                        <c:v>23867</c:v>
                      </c:pt>
                      <c:pt idx="693">
                        <c:v>23901</c:v>
                      </c:pt>
                      <c:pt idx="694">
                        <c:v>23934</c:v>
                      </c:pt>
                      <c:pt idx="695">
                        <c:v>23967</c:v>
                      </c:pt>
                      <c:pt idx="696">
                        <c:v>24001</c:v>
                      </c:pt>
                      <c:pt idx="697">
                        <c:v>24034</c:v>
                      </c:pt>
                      <c:pt idx="698">
                        <c:v>24067</c:v>
                      </c:pt>
                      <c:pt idx="699">
                        <c:v>24101</c:v>
                      </c:pt>
                      <c:pt idx="700">
                        <c:v>24134</c:v>
                      </c:pt>
                      <c:pt idx="701">
                        <c:v>24167</c:v>
                      </c:pt>
                      <c:pt idx="702">
                        <c:v>24201</c:v>
                      </c:pt>
                      <c:pt idx="703">
                        <c:v>24234</c:v>
                      </c:pt>
                      <c:pt idx="704">
                        <c:v>24267</c:v>
                      </c:pt>
                      <c:pt idx="705">
                        <c:v>24301</c:v>
                      </c:pt>
                      <c:pt idx="706">
                        <c:v>24334</c:v>
                      </c:pt>
                      <c:pt idx="707">
                        <c:v>24367</c:v>
                      </c:pt>
                      <c:pt idx="708">
                        <c:v>24401</c:v>
                      </c:pt>
                      <c:pt idx="709">
                        <c:v>24434</c:v>
                      </c:pt>
                      <c:pt idx="710">
                        <c:v>24467</c:v>
                      </c:pt>
                      <c:pt idx="711">
                        <c:v>24501</c:v>
                      </c:pt>
                      <c:pt idx="712">
                        <c:v>24534</c:v>
                      </c:pt>
                      <c:pt idx="713">
                        <c:v>24567</c:v>
                      </c:pt>
                      <c:pt idx="714">
                        <c:v>24601</c:v>
                      </c:pt>
                      <c:pt idx="715">
                        <c:v>24634</c:v>
                      </c:pt>
                      <c:pt idx="716">
                        <c:v>24667</c:v>
                      </c:pt>
                      <c:pt idx="717">
                        <c:v>24701</c:v>
                      </c:pt>
                      <c:pt idx="718">
                        <c:v>24734</c:v>
                      </c:pt>
                      <c:pt idx="719">
                        <c:v>24767</c:v>
                      </c:pt>
                      <c:pt idx="720">
                        <c:v>24801</c:v>
                      </c:pt>
                      <c:pt idx="721">
                        <c:v>24834</c:v>
                      </c:pt>
                      <c:pt idx="722">
                        <c:v>24867</c:v>
                      </c:pt>
                      <c:pt idx="723">
                        <c:v>24901</c:v>
                      </c:pt>
                      <c:pt idx="724">
                        <c:v>24934</c:v>
                      </c:pt>
                      <c:pt idx="725">
                        <c:v>24967</c:v>
                      </c:pt>
                      <c:pt idx="726">
                        <c:v>25001</c:v>
                      </c:pt>
                      <c:pt idx="727">
                        <c:v>25034</c:v>
                      </c:pt>
                      <c:pt idx="728">
                        <c:v>25067</c:v>
                      </c:pt>
                      <c:pt idx="729">
                        <c:v>25101</c:v>
                      </c:pt>
                      <c:pt idx="730">
                        <c:v>25134</c:v>
                      </c:pt>
                      <c:pt idx="731">
                        <c:v>25167</c:v>
                      </c:pt>
                      <c:pt idx="732">
                        <c:v>25201</c:v>
                      </c:pt>
                      <c:pt idx="733">
                        <c:v>25234</c:v>
                      </c:pt>
                      <c:pt idx="734">
                        <c:v>25267</c:v>
                      </c:pt>
                      <c:pt idx="735">
                        <c:v>25301</c:v>
                      </c:pt>
                      <c:pt idx="736">
                        <c:v>25334</c:v>
                      </c:pt>
                      <c:pt idx="737">
                        <c:v>25367</c:v>
                      </c:pt>
                      <c:pt idx="738">
                        <c:v>25401</c:v>
                      </c:pt>
                      <c:pt idx="739">
                        <c:v>25434</c:v>
                      </c:pt>
                      <c:pt idx="740">
                        <c:v>25467</c:v>
                      </c:pt>
                      <c:pt idx="741">
                        <c:v>25501</c:v>
                      </c:pt>
                      <c:pt idx="742">
                        <c:v>25534</c:v>
                      </c:pt>
                      <c:pt idx="743">
                        <c:v>25567</c:v>
                      </c:pt>
                      <c:pt idx="744">
                        <c:v>25601</c:v>
                      </c:pt>
                      <c:pt idx="745">
                        <c:v>25634</c:v>
                      </c:pt>
                      <c:pt idx="746">
                        <c:v>25667</c:v>
                      </c:pt>
                      <c:pt idx="747">
                        <c:v>25701</c:v>
                      </c:pt>
                      <c:pt idx="748">
                        <c:v>25734</c:v>
                      </c:pt>
                      <c:pt idx="749">
                        <c:v>25767</c:v>
                      </c:pt>
                      <c:pt idx="750">
                        <c:v>25801</c:v>
                      </c:pt>
                      <c:pt idx="751">
                        <c:v>25834</c:v>
                      </c:pt>
                      <c:pt idx="752">
                        <c:v>25867</c:v>
                      </c:pt>
                      <c:pt idx="753">
                        <c:v>25901</c:v>
                      </c:pt>
                      <c:pt idx="754">
                        <c:v>25934</c:v>
                      </c:pt>
                      <c:pt idx="755">
                        <c:v>25967</c:v>
                      </c:pt>
                      <c:pt idx="756">
                        <c:v>26001</c:v>
                      </c:pt>
                      <c:pt idx="757">
                        <c:v>26034</c:v>
                      </c:pt>
                      <c:pt idx="758">
                        <c:v>26067</c:v>
                      </c:pt>
                      <c:pt idx="759">
                        <c:v>26101</c:v>
                      </c:pt>
                      <c:pt idx="760">
                        <c:v>26134</c:v>
                      </c:pt>
                      <c:pt idx="761">
                        <c:v>26168</c:v>
                      </c:pt>
                      <c:pt idx="762">
                        <c:v>26201</c:v>
                      </c:pt>
                      <c:pt idx="763">
                        <c:v>26234</c:v>
                      </c:pt>
                      <c:pt idx="764">
                        <c:v>26268</c:v>
                      </c:pt>
                      <c:pt idx="765">
                        <c:v>26301</c:v>
                      </c:pt>
                      <c:pt idx="766">
                        <c:v>26334</c:v>
                      </c:pt>
                      <c:pt idx="767">
                        <c:v>26368</c:v>
                      </c:pt>
                      <c:pt idx="768">
                        <c:v>26401</c:v>
                      </c:pt>
                      <c:pt idx="769">
                        <c:v>26434</c:v>
                      </c:pt>
                      <c:pt idx="770">
                        <c:v>26468</c:v>
                      </c:pt>
                      <c:pt idx="771">
                        <c:v>26501</c:v>
                      </c:pt>
                      <c:pt idx="772">
                        <c:v>26534</c:v>
                      </c:pt>
                      <c:pt idx="773">
                        <c:v>26568</c:v>
                      </c:pt>
                      <c:pt idx="774">
                        <c:v>26601</c:v>
                      </c:pt>
                      <c:pt idx="775">
                        <c:v>26634</c:v>
                      </c:pt>
                      <c:pt idx="776">
                        <c:v>26668</c:v>
                      </c:pt>
                      <c:pt idx="777">
                        <c:v>26701</c:v>
                      </c:pt>
                      <c:pt idx="778">
                        <c:v>26734</c:v>
                      </c:pt>
                      <c:pt idx="779">
                        <c:v>26768</c:v>
                      </c:pt>
                      <c:pt idx="780">
                        <c:v>26801</c:v>
                      </c:pt>
                      <c:pt idx="781">
                        <c:v>26834</c:v>
                      </c:pt>
                      <c:pt idx="782">
                        <c:v>26868</c:v>
                      </c:pt>
                      <c:pt idx="783">
                        <c:v>26901</c:v>
                      </c:pt>
                      <c:pt idx="784">
                        <c:v>26934</c:v>
                      </c:pt>
                      <c:pt idx="785">
                        <c:v>26968</c:v>
                      </c:pt>
                      <c:pt idx="786">
                        <c:v>27001</c:v>
                      </c:pt>
                      <c:pt idx="787">
                        <c:v>27034</c:v>
                      </c:pt>
                      <c:pt idx="788">
                        <c:v>27068</c:v>
                      </c:pt>
                      <c:pt idx="789">
                        <c:v>27101</c:v>
                      </c:pt>
                      <c:pt idx="790">
                        <c:v>27134</c:v>
                      </c:pt>
                      <c:pt idx="791">
                        <c:v>27168</c:v>
                      </c:pt>
                      <c:pt idx="792">
                        <c:v>27201</c:v>
                      </c:pt>
                      <c:pt idx="793">
                        <c:v>27234</c:v>
                      </c:pt>
                      <c:pt idx="794">
                        <c:v>27268</c:v>
                      </c:pt>
                      <c:pt idx="795">
                        <c:v>27301</c:v>
                      </c:pt>
                      <c:pt idx="796">
                        <c:v>27334</c:v>
                      </c:pt>
                      <c:pt idx="797">
                        <c:v>27368</c:v>
                      </c:pt>
                      <c:pt idx="798">
                        <c:v>27401</c:v>
                      </c:pt>
                      <c:pt idx="799">
                        <c:v>27434</c:v>
                      </c:pt>
                      <c:pt idx="800">
                        <c:v>27468</c:v>
                      </c:pt>
                      <c:pt idx="801">
                        <c:v>27501</c:v>
                      </c:pt>
                      <c:pt idx="802">
                        <c:v>27534</c:v>
                      </c:pt>
                      <c:pt idx="803">
                        <c:v>27568</c:v>
                      </c:pt>
                      <c:pt idx="804">
                        <c:v>27601</c:v>
                      </c:pt>
                      <c:pt idx="805">
                        <c:v>27634</c:v>
                      </c:pt>
                      <c:pt idx="806">
                        <c:v>27668</c:v>
                      </c:pt>
                      <c:pt idx="807">
                        <c:v>27701</c:v>
                      </c:pt>
                      <c:pt idx="808">
                        <c:v>27734</c:v>
                      </c:pt>
                      <c:pt idx="809">
                        <c:v>27768</c:v>
                      </c:pt>
                      <c:pt idx="810">
                        <c:v>27801</c:v>
                      </c:pt>
                      <c:pt idx="811">
                        <c:v>27834</c:v>
                      </c:pt>
                      <c:pt idx="812">
                        <c:v>27868</c:v>
                      </c:pt>
                      <c:pt idx="813">
                        <c:v>27901</c:v>
                      </c:pt>
                      <c:pt idx="814">
                        <c:v>27934</c:v>
                      </c:pt>
                      <c:pt idx="815">
                        <c:v>27968</c:v>
                      </c:pt>
                      <c:pt idx="816">
                        <c:v>28001</c:v>
                      </c:pt>
                      <c:pt idx="817">
                        <c:v>28034</c:v>
                      </c:pt>
                      <c:pt idx="818">
                        <c:v>28068</c:v>
                      </c:pt>
                      <c:pt idx="819">
                        <c:v>28101</c:v>
                      </c:pt>
                      <c:pt idx="820">
                        <c:v>28134</c:v>
                      </c:pt>
                      <c:pt idx="821">
                        <c:v>28168</c:v>
                      </c:pt>
                      <c:pt idx="822">
                        <c:v>28201</c:v>
                      </c:pt>
                      <c:pt idx="823">
                        <c:v>28234</c:v>
                      </c:pt>
                      <c:pt idx="824">
                        <c:v>28268</c:v>
                      </c:pt>
                      <c:pt idx="825">
                        <c:v>28301</c:v>
                      </c:pt>
                      <c:pt idx="826">
                        <c:v>28334</c:v>
                      </c:pt>
                      <c:pt idx="827">
                        <c:v>28368</c:v>
                      </c:pt>
                      <c:pt idx="828">
                        <c:v>28401</c:v>
                      </c:pt>
                      <c:pt idx="829">
                        <c:v>28435</c:v>
                      </c:pt>
                      <c:pt idx="830">
                        <c:v>28468</c:v>
                      </c:pt>
                      <c:pt idx="831">
                        <c:v>28501</c:v>
                      </c:pt>
                      <c:pt idx="832">
                        <c:v>28535</c:v>
                      </c:pt>
                      <c:pt idx="833">
                        <c:v>28568</c:v>
                      </c:pt>
                      <c:pt idx="834">
                        <c:v>28601</c:v>
                      </c:pt>
                      <c:pt idx="835">
                        <c:v>28635</c:v>
                      </c:pt>
                      <c:pt idx="836">
                        <c:v>28668</c:v>
                      </c:pt>
                      <c:pt idx="837">
                        <c:v>28701</c:v>
                      </c:pt>
                      <c:pt idx="838">
                        <c:v>28735</c:v>
                      </c:pt>
                      <c:pt idx="839">
                        <c:v>28768</c:v>
                      </c:pt>
                      <c:pt idx="840">
                        <c:v>28801</c:v>
                      </c:pt>
                      <c:pt idx="841">
                        <c:v>28835</c:v>
                      </c:pt>
                      <c:pt idx="842">
                        <c:v>28868</c:v>
                      </c:pt>
                      <c:pt idx="843">
                        <c:v>28901</c:v>
                      </c:pt>
                      <c:pt idx="844">
                        <c:v>28935</c:v>
                      </c:pt>
                      <c:pt idx="845">
                        <c:v>28968</c:v>
                      </c:pt>
                      <c:pt idx="846">
                        <c:v>29001</c:v>
                      </c:pt>
                      <c:pt idx="847">
                        <c:v>29035</c:v>
                      </c:pt>
                      <c:pt idx="848">
                        <c:v>29068</c:v>
                      </c:pt>
                      <c:pt idx="849">
                        <c:v>29101</c:v>
                      </c:pt>
                      <c:pt idx="850">
                        <c:v>29135</c:v>
                      </c:pt>
                      <c:pt idx="851">
                        <c:v>29168</c:v>
                      </c:pt>
                      <c:pt idx="852">
                        <c:v>29201</c:v>
                      </c:pt>
                      <c:pt idx="853">
                        <c:v>29235</c:v>
                      </c:pt>
                      <c:pt idx="854">
                        <c:v>29268</c:v>
                      </c:pt>
                      <c:pt idx="855">
                        <c:v>29301</c:v>
                      </c:pt>
                      <c:pt idx="856">
                        <c:v>29335</c:v>
                      </c:pt>
                      <c:pt idx="857">
                        <c:v>29368</c:v>
                      </c:pt>
                      <c:pt idx="858">
                        <c:v>29401</c:v>
                      </c:pt>
                      <c:pt idx="859">
                        <c:v>29435</c:v>
                      </c:pt>
                      <c:pt idx="860">
                        <c:v>29468</c:v>
                      </c:pt>
                      <c:pt idx="861">
                        <c:v>29501</c:v>
                      </c:pt>
                      <c:pt idx="862">
                        <c:v>29535</c:v>
                      </c:pt>
                      <c:pt idx="863">
                        <c:v>29568</c:v>
                      </c:pt>
                      <c:pt idx="864">
                        <c:v>29601</c:v>
                      </c:pt>
                      <c:pt idx="865">
                        <c:v>29635</c:v>
                      </c:pt>
                      <c:pt idx="866">
                        <c:v>29668</c:v>
                      </c:pt>
                      <c:pt idx="867">
                        <c:v>29701</c:v>
                      </c:pt>
                      <c:pt idx="868">
                        <c:v>29735</c:v>
                      </c:pt>
                      <c:pt idx="869">
                        <c:v>29768</c:v>
                      </c:pt>
                      <c:pt idx="870">
                        <c:v>29801</c:v>
                      </c:pt>
                      <c:pt idx="871">
                        <c:v>29835</c:v>
                      </c:pt>
                      <c:pt idx="872">
                        <c:v>29868</c:v>
                      </c:pt>
                      <c:pt idx="873">
                        <c:v>29901</c:v>
                      </c:pt>
                      <c:pt idx="874">
                        <c:v>29935</c:v>
                      </c:pt>
                      <c:pt idx="875">
                        <c:v>29968</c:v>
                      </c:pt>
                      <c:pt idx="876">
                        <c:v>30001</c:v>
                      </c:pt>
                      <c:pt idx="877">
                        <c:v>30035</c:v>
                      </c:pt>
                      <c:pt idx="878">
                        <c:v>30068</c:v>
                      </c:pt>
                      <c:pt idx="879">
                        <c:v>30101</c:v>
                      </c:pt>
                      <c:pt idx="880">
                        <c:v>30135</c:v>
                      </c:pt>
                      <c:pt idx="881">
                        <c:v>30168</c:v>
                      </c:pt>
                      <c:pt idx="882">
                        <c:v>30201</c:v>
                      </c:pt>
                      <c:pt idx="883">
                        <c:v>30235</c:v>
                      </c:pt>
                      <c:pt idx="884">
                        <c:v>30268</c:v>
                      </c:pt>
                      <c:pt idx="885">
                        <c:v>30301</c:v>
                      </c:pt>
                      <c:pt idx="886">
                        <c:v>30335</c:v>
                      </c:pt>
                      <c:pt idx="887">
                        <c:v>30368</c:v>
                      </c:pt>
                      <c:pt idx="888">
                        <c:v>30401</c:v>
                      </c:pt>
                      <c:pt idx="889">
                        <c:v>30435</c:v>
                      </c:pt>
                      <c:pt idx="890">
                        <c:v>30468</c:v>
                      </c:pt>
                      <c:pt idx="891">
                        <c:v>30501</c:v>
                      </c:pt>
                      <c:pt idx="892">
                        <c:v>30535</c:v>
                      </c:pt>
                      <c:pt idx="893">
                        <c:v>30568</c:v>
                      </c:pt>
                      <c:pt idx="894">
                        <c:v>30602</c:v>
                      </c:pt>
                      <c:pt idx="895">
                        <c:v>30635</c:v>
                      </c:pt>
                      <c:pt idx="896">
                        <c:v>30668</c:v>
                      </c:pt>
                      <c:pt idx="897">
                        <c:v>30702</c:v>
                      </c:pt>
                      <c:pt idx="898">
                        <c:v>30735</c:v>
                      </c:pt>
                      <c:pt idx="899">
                        <c:v>30768</c:v>
                      </c:pt>
                      <c:pt idx="900">
                        <c:v>30802</c:v>
                      </c:pt>
                      <c:pt idx="901">
                        <c:v>30835</c:v>
                      </c:pt>
                      <c:pt idx="902">
                        <c:v>30868</c:v>
                      </c:pt>
                      <c:pt idx="903">
                        <c:v>30902</c:v>
                      </c:pt>
                      <c:pt idx="904">
                        <c:v>30935</c:v>
                      </c:pt>
                      <c:pt idx="905">
                        <c:v>30968</c:v>
                      </c:pt>
                      <c:pt idx="906">
                        <c:v>31002</c:v>
                      </c:pt>
                      <c:pt idx="907">
                        <c:v>31035</c:v>
                      </c:pt>
                      <c:pt idx="908">
                        <c:v>31068</c:v>
                      </c:pt>
                      <c:pt idx="909">
                        <c:v>31102</c:v>
                      </c:pt>
                      <c:pt idx="910">
                        <c:v>31135</c:v>
                      </c:pt>
                      <c:pt idx="911">
                        <c:v>31168</c:v>
                      </c:pt>
                      <c:pt idx="912">
                        <c:v>31202</c:v>
                      </c:pt>
                      <c:pt idx="913">
                        <c:v>31235</c:v>
                      </c:pt>
                      <c:pt idx="914">
                        <c:v>31268</c:v>
                      </c:pt>
                      <c:pt idx="915">
                        <c:v>31302</c:v>
                      </c:pt>
                      <c:pt idx="916">
                        <c:v>31335</c:v>
                      </c:pt>
                      <c:pt idx="917">
                        <c:v>31368</c:v>
                      </c:pt>
                      <c:pt idx="918">
                        <c:v>31402</c:v>
                      </c:pt>
                      <c:pt idx="919">
                        <c:v>31435</c:v>
                      </c:pt>
                      <c:pt idx="920">
                        <c:v>31468</c:v>
                      </c:pt>
                      <c:pt idx="921">
                        <c:v>31502</c:v>
                      </c:pt>
                      <c:pt idx="922">
                        <c:v>31535</c:v>
                      </c:pt>
                      <c:pt idx="923">
                        <c:v>31568</c:v>
                      </c:pt>
                      <c:pt idx="924">
                        <c:v>31602</c:v>
                      </c:pt>
                      <c:pt idx="925">
                        <c:v>31635</c:v>
                      </c:pt>
                      <c:pt idx="926">
                        <c:v>31668</c:v>
                      </c:pt>
                      <c:pt idx="927">
                        <c:v>31702</c:v>
                      </c:pt>
                      <c:pt idx="928">
                        <c:v>31735</c:v>
                      </c:pt>
                      <c:pt idx="929">
                        <c:v>31768</c:v>
                      </c:pt>
                      <c:pt idx="930">
                        <c:v>31802</c:v>
                      </c:pt>
                      <c:pt idx="931">
                        <c:v>31835</c:v>
                      </c:pt>
                      <c:pt idx="932">
                        <c:v>31868</c:v>
                      </c:pt>
                      <c:pt idx="933">
                        <c:v>31902</c:v>
                      </c:pt>
                      <c:pt idx="934">
                        <c:v>31935</c:v>
                      </c:pt>
                      <c:pt idx="935">
                        <c:v>31968</c:v>
                      </c:pt>
                      <c:pt idx="936">
                        <c:v>32002</c:v>
                      </c:pt>
                      <c:pt idx="937">
                        <c:v>32035</c:v>
                      </c:pt>
                      <c:pt idx="938">
                        <c:v>32068</c:v>
                      </c:pt>
                      <c:pt idx="939">
                        <c:v>32102</c:v>
                      </c:pt>
                      <c:pt idx="940">
                        <c:v>32135</c:v>
                      </c:pt>
                      <c:pt idx="941">
                        <c:v>32168</c:v>
                      </c:pt>
                      <c:pt idx="942">
                        <c:v>32202</c:v>
                      </c:pt>
                      <c:pt idx="943">
                        <c:v>32235</c:v>
                      </c:pt>
                      <c:pt idx="944">
                        <c:v>32268</c:v>
                      </c:pt>
                      <c:pt idx="945">
                        <c:v>32302</c:v>
                      </c:pt>
                      <c:pt idx="946">
                        <c:v>32335</c:v>
                      </c:pt>
                      <c:pt idx="947">
                        <c:v>32368</c:v>
                      </c:pt>
                      <c:pt idx="948">
                        <c:v>32402</c:v>
                      </c:pt>
                      <c:pt idx="949">
                        <c:v>32435</c:v>
                      </c:pt>
                      <c:pt idx="950">
                        <c:v>32468</c:v>
                      </c:pt>
                      <c:pt idx="951">
                        <c:v>32502</c:v>
                      </c:pt>
                      <c:pt idx="952">
                        <c:v>32535</c:v>
                      </c:pt>
                      <c:pt idx="953">
                        <c:v>32568</c:v>
                      </c:pt>
                      <c:pt idx="954">
                        <c:v>32602</c:v>
                      </c:pt>
                      <c:pt idx="955">
                        <c:v>32635</c:v>
                      </c:pt>
                      <c:pt idx="956">
                        <c:v>32668</c:v>
                      </c:pt>
                      <c:pt idx="957">
                        <c:v>32702</c:v>
                      </c:pt>
                      <c:pt idx="958">
                        <c:v>32735</c:v>
                      </c:pt>
                      <c:pt idx="959">
                        <c:v>32768</c:v>
                      </c:pt>
                      <c:pt idx="960">
                        <c:v>32802</c:v>
                      </c:pt>
                      <c:pt idx="961">
                        <c:v>32835</c:v>
                      </c:pt>
                      <c:pt idx="962">
                        <c:v>32869</c:v>
                      </c:pt>
                      <c:pt idx="963">
                        <c:v>32902</c:v>
                      </c:pt>
                      <c:pt idx="964">
                        <c:v>32935</c:v>
                      </c:pt>
                      <c:pt idx="965">
                        <c:v>32969</c:v>
                      </c:pt>
                      <c:pt idx="966">
                        <c:v>33002</c:v>
                      </c:pt>
                      <c:pt idx="967">
                        <c:v>33035</c:v>
                      </c:pt>
                      <c:pt idx="968">
                        <c:v>33069</c:v>
                      </c:pt>
                      <c:pt idx="969">
                        <c:v>33102</c:v>
                      </c:pt>
                      <c:pt idx="970">
                        <c:v>33135</c:v>
                      </c:pt>
                      <c:pt idx="971">
                        <c:v>33169</c:v>
                      </c:pt>
                      <c:pt idx="972">
                        <c:v>33202</c:v>
                      </c:pt>
                      <c:pt idx="973">
                        <c:v>33235</c:v>
                      </c:pt>
                      <c:pt idx="974">
                        <c:v>33269</c:v>
                      </c:pt>
                      <c:pt idx="975">
                        <c:v>33302</c:v>
                      </c:pt>
                      <c:pt idx="976">
                        <c:v>33335</c:v>
                      </c:pt>
                      <c:pt idx="977">
                        <c:v>33369</c:v>
                      </c:pt>
                      <c:pt idx="978">
                        <c:v>33402</c:v>
                      </c:pt>
                      <c:pt idx="979">
                        <c:v>33435</c:v>
                      </c:pt>
                      <c:pt idx="980">
                        <c:v>33469</c:v>
                      </c:pt>
                      <c:pt idx="981">
                        <c:v>33502</c:v>
                      </c:pt>
                      <c:pt idx="982">
                        <c:v>33535</c:v>
                      </c:pt>
                      <c:pt idx="983">
                        <c:v>33569</c:v>
                      </c:pt>
                      <c:pt idx="984">
                        <c:v>33602</c:v>
                      </c:pt>
                      <c:pt idx="985">
                        <c:v>33635</c:v>
                      </c:pt>
                      <c:pt idx="986">
                        <c:v>33669</c:v>
                      </c:pt>
                      <c:pt idx="987">
                        <c:v>33702</c:v>
                      </c:pt>
                      <c:pt idx="988">
                        <c:v>33735</c:v>
                      </c:pt>
                      <c:pt idx="989">
                        <c:v>33769</c:v>
                      </c:pt>
                      <c:pt idx="990">
                        <c:v>33802</c:v>
                      </c:pt>
                      <c:pt idx="991">
                        <c:v>33835</c:v>
                      </c:pt>
                      <c:pt idx="992">
                        <c:v>33869</c:v>
                      </c:pt>
                      <c:pt idx="993">
                        <c:v>33902</c:v>
                      </c:pt>
                      <c:pt idx="994">
                        <c:v>33935</c:v>
                      </c:pt>
                      <c:pt idx="995">
                        <c:v>33969</c:v>
                      </c:pt>
                      <c:pt idx="996">
                        <c:v>34002</c:v>
                      </c:pt>
                      <c:pt idx="997">
                        <c:v>34035</c:v>
                      </c:pt>
                      <c:pt idx="998">
                        <c:v>34069</c:v>
                      </c:pt>
                      <c:pt idx="999">
                        <c:v>34102</c:v>
                      </c:pt>
                      <c:pt idx="1000">
                        <c:v>34135</c:v>
                      </c:pt>
                      <c:pt idx="1001">
                        <c:v>34169</c:v>
                      </c:pt>
                      <c:pt idx="1002">
                        <c:v>34202</c:v>
                      </c:pt>
                      <c:pt idx="1003">
                        <c:v>34235</c:v>
                      </c:pt>
                      <c:pt idx="1004">
                        <c:v>34269</c:v>
                      </c:pt>
                      <c:pt idx="1005">
                        <c:v>34302</c:v>
                      </c:pt>
                      <c:pt idx="1006">
                        <c:v>34335</c:v>
                      </c:pt>
                      <c:pt idx="1007">
                        <c:v>34369</c:v>
                      </c:pt>
                      <c:pt idx="1008">
                        <c:v>34402</c:v>
                      </c:pt>
                      <c:pt idx="1009">
                        <c:v>34435</c:v>
                      </c:pt>
                      <c:pt idx="1010">
                        <c:v>34469</c:v>
                      </c:pt>
                      <c:pt idx="1011">
                        <c:v>34502</c:v>
                      </c:pt>
                      <c:pt idx="1012">
                        <c:v>34535</c:v>
                      </c:pt>
                      <c:pt idx="1013">
                        <c:v>34569</c:v>
                      </c:pt>
                      <c:pt idx="1014">
                        <c:v>34602</c:v>
                      </c:pt>
                      <c:pt idx="1015">
                        <c:v>34635</c:v>
                      </c:pt>
                      <c:pt idx="1016">
                        <c:v>34669</c:v>
                      </c:pt>
                      <c:pt idx="1017">
                        <c:v>34702</c:v>
                      </c:pt>
                      <c:pt idx="1018">
                        <c:v>34735</c:v>
                      </c:pt>
                      <c:pt idx="1019">
                        <c:v>34769</c:v>
                      </c:pt>
                      <c:pt idx="1020">
                        <c:v>34802</c:v>
                      </c:pt>
                      <c:pt idx="1021">
                        <c:v>34835</c:v>
                      </c:pt>
                    </c:strCache>
                  </c:strRef>
                </c:tx>
                <c:spPr>
                  <a:ln w="28575" cap="rnd">
                    <a:solidFill>
                      <a:schemeClr val="accent4"/>
                    </a:solidFill>
                    <a:round/>
                  </a:ln>
                  <a:effectLst/>
                </c:spPr>
                <c:marker>
                  <c:symbol val="none"/>
                </c:marker>
                <c:cat>
                  <c:numRef>
                    <c:extLst>
                      <c:ext uri="{02D57815-91ED-43cb-92C2-25804820EDAC}">
                        <c15:formulaRef>
                          <c15:sqref>発表用!$B$3:$B$1022</c15:sqref>
                        </c15:formulaRef>
                      </c:ext>
                    </c:extLst>
                    <c:numCache>
                      <c:formatCode>General</c:formatCode>
                      <c:ptCount val="1020"/>
                      <c:pt idx="0">
                        <c:v>862</c:v>
                      </c:pt>
                      <c:pt idx="1">
                        <c:v>896</c:v>
                      </c:pt>
                      <c:pt idx="2">
                        <c:v>929</c:v>
                      </c:pt>
                      <c:pt idx="3">
                        <c:v>962</c:v>
                      </c:pt>
                      <c:pt idx="4">
                        <c:v>996</c:v>
                      </c:pt>
                      <c:pt idx="5">
                        <c:v>1029</c:v>
                      </c:pt>
                      <c:pt idx="6">
                        <c:v>1062</c:v>
                      </c:pt>
                      <c:pt idx="7">
                        <c:v>1096</c:v>
                      </c:pt>
                      <c:pt idx="8">
                        <c:v>1129</c:v>
                      </c:pt>
                      <c:pt idx="9">
                        <c:v>33</c:v>
                      </c:pt>
                      <c:pt idx="10">
                        <c:v>66</c:v>
                      </c:pt>
                      <c:pt idx="11">
                        <c:v>1232</c:v>
                      </c:pt>
                      <c:pt idx="12">
                        <c:v>1266</c:v>
                      </c:pt>
                      <c:pt idx="13">
                        <c:v>1299</c:v>
                      </c:pt>
                      <c:pt idx="14">
                        <c:v>1332</c:v>
                      </c:pt>
                      <c:pt idx="15">
                        <c:v>1366</c:v>
                      </c:pt>
                      <c:pt idx="16">
                        <c:v>1399</c:v>
                      </c:pt>
                      <c:pt idx="17">
                        <c:v>1432</c:v>
                      </c:pt>
                      <c:pt idx="18">
                        <c:v>1466</c:v>
                      </c:pt>
                      <c:pt idx="19">
                        <c:v>1499</c:v>
                      </c:pt>
                      <c:pt idx="20">
                        <c:v>1532</c:v>
                      </c:pt>
                      <c:pt idx="21">
                        <c:v>1566</c:v>
                      </c:pt>
                      <c:pt idx="22">
                        <c:v>1599</c:v>
                      </c:pt>
                      <c:pt idx="23">
                        <c:v>1632</c:v>
                      </c:pt>
                      <c:pt idx="24">
                        <c:v>1666</c:v>
                      </c:pt>
                      <c:pt idx="25">
                        <c:v>1699</c:v>
                      </c:pt>
                      <c:pt idx="26">
                        <c:v>1732</c:v>
                      </c:pt>
                      <c:pt idx="27">
                        <c:v>1766</c:v>
                      </c:pt>
                      <c:pt idx="28">
                        <c:v>1799</c:v>
                      </c:pt>
                      <c:pt idx="29">
                        <c:v>1832</c:v>
                      </c:pt>
                      <c:pt idx="30">
                        <c:v>1866</c:v>
                      </c:pt>
                      <c:pt idx="31">
                        <c:v>1899</c:v>
                      </c:pt>
                      <c:pt idx="32">
                        <c:v>1932</c:v>
                      </c:pt>
                      <c:pt idx="33">
                        <c:v>1966</c:v>
                      </c:pt>
                      <c:pt idx="34">
                        <c:v>1999</c:v>
                      </c:pt>
                      <c:pt idx="35">
                        <c:v>2032</c:v>
                      </c:pt>
                      <c:pt idx="36">
                        <c:v>2066</c:v>
                      </c:pt>
                      <c:pt idx="37">
                        <c:v>2099</c:v>
                      </c:pt>
                      <c:pt idx="38">
                        <c:v>2132</c:v>
                      </c:pt>
                      <c:pt idx="39">
                        <c:v>2166</c:v>
                      </c:pt>
                      <c:pt idx="40">
                        <c:v>2199</c:v>
                      </c:pt>
                      <c:pt idx="41">
                        <c:v>2232</c:v>
                      </c:pt>
                      <c:pt idx="42">
                        <c:v>2266</c:v>
                      </c:pt>
                      <c:pt idx="43">
                        <c:v>2299</c:v>
                      </c:pt>
                      <c:pt idx="44">
                        <c:v>2332</c:v>
                      </c:pt>
                      <c:pt idx="45">
                        <c:v>2366</c:v>
                      </c:pt>
                      <c:pt idx="46">
                        <c:v>2399</c:v>
                      </c:pt>
                      <c:pt idx="47">
                        <c:v>2432</c:v>
                      </c:pt>
                      <c:pt idx="48">
                        <c:v>2466</c:v>
                      </c:pt>
                      <c:pt idx="49">
                        <c:v>2499</c:v>
                      </c:pt>
                      <c:pt idx="50">
                        <c:v>2532</c:v>
                      </c:pt>
                      <c:pt idx="51">
                        <c:v>2566</c:v>
                      </c:pt>
                      <c:pt idx="52">
                        <c:v>2599</c:v>
                      </c:pt>
                      <c:pt idx="53">
                        <c:v>2632</c:v>
                      </c:pt>
                      <c:pt idx="54">
                        <c:v>2666</c:v>
                      </c:pt>
                      <c:pt idx="55">
                        <c:v>2699</c:v>
                      </c:pt>
                      <c:pt idx="56">
                        <c:v>2732</c:v>
                      </c:pt>
                      <c:pt idx="57">
                        <c:v>2766</c:v>
                      </c:pt>
                      <c:pt idx="58">
                        <c:v>2799</c:v>
                      </c:pt>
                      <c:pt idx="59">
                        <c:v>2832</c:v>
                      </c:pt>
                      <c:pt idx="60">
                        <c:v>2866</c:v>
                      </c:pt>
                      <c:pt idx="61">
                        <c:v>2899</c:v>
                      </c:pt>
                      <c:pt idx="62">
                        <c:v>2932</c:v>
                      </c:pt>
                      <c:pt idx="63">
                        <c:v>2966</c:v>
                      </c:pt>
                      <c:pt idx="64">
                        <c:v>2999</c:v>
                      </c:pt>
                      <c:pt idx="65">
                        <c:v>3032</c:v>
                      </c:pt>
                      <c:pt idx="66">
                        <c:v>3066</c:v>
                      </c:pt>
                      <c:pt idx="67">
                        <c:v>3099</c:v>
                      </c:pt>
                      <c:pt idx="68">
                        <c:v>3132</c:v>
                      </c:pt>
                      <c:pt idx="69">
                        <c:v>3166</c:v>
                      </c:pt>
                      <c:pt idx="70">
                        <c:v>3199</c:v>
                      </c:pt>
                      <c:pt idx="71">
                        <c:v>3232</c:v>
                      </c:pt>
                      <c:pt idx="72">
                        <c:v>3266</c:v>
                      </c:pt>
                      <c:pt idx="73">
                        <c:v>3299</c:v>
                      </c:pt>
                      <c:pt idx="74">
                        <c:v>3332</c:v>
                      </c:pt>
                      <c:pt idx="75">
                        <c:v>3366</c:v>
                      </c:pt>
                      <c:pt idx="76">
                        <c:v>3399</c:v>
                      </c:pt>
                      <c:pt idx="77">
                        <c:v>3432</c:v>
                      </c:pt>
                      <c:pt idx="78">
                        <c:v>3466</c:v>
                      </c:pt>
                      <c:pt idx="79">
                        <c:v>3499</c:v>
                      </c:pt>
                      <c:pt idx="80">
                        <c:v>3532</c:v>
                      </c:pt>
                      <c:pt idx="81">
                        <c:v>3566</c:v>
                      </c:pt>
                      <c:pt idx="82">
                        <c:v>3599</c:v>
                      </c:pt>
                      <c:pt idx="83">
                        <c:v>3632</c:v>
                      </c:pt>
                      <c:pt idx="84">
                        <c:v>3666</c:v>
                      </c:pt>
                      <c:pt idx="85">
                        <c:v>3699</c:v>
                      </c:pt>
                      <c:pt idx="86">
                        <c:v>3732</c:v>
                      </c:pt>
                      <c:pt idx="87">
                        <c:v>3766</c:v>
                      </c:pt>
                      <c:pt idx="88">
                        <c:v>3799</c:v>
                      </c:pt>
                      <c:pt idx="89">
                        <c:v>3832</c:v>
                      </c:pt>
                      <c:pt idx="90">
                        <c:v>3866</c:v>
                      </c:pt>
                      <c:pt idx="91">
                        <c:v>3899</c:v>
                      </c:pt>
                      <c:pt idx="92">
                        <c:v>3932</c:v>
                      </c:pt>
                      <c:pt idx="93">
                        <c:v>3966</c:v>
                      </c:pt>
                      <c:pt idx="94">
                        <c:v>3999</c:v>
                      </c:pt>
                      <c:pt idx="95">
                        <c:v>4032</c:v>
                      </c:pt>
                      <c:pt idx="96">
                        <c:v>4066</c:v>
                      </c:pt>
                      <c:pt idx="97">
                        <c:v>4099</c:v>
                      </c:pt>
                      <c:pt idx="98">
                        <c:v>4132</c:v>
                      </c:pt>
                      <c:pt idx="99">
                        <c:v>4166</c:v>
                      </c:pt>
                      <c:pt idx="100">
                        <c:v>4199</c:v>
                      </c:pt>
                      <c:pt idx="101">
                        <c:v>4232</c:v>
                      </c:pt>
                      <c:pt idx="102">
                        <c:v>4266</c:v>
                      </c:pt>
                      <c:pt idx="103">
                        <c:v>4299</c:v>
                      </c:pt>
                      <c:pt idx="104">
                        <c:v>4332</c:v>
                      </c:pt>
                      <c:pt idx="105">
                        <c:v>4366</c:v>
                      </c:pt>
                      <c:pt idx="106">
                        <c:v>4399</c:v>
                      </c:pt>
                      <c:pt idx="107">
                        <c:v>4432</c:v>
                      </c:pt>
                      <c:pt idx="108">
                        <c:v>4466</c:v>
                      </c:pt>
                      <c:pt idx="109">
                        <c:v>4499</c:v>
                      </c:pt>
                      <c:pt idx="110">
                        <c:v>4532</c:v>
                      </c:pt>
                      <c:pt idx="111">
                        <c:v>4566</c:v>
                      </c:pt>
                      <c:pt idx="112">
                        <c:v>4599</c:v>
                      </c:pt>
                      <c:pt idx="113">
                        <c:v>4632</c:v>
                      </c:pt>
                      <c:pt idx="114">
                        <c:v>4666</c:v>
                      </c:pt>
                      <c:pt idx="115">
                        <c:v>4699</c:v>
                      </c:pt>
                      <c:pt idx="116">
                        <c:v>4732</c:v>
                      </c:pt>
                      <c:pt idx="117">
                        <c:v>4766</c:v>
                      </c:pt>
                      <c:pt idx="118">
                        <c:v>4799</c:v>
                      </c:pt>
                      <c:pt idx="119">
                        <c:v>4832</c:v>
                      </c:pt>
                      <c:pt idx="120">
                        <c:v>4866</c:v>
                      </c:pt>
                      <c:pt idx="121">
                        <c:v>4899</c:v>
                      </c:pt>
                      <c:pt idx="122">
                        <c:v>4932</c:v>
                      </c:pt>
                      <c:pt idx="123">
                        <c:v>4966</c:v>
                      </c:pt>
                      <c:pt idx="124">
                        <c:v>4999</c:v>
                      </c:pt>
                      <c:pt idx="125">
                        <c:v>5032</c:v>
                      </c:pt>
                      <c:pt idx="126">
                        <c:v>5066</c:v>
                      </c:pt>
                      <c:pt idx="127">
                        <c:v>5099</c:v>
                      </c:pt>
                      <c:pt idx="128">
                        <c:v>5132</c:v>
                      </c:pt>
                      <c:pt idx="129">
                        <c:v>5166</c:v>
                      </c:pt>
                      <c:pt idx="130">
                        <c:v>5199</c:v>
                      </c:pt>
                      <c:pt idx="131">
                        <c:v>5232</c:v>
                      </c:pt>
                      <c:pt idx="132">
                        <c:v>5266</c:v>
                      </c:pt>
                      <c:pt idx="133">
                        <c:v>5299</c:v>
                      </c:pt>
                      <c:pt idx="134">
                        <c:v>5332</c:v>
                      </c:pt>
                      <c:pt idx="135">
                        <c:v>5366</c:v>
                      </c:pt>
                      <c:pt idx="136">
                        <c:v>5399</c:v>
                      </c:pt>
                      <c:pt idx="137">
                        <c:v>5432</c:v>
                      </c:pt>
                      <c:pt idx="138">
                        <c:v>5466</c:v>
                      </c:pt>
                      <c:pt idx="139">
                        <c:v>5499</c:v>
                      </c:pt>
                      <c:pt idx="140">
                        <c:v>5532</c:v>
                      </c:pt>
                      <c:pt idx="141">
                        <c:v>5566</c:v>
                      </c:pt>
                      <c:pt idx="142">
                        <c:v>5599</c:v>
                      </c:pt>
                      <c:pt idx="143">
                        <c:v>5632</c:v>
                      </c:pt>
                      <c:pt idx="144">
                        <c:v>5666</c:v>
                      </c:pt>
                      <c:pt idx="145">
                        <c:v>5699</c:v>
                      </c:pt>
                      <c:pt idx="146">
                        <c:v>5732</c:v>
                      </c:pt>
                      <c:pt idx="147">
                        <c:v>5766</c:v>
                      </c:pt>
                      <c:pt idx="148">
                        <c:v>5799</c:v>
                      </c:pt>
                      <c:pt idx="149">
                        <c:v>5832</c:v>
                      </c:pt>
                      <c:pt idx="150">
                        <c:v>5866</c:v>
                      </c:pt>
                      <c:pt idx="151">
                        <c:v>5899</c:v>
                      </c:pt>
                      <c:pt idx="152">
                        <c:v>5932</c:v>
                      </c:pt>
                      <c:pt idx="153">
                        <c:v>5966</c:v>
                      </c:pt>
                      <c:pt idx="154">
                        <c:v>5999</c:v>
                      </c:pt>
                      <c:pt idx="155">
                        <c:v>6032</c:v>
                      </c:pt>
                      <c:pt idx="156">
                        <c:v>6066</c:v>
                      </c:pt>
                      <c:pt idx="157">
                        <c:v>6099</c:v>
                      </c:pt>
                      <c:pt idx="158">
                        <c:v>6132</c:v>
                      </c:pt>
                      <c:pt idx="159">
                        <c:v>6166</c:v>
                      </c:pt>
                      <c:pt idx="160">
                        <c:v>6199</c:v>
                      </c:pt>
                      <c:pt idx="161">
                        <c:v>6232</c:v>
                      </c:pt>
                      <c:pt idx="162">
                        <c:v>6266</c:v>
                      </c:pt>
                      <c:pt idx="163">
                        <c:v>6299</c:v>
                      </c:pt>
                      <c:pt idx="164">
                        <c:v>6332</c:v>
                      </c:pt>
                      <c:pt idx="165">
                        <c:v>6366</c:v>
                      </c:pt>
                      <c:pt idx="166">
                        <c:v>6399</c:v>
                      </c:pt>
                      <c:pt idx="167">
                        <c:v>6432</c:v>
                      </c:pt>
                      <c:pt idx="168">
                        <c:v>6466</c:v>
                      </c:pt>
                      <c:pt idx="169">
                        <c:v>6499</c:v>
                      </c:pt>
                      <c:pt idx="170">
                        <c:v>6532</c:v>
                      </c:pt>
                      <c:pt idx="171">
                        <c:v>6566</c:v>
                      </c:pt>
                      <c:pt idx="172">
                        <c:v>6599</c:v>
                      </c:pt>
                      <c:pt idx="173">
                        <c:v>6632</c:v>
                      </c:pt>
                      <c:pt idx="174">
                        <c:v>6666</c:v>
                      </c:pt>
                      <c:pt idx="175">
                        <c:v>6699</c:v>
                      </c:pt>
                      <c:pt idx="176">
                        <c:v>6732</c:v>
                      </c:pt>
                      <c:pt idx="177">
                        <c:v>6766</c:v>
                      </c:pt>
                      <c:pt idx="178">
                        <c:v>6799</c:v>
                      </c:pt>
                      <c:pt idx="179">
                        <c:v>6832</c:v>
                      </c:pt>
                      <c:pt idx="180">
                        <c:v>6866</c:v>
                      </c:pt>
                      <c:pt idx="181">
                        <c:v>6899</c:v>
                      </c:pt>
                      <c:pt idx="182">
                        <c:v>6932</c:v>
                      </c:pt>
                      <c:pt idx="183">
                        <c:v>6966</c:v>
                      </c:pt>
                      <c:pt idx="184">
                        <c:v>6999</c:v>
                      </c:pt>
                      <c:pt idx="185">
                        <c:v>7032</c:v>
                      </c:pt>
                      <c:pt idx="186">
                        <c:v>7066</c:v>
                      </c:pt>
                      <c:pt idx="187">
                        <c:v>7099</c:v>
                      </c:pt>
                      <c:pt idx="188">
                        <c:v>7132</c:v>
                      </c:pt>
                      <c:pt idx="189">
                        <c:v>7166</c:v>
                      </c:pt>
                      <c:pt idx="190">
                        <c:v>7199</c:v>
                      </c:pt>
                      <c:pt idx="191">
                        <c:v>7232</c:v>
                      </c:pt>
                      <c:pt idx="192">
                        <c:v>7266</c:v>
                      </c:pt>
                      <c:pt idx="193">
                        <c:v>7299</c:v>
                      </c:pt>
                      <c:pt idx="194">
                        <c:v>7332</c:v>
                      </c:pt>
                      <c:pt idx="195">
                        <c:v>7366</c:v>
                      </c:pt>
                      <c:pt idx="196">
                        <c:v>7399</c:v>
                      </c:pt>
                      <c:pt idx="197">
                        <c:v>7432</c:v>
                      </c:pt>
                      <c:pt idx="198">
                        <c:v>7466</c:v>
                      </c:pt>
                      <c:pt idx="199">
                        <c:v>7499</c:v>
                      </c:pt>
                      <c:pt idx="200">
                        <c:v>7532</c:v>
                      </c:pt>
                      <c:pt idx="201">
                        <c:v>7566</c:v>
                      </c:pt>
                      <c:pt idx="202">
                        <c:v>7599</c:v>
                      </c:pt>
                      <c:pt idx="203">
                        <c:v>7632</c:v>
                      </c:pt>
                      <c:pt idx="204">
                        <c:v>7666</c:v>
                      </c:pt>
                      <c:pt idx="205">
                        <c:v>7699</c:v>
                      </c:pt>
                      <c:pt idx="206">
                        <c:v>7732</c:v>
                      </c:pt>
                      <c:pt idx="207">
                        <c:v>7766</c:v>
                      </c:pt>
                      <c:pt idx="208">
                        <c:v>7799</c:v>
                      </c:pt>
                      <c:pt idx="209">
                        <c:v>7832</c:v>
                      </c:pt>
                      <c:pt idx="210">
                        <c:v>7866</c:v>
                      </c:pt>
                      <c:pt idx="211">
                        <c:v>7899</c:v>
                      </c:pt>
                      <c:pt idx="212">
                        <c:v>7932</c:v>
                      </c:pt>
                      <c:pt idx="213">
                        <c:v>7966</c:v>
                      </c:pt>
                      <c:pt idx="214">
                        <c:v>7999</c:v>
                      </c:pt>
                      <c:pt idx="215">
                        <c:v>8032</c:v>
                      </c:pt>
                      <c:pt idx="216">
                        <c:v>8066</c:v>
                      </c:pt>
                      <c:pt idx="217">
                        <c:v>8099</c:v>
                      </c:pt>
                      <c:pt idx="218">
                        <c:v>8132</c:v>
                      </c:pt>
                      <c:pt idx="219">
                        <c:v>8166</c:v>
                      </c:pt>
                      <c:pt idx="220">
                        <c:v>8199</c:v>
                      </c:pt>
                      <c:pt idx="221">
                        <c:v>8232</c:v>
                      </c:pt>
                      <c:pt idx="222">
                        <c:v>8266</c:v>
                      </c:pt>
                      <c:pt idx="223">
                        <c:v>8299</c:v>
                      </c:pt>
                      <c:pt idx="224">
                        <c:v>8332</c:v>
                      </c:pt>
                      <c:pt idx="225">
                        <c:v>8366</c:v>
                      </c:pt>
                      <c:pt idx="226">
                        <c:v>8399</c:v>
                      </c:pt>
                      <c:pt idx="227">
                        <c:v>8432</c:v>
                      </c:pt>
                      <c:pt idx="228">
                        <c:v>8466</c:v>
                      </c:pt>
                      <c:pt idx="229">
                        <c:v>8499</c:v>
                      </c:pt>
                      <c:pt idx="230">
                        <c:v>8532</c:v>
                      </c:pt>
                      <c:pt idx="231">
                        <c:v>8566</c:v>
                      </c:pt>
                      <c:pt idx="232">
                        <c:v>8599</c:v>
                      </c:pt>
                      <c:pt idx="233">
                        <c:v>8632</c:v>
                      </c:pt>
                      <c:pt idx="234">
                        <c:v>8666</c:v>
                      </c:pt>
                      <c:pt idx="235">
                        <c:v>8699</c:v>
                      </c:pt>
                      <c:pt idx="236">
                        <c:v>8732</c:v>
                      </c:pt>
                      <c:pt idx="237">
                        <c:v>8766</c:v>
                      </c:pt>
                      <c:pt idx="238">
                        <c:v>8799</c:v>
                      </c:pt>
                      <c:pt idx="239">
                        <c:v>8832</c:v>
                      </c:pt>
                      <c:pt idx="240">
                        <c:v>8866</c:v>
                      </c:pt>
                      <c:pt idx="241">
                        <c:v>8899</c:v>
                      </c:pt>
                      <c:pt idx="242">
                        <c:v>8932</c:v>
                      </c:pt>
                      <c:pt idx="243">
                        <c:v>8966</c:v>
                      </c:pt>
                      <c:pt idx="244">
                        <c:v>8999</c:v>
                      </c:pt>
                      <c:pt idx="245">
                        <c:v>9032</c:v>
                      </c:pt>
                      <c:pt idx="246">
                        <c:v>9066</c:v>
                      </c:pt>
                      <c:pt idx="247">
                        <c:v>9099</c:v>
                      </c:pt>
                      <c:pt idx="248">
                        <c:v>9132</c:v>
                      </c:pt>
                      <c:pt idx="249">
                        <c:v>9166</c:v>
                      </c:pt>
                      <c:pt idx="250">
                        <c:v>9199</c:v>
                      </c:pt>
                      <c:pt idx="251">
                        <c:v>9232</c:v>
                      </c:pt>
                      <c:pt idx="252">
                        <c:v>9266</c:v>
                      </c:pt>
                      <c:pt idx="253">
                        <c:v>9299</c:v>
                      </c:pt>
                      <c:pt idx="254">
                        <c:v>9332</c:v>
                      </c:pt>
                      <c:pt idx="255">
                        <c:v>9366</c:v>
                      </c:pt>
                      <c:pt idx="256">
                        <c:v>9399</c:v>
                      </c:pt>
                      <c:pt idx="257">
                        <c:v>9432</c:v>
                      </c:pt>
                      <c:pt idx="258">
                        <c:v>9466</c:v>
                      </c:pt>
                      <c:pt idx="259">
                        <c:v>9499</c:v>
                      </c:pt>
                      <c:pt idx="260">
                        <c:v>9532</c:v>
                      </c:pt>
                      <c:pt idx="261">
                        <c:v>9566</c:v>
                      </c:pt>
                      <c:pt idx="262">
                        <c:v>9599</c:v>
                      </c:pt>
                      <c:pt idx="263">
                        <c:v>9632</c:v>
                      </c:pt>
                      <c:pt idx="264">
                        <c:v>9666</c:v>
                      </c:pt>
                      <c:pt idx="265">
                        <c:v>9699</c:v>
                      </c:pt>
                      <c:pt idx="266">
                        <c:v>9732</c:v>
                      </c:pt>
                      <c:pt idx="267">
                        <c:v>9766</c:v>
                      </c:pt>
                      <c:pt idx="268">
                        <c:v>9799</c:v>
                      </c:pt>
                      <c:pt idx="269">
                        <c:v>9832</c:v>
                      </c:pt>
                      <c:pt idx="270">
                        <c:v>9866</c:v>
                      </c:pt>
                      <c:pt idx="271">
                        <c:v>9899</c:v>
                      </c:pt>
                      <c:pt idx="272">
                        <c:v>9932</c:v>
                      </c:pt>
                      <c:pt idx="273">
                        <c:v>9966</c:v>
                      </c:pt>
                      <c:pt idx="274">
                        <c:v>9999</c:v>
                      </c:pt>
                      <c:pt idx="275">
                        <c:v>10032</c:v>
                      </c:pt>
                      <c:pt idx="276">
                        <c:v>10066</c:v>
                      </c:pt>
                      <c:pt idx="277">
                        <c:v>10099</c:v>
                      </c:pt>
                      <c:pt idx="278">
                        <c:v>10132</c:v>
                      </c:pt>
                      <c:pt idx="279">
                        <c:v>10166</c:v>
                      </c:pt>
                      <c:pt idx="280">
                        <c:v>10199</c:v>
                      </c:pt>
                      <c:pt idx="281">
                        <c:v>10232</c:v>
                      </c:pt>
                      <c:pt idx="282">
                        <c:v>10266</c:v>
                      </c:pt>
                      <c:pt idx="283">
                        <c:v>10299</c:v>
                      </c:pt>
                      <c:pt idx="284">
                        <c:v>10332</c:v>
                      </c:pt>
                      <c:pt idx="285">
                        <c:v>10366</c:v>
                      </c:pt>
                      <c:pt idx="286">
                        <c:v>10399</c:v>
                      </c:pt>
                      <c:pt idx="287">
                        <c:v>10432</c:v>
                      </c:pt>
                      <c:pt idx="288">
                        <c:v>10466</c:v>
                      </c:pt>
                      <c:pt idx="289">
                        <c:v>10499</c:v>
                      </c:pt>
                      <c:pt idx="290">
                        <c:v>10532</c:v>
                      </c:pt>
                      <c:pt idx="291">
                        <c:v>10566</c:v>
                      </c:pt>
                      <c:pt idx="292">
                        <c:v>10599</c:v>
                      </c:pt>
                      <c:pt idx="293">
                        <c:v>10632</c:v>
                      </c:pt>
                      <c:pt idx="294">
                        <c:v>10666</c:v>
                      </c:pt>
                      <c:pt idx="295">
                        <c:v>10699</c:v>
                      </c:pt>
                      <c:pt idx="296">
                        <c:v>10732</c:v>
                      </c:pt>
                      <c:pt idx="297">
                        <c:v>10766</c:v>
                      </c:pt>
                      <c:pt idx="298">
                        <c:v>10799</c:v>
                      </c:pt>
                      <c:pt idx="299">
                        <c:v>10832</c:v>
                      </c:pt>
                      <c:pt idx="300">
                        <c:v>10866</c:v>
                      </c:pt>
                      <c:pt idx="301">
                        <c:v>10899</c:v>
                      </c:pt>
                      <c:pt idx="302">
                        <c:v>10932</c:v>
                      </c:pt>
                      <c:pt idx="303">
                        <c:v>10966</c:v>
                      </c:pt>
                      <c:pt idx="304">
                        <c:v>10999</c:v>
                      </c:pt>
                      <c:pt idx="305">
                        <c:v>11032</c:v>
                      </c:pt>
                      <c:pt idx="306">
                        <c:v>11066</c:v>
                      </c:pt>
                      <c:pt idx="307">
                        <c:v>11099</c:v>
                      </c:pt>
                      <c:pt idx="308">
                        <c:v>11132</c:v>
                      </c:pt>
                      <c:pt idx="309">
                        <c:v>11166</c:v>
                      </c:pt>
                      <c:pt idx="310">
                        <c:v>11199</c:v>
                      </c:pt>
                      <c:pt idx="311">
                        <c:v>11232</c:v>
                      </c:pt>
                      <c:pt idx="312">
                        <c:v>11266</c:v>
                      </c:pt>
                      <c:pt idx="313">
                        <c:v>11299</c:v>
                      </c:pt>
                      <c:pt idx="314">
                        <c:v>11332</c:v>
                      </c:pt>
                      <c:pt idx="315">
                        <c:v>11366</c:v>
                      </c:pt>
                      <c:pt idx="316">
                        <c:v>11399</c:v>
                      </c:pt>
                      <c:pt idx="317">
                        <c:v>11432</c:v>
                      </c:pt>
                      <c:pt idx="318">
                        <c:v>11466</c:v>
                      </c:pt>
                      <c:pt idx="319">
                        <c:v>11499</c:v>
                      </c:pt>
                      <c:pt idx="320">
                        <c:v>11532</c:v>
                      </c:pt>
                      <c:pt idx="321">
                        <c:v>11566</c:v>
                      </c:pt>
                      <c:pt idx="322">
                        <c:v>11599</c:v>
                      </c:pt>
                      <c:pt idx="323">
                        <c:v>11632</c:v>
                      </c:pt>
                      <c:pt idx="324">
                        <c:v>11666</c:v>
                      </c:pt>
                      <c:pt idx="325">
                        <c:v>11699</c:v>
                      </c:pt>
                      <c:pt idx="326">
                        <c:v>11732</c:v>
                      </c:pt>
                      <c:pt idx="327">
                        <c:v>11766</c:v>
                      </c:pt>
                      <c:pt idx="328">
                        <c:v>11799</c:v>
                      </c:pt>
                      <c:pt idx="329">
                        <c:v>11832</c:v>
                      </c:pt>
                      <c:pt idx="330">
                        <c:v>11866</c:v>
                      </c:pt>
                      <c:pt idx="331">
                        <c:v>11899</c:v>
                      </c:pt>
                      <c:pt idx="332">
                        <c:v>11932</c:v>
                      </c:pt>
                      <c:pt idx="333">
                        <c:v>11966</c:v>
                      </c:pt>
                      <c:pt idx="334">
                        <c:v>11999</c:v>
                      </c:pt>
                      <c:pt idx="335">
                        <c:v>12032</c:v>
                      </c:pt>
                      <c:pt idx="336">
                        <c:v>12066</c:v>
                      </c:pt>
                      <c:pt idx="337">
                        <c:v>12099</c:v>
                      </c:pt>
                      <c:pt idx="338">
                        <c:v>12132</c:v>
                      </c:pt>
                      <c:pt idx="339">
                        <c:v>12166</c:v>
                      </c:pt>
                      <c:pt idx="340">
                        <c:v>12199</c:v>
                      </c:pt>
                      <c:pt idx="341">
                        <c:v>12232</c:v>
                      </c:pt>
                      <c:pt idx="342">
                        <c:v>12266</c:v>
                      </c:pt>
                      <c:pt idx="343">
                        <c:v>12299</c:v>
                      </c:pt>
                      <c:pt idx="344">
                        <c:v>12332</c:v>
                      </c:pt>
                      <c:pt idx="345">
                        <c:v>12366</c:v>
                      </c:pt>
                      <c:pt idx="346">
                        <c:v>12399</c:v>
                      </c:pt>
                      <c:pt idx="347">
                        <c:v>12432</c:v>
                      </c:pt>
                      <c:pt idx="348">
                        <c:v>12466</c:v>
                      </c:pt>
                      <c:pt idx="349">
                        <c:v>12499</c:v>
                      </c:pt>
                      <c:pt idx="350">
                        <c:v>12532</c:v>
                      </c:pt>
                      <c:pt idx="351">
                        <c:v>12566</c:v>
                      </c:pt>
                      <c:pt idx="352">
                        <c:v>12599</c:v>
                      </c:pt>
                      <c:pt idx="353">
                        <c:v>12632</c:v>
                      </c:pt>
                      <c:pt idx="354">
                        <c:v>12666</c:v>
                      </c:pt>
                      <c:pt idx="355">
                        <c:v>12699</c:v>
                      </c:pt>
                      <c:pt idx="356">
                        <c:v>12732</c:v>
                      </c:pt>
                      <c:pt idx="357">
                        <c:v>12766</c:v>
                      </c:pt>
                      <c:pt idx="358">
                        <c:v>12799</c:v>
                      </c:pt>
                      <c:pt idx="359">
                        <c:v>12832</c:v>
                      </c:pt>
                      <c:pt idx="360">
                        <c:v>12866</c:v>
                      </c:pt>
                      <c:pt idx="361">
                        <c:v>12899</c:v>
                      </c:pt>
                      <c:pt idx="362">
                        <c:v>12932</c:v>
                      </c:pt>
                      <c:pt idx="363">
                        <c:v>12966</c:v>
                      </c:pt>
                      <c:pt idx="364">
                        <c:v>12999</c:v>
                      </c:pt>
                      <c:pt idx="365">
                        <c:v>13032</c:v>
                      </c:pt>
                      <c:pt idx="366">
                        <c:v>13066</c:v>
                      </c:pt>
                      <c:pt idx="367">
                        <c:v>13099</c:v>
                      </c:pt>
                      <c:pt idx="368">
                        <c:v>13132</c:v>
                      </c:pt>
                      <c:pt idx="369">
                        <c:v>13166</c:v>
                      </c:pt>
                      <c:pt idx="370">
                        <c:v>13199</c:v>
                      </c:pt>
                      <c:pt idx="371">
                        <c:v>13232</c:v>
                      </c:pt>
                      <c:pt idx="372">
                        <c:v>13266</c:v>
                      </c:pt>
                      <c:pt idx="373">
                        <c:v>13299</c:v>
                      </c:pt>
                      <c:pt idx="374">
                        <c:v>13332</c:v>
                      </c:pt>
                      <c:pt idx="375">
                        <c:v>13366</c:v>
                      </c:pt>
                      <c:pt idx="376">
                        <c:v>13399</c:v>
                      </c:pt>
                      <c:pt idx="377">
                        <c:v>13432</c:v>
                      </c:pt>
                      <c:pt idx="378">
                        <c:v>13466</c:v>
                      </c:pt>
                      <c:pt idx="379">
                        <c:v>13499</c:v>
                      </c:pt>
                      <c:pt idx="380">
                        <c:v>13532</c:v>
                      </c:pt>
                      <c:pt idx="381">
                        <c:v>13566</c:v>
                      </c:pt>
                      <c:pt idx="382">
                        <c:v>13599</c:v>
                      </c:pt>
                      <c:pt idx="383">
                        <c:v>13632</c:v>
                      </c:pt>
                      <c:pt idx="384">
                        <c:v>13666</c:v>
                      </c:pt>
                      <c:pt idx="385">
                        <c:v>13699</c:v>
                      </c:pt>
                      <c:pt idx="386">
                        <c:v>13732</c:v>
                      </c:pt>
                      <c:pt idx="387">
                        <c:v>13766</c:v>
                      </c:pt>
                      <c:pt idx="388">
                        <c:v>13799</c:v>
                      </c:pt>
                      <c:pt idx="389">
                        <c:v>13832</c:v>
                      </c:pt>
                      <c:pt idx="390">
                        <c:v>13866</c:v>
                      </c:pt>
                      <c:pt idx="391">
                        <c:v>13899</c:v>
                      </c:pt>
                      <c:pt idx="392">
                        <c:v>13932</c:v>
                      </c:pt>
                      <c:pt idx="393">
                        <c:v>13966</c:v>
                      </c:pt>
                      <c:pt idx="394">
                        <c:v>13999</c:v>
                      </c:pt>
                      <c:pt idx="395">
                        <c:v>14032</c:v>
                      </c:pt>
                      <c:pt idx="396">
                        <c:v>14066</c:v>
                      </c:pt>
                      <c:pt idx="397">
                        <c:v>14099</c:v>
                      </c:pt>
                      <c:pt idx="398">
                        <c:v>14132</c:v>
                      </c:pt>
                      <c:pt idx="399">
                        <c:v>14166</c:v>
                      </c:pt>
                      <c:pt idx="400">
                        <c:v>14199</c:v>
                      </c:pt>
                      <c:pt idx="401">
                        <c:v>14232</c:v>
                      </c:pt>
                      <c:pt idx="402">
                        <c:v>14266</c:v>
                      </c:pt>
                      <c:pt idx="403">
                        <c:v>14299</c:v>
                      </c:pt>
                      <c:pt idx="404">
                        <c:v>14332</c:v>
                      </c:pt>
                      <c:pt idx="405">
                        <c:v>14366</c:v>
                      </c:pt>
                      <c:pt idx="406">
                        <c:v>14399</c:v>
                      </c:pt>
                      <c:pt idx="407">
                        <c:v>14432</c:v>
                      </c:pt>
                      <c:pt idx="408">
                        <c:v>14466</c:v>
                      </c:pt>
                      <c:pt idx="409">
                        <c:v>14499</c:v>
                      </c:pt>
                      <c:pt idx="410">
                        <c:v>14532</c:v>
                      </c:pt>
                      <c:pt idx="411">
                        <c:v>14566</c:v>
                      </c:pt>
                      <c:pt idx="412">
                        <c:v>14599</c:v>
                      </c:pt>
                      <c:pt idx="413">
                        <c:v>14632</c:v>
                      </c:pt>
                      <c:pt idx="414">
                        <c:v>14666</c:v>
                      </c:pt>
                      <c:pt idx="415">
                        <c:v>14699</c:v>
                      </c:pt>
                      <c:pt idx="416">
                        <c:v>14733</c:v>
                      </c:pt>
                      <c:pt idx="417">
                        <c:v>14766</c:v>
                      </c:pt>
                      <c:pt idx="418">
                        <c:v>14799</c:v>
                      </c:pt>
                      <c:pt idx="419">
                        <c:v>14833</c:v>
                      </c:pt>
                      <c:pt idx="420">
                        <c:v>14866</c:v>
                      </c:pt>
                      <c:pt idx="421">
                        <c:v>14899</c:v>
                      </c:pt>
                      <c:pt idx="422">
                        <c:v>14933</c:v>
                      </c:pt>
                      <c:pt idx="423">
                        <c:v>14966</c:v>
                      </c:pt>
                      <c:pt idx="424">
                        <c:v>14999</c:v>
                      </c:pt>
                      <c:pt idx="425">
                        <c:v>15033</c:v>
                      </c:pt>
                      <c:pt idx="426">
                        <c:v>15066</c:v>
                      </c:pt>
                      <c:pt idx="427">
                        <c:v>15099</c:v>
                      </c:pt>
                      <c:pt idx="428">
                        <c:v>15133</c:v>
                      </c:pt>
                      <c:pt idx="429">
                        <c:v>15166</c:v>
                      </c:pt>
                      <c:pt idx="430">
                        <c:v>15199</c:v>
                      </c:pt>
                      <c:pt idx="431">
                        <c:v>15233</c:v>
                      </c:pt>
                      <c:pt idx="432">
                        <c:v>15266</c:v>
                      </c:pt>
                      <c:pt idx="433">
                        <c:v>15299</c:v>
                      </c:pt>
                      <c:pt idx="434">
                        <c:v>15333</c:v>
                      </c:pt>
                      <c:pt idx="435">
                        <c:v>15366</c:v>
                      </c:pt>
                      <c:pt idx="436">
                        <c:v>15399</c:v>
                      </c:pt>
                      <c:pt idx="437">
                        <c:v>15433</c:v>
                      </c:pt>
                      <c:pt idx="438">
                        <c:v>15466</c:v>
                      </c:pt>
                      <c:pt idx="439">
                        <c:v>15499</c:v>
                      </c:pt>
                      <c:pt idx="440">
                        <c:v>15533</c:v>
                      </c:pt>
                      <c:pt idx="441">
                        <c:v>15566</c:v>
                      </c:pt>
                      <c:pt idx="442">
                        <c:v>15599</c:v>
                      </c:pt>
                      <c:pt idx="443">
                        <c:v>15633</c:v>
                      </c:pt>
                      <c:pt idx="444">
                        <c:v>15666</c:v>
                      </c:pt>
                      <c:pt idx="445">
                        <c:v>15699</c:v>
                      </c:pt>
                      <c:pt idx="446">
                        <c:v>15733</c:v>
                      </c:pt>
                      <c:pt idx="447">
                        <c:v>15766</c:v>
                      </c:pt>
                      <c:pt idx="448">
                        <c:v>15799</c:v>
                      </c:pt>
                      <c:pt idx="449">
                        <c:v>15833</c:v>
                      </c:pt>
                      <c:pt idx="450">
                        <c:v>15866</c:v>
                      </c:pt>
                      <c:pt idx="451">
                        <c:v>15899</c:v>
                      </c:pt>
                      <c:pt idx="452">
                        <c:v>15933</c:v>
                      </c:pt>
                      <c:pt idx="453">
                        <c:v>15966</c:v>
                      </c:pt>
                      <c:pt idx="454">
                        <c:v>15999</c:v>
                      </c:pt>
                      <c:pt idx="455">
                        <c:v>16033</c:v>
                      </c:pt>
                      <c:pt idx="456">
                        <c:v>16066</c:v>
                      </c:pt>
                      <c:pt idx="457">
                        <c:v>16099</c:v>
                      </c:pt>
                      <c:pt idx="458">
                        <c:v>16133</c:v>
                      </c:pt>
                      <c:pt idx="459">
                        <c:v>16166</c:v>
                      </c:pt>
                      <c:pt idx="460">
                        <c:v>16199</c:v>
                      </c:pt>
                      <c:pt idx="461">
                        <c:v>16233</c:v>
                      </c:pt>
                      <c:pt idx="462">
                        <c:v>16266</c:v>
                      </c:pt>
                      <c:pt idx="463">
                        <c:v>16299</c:v>
                      </c:pt>
                      <c:pt idx="464">
                        <c:v>16333</c:v>
                      </c:pt>
                      <c:pt idx="465">
                        <c:v>16366</c:v>
                      </c:pt>
                      <c:pt idx="466">
                        <c:v>16399</c:v>
                      </c:pt>
                      <c:pt idx="467">
                        <c:v>16433</c:v>
                      </c:pt>
                      <c:pt idx="468">
                        <c:v>16466</c:v>
                      </c:pt>
                      <c:pt idx="469">
                        <c:v>16499</c:v>
                      </c:pt>
                      <c:pt idx="470">
                        <c:v>16533</c:v>
                      </c:pt>
                      <c:pt idx="471">
                        <c:v>16566</c:v>
                      </c:pt>
                      <c:pt idx="472">
                        <c:v>16599</c:v>
                      </c:pt>
                      <c:pt idx="473">
                        <c:v>16633</c:v>
                      </c:pt>
                      <c:pt idx="474">
                        <c:v>16666</c:v>
                      </c:pt>
                      <c:pt idx="475">
                        <c:v>16699</c:v>
                      </c:pt>
                      <c:pt idx="476">
                        <c:v>16733</c:v>
                      </c:pt>
                      <c:pt idx="477">
                        <c:v>16766</c:v>
                      </c:pt>
                      <c:pt idx="478">
                        <c:v>16799</c:v>
                      </c:pt>
                      <c:pt idx="479">
                        <c:v>16833</c:v>
                      </c:pt>
                      <c:pt idx="480">
                        <c:v>16866</c:v>
                      </c:pt>
                      <c:pt idx="481">
                        <c:v>16899</c:v>
                      </c:pt>
                      <c:pt idx="482">
                        <c:v>16933</c:v>
                      </c:pt>
                      <c:pt idx="483">
                        <c:v>16966</c:v>
                      </c:pt>
                      <c:pt idx="484">
                        <c:v>16999</c:v>
                      </c:pt>
                      <c:pt idx="485">
                        <c:v>17033</c:v>
                      </c:pt>
                      <c:pt idx="486">
                        <c:v>17066</c:v>
                      </c:pt>
                      <c:pt idx="487">
                        <c:v>17099</c:v>
                      </c:pt>
                      <c:pt idx="488">
                        <c:v>17133</c:v>
                      </c:pt>
                      <c:pt idx="489">
                        <c:v>17166</c:v>
                      </c:pt>
                      <c:pt idx="490">
                        <c:v>17200</c:v>
                      </c:pt>
                      <c:pt idx="491">
                        <c:v>17233</c:v>
                      </c:pt>
                      <c:pt idx="492">
                        <c:v>17266</c:v>
                      </c:pt>
                      <c:pt idx="493">
                        <c:v>17300</c:v>
                      </c:pt>
                      <c:pt idx="494">
                        <c:v>17333</c:v>
                      </c:pt>
                      <c:pt idx="495">
                        <c:v>17366</c:v>
                      </c:pt>
                      <c:pt idx="496">
                        <c:v>17400</c:v>
                      </c:pt>
                      <c:pt idx="497">
                        <c:v>17433</c:v>
                      </c:pt>
                      <c:pt idx="498">
                        <c:v>17466</c:v>
                      </c:pt>
                      <c:pt idx="499">
                        <c:v>17500</c:v>
                      </c:pt>
                      <c:pt idx="500">
                        <c:v>17533</c:v>
                      </c:pt>
                      <c:pt idx="501">
                        <c:v>17566</c:v>
                      </c:pt>
                      <c:pt idx="502">
                        <c:v>17600</c:v>
                      </c:pt>
                      <c:pt idx="503">
                        <c:v>17633</c:v>
                      </c:pt>
                      <c:pt idx="504">
                        <c:v>17666</c:v>
                      </c:pt>
                      <c:pt idx="505">
                        <c:v>17700</c:v>
                      </c:pt>
                      <c:pt idx="506">
                        <c:v>17733</c:v>
                      </c:pt>
                      <c:pt idx="507">
                        <c:v>17766</c:v>
                      </c:pt>
                      <c:pt idx="508">
                        <c:v>17800</c:v>
                      </c:pt>
                      <c:pt idx="509">
                        <c:v>17833</c:v>
                      </c:pt>
                      <c:pt idx="510">
                        <c:v>17866</c:v>
                      </c:pt>
                      <c:pt idx="511">
                        <c:v>17900</c:v>
                      </c:pt>
                      <c:pt idx="512">
                        <c:v>17933</c:v>
                      </c:pt>
                      <c:pt idx="513">
                        <c:v>17966</c:v>
                      </c:pt>
                      <c:pt idx="514">
                        <c:v>18000</c:v>
                      </c:pt>
                      <c:pt idx="515">
                        <c:v>18033</c:v>
                      </c:pt>
                      <c:pt idx="516">
                        <c:v>18066</c:v>
                      </c:pt>
                      <c:pt idx="517">
                        <c:v>18100</c:v>
                      </c:pt>
                      <c:pt idx="518">
                        <c:v>18133</c:v>
                      </c:pt>
                      <c:pt idx="519">
                        <c:v>18166</c:v>
                      </c:pt>
                      <c:pt idx="520">
                        <c:v>18200</c:v>
                      </c:pt>
                      <c:pt idx="521">
                        <c:v>18233</c:v>
                      </c:pt>
                      <c:pt idx="522">
                        <c:v>18266</c:v>
                      </c:pt>
                      <c:pt idx="523">
                        <c:v>18300</c:v>
                      </c:pt>
                      <c:pt idx="524">
                        <c:v>18333</c:v>
                      </c:pt>
                      <c:pt idx="525">
                        <c:v>18366</c:v>
                      </c:pt>
                      <c:pt idx="526">
                        <c:v>18400</c:v>
                      </c:pt>
                      <c:pt idx="527">
                        <c:v>18433</c:v>
                      </c:pt>
                      <c:pt idx="528">
                        <c:v>18466</c:v>
                      </c:pt>
                      <c:pt idx="529">
                        <c:v>18500</c:v>
                      </c:pt>
                      <c:pt idx="530">
                        <c:v>18533</c:v>
                      </c:pt>
                      <c:pt idx="531">
                        <c:v>18566</c:v>
                      </c:pt>
                      <c:pt idx="532">
                        <c:v>18600</c:v>
                      </c:pt>
                      <c:pt idx="533">
                        <c:v>18633</c:v>
                      </c:pt>
                      <c:pt idx="534">
                        <c:v>18666</c:v>
                      </c:pt>
                      <c:pt idx="535">
                        <c:v>18700</c:v>
                      </c:pt>
                      <c:pt idx="536">
                        <c:v>18733</c:v>
                      </c:pt>
                      <c:pt idx="537">
                        <c:v>18766</c:v>
                      </c:pt>
                      <c:pt idx="538">
                        <c:v>18800</c:v>
                      </c:pt>
                      <c:pt idx="539">
                        <c:v>18833</c:v>
                      </c:pt>
                      <c:pt idx="540">
                        <c:v>18866</c:v>
                      </c:pt>
                      <c:pt idx="541">
                        <c:v>18900</c:v>
                      </c:pt>
                      <c:pt idx="542">
                        <c:v>18933</c:v>
                      </c:pt>
                      <c:pt idx="543">
                        <c:v>18966</c:v>
                      </c:pt>
                      <c:pt idx="544">
                        <c:v>19000</c:v>
                      </c:pt>
                      <c:pt idx="545">
                        <c:v>19033</c:v>
                      </c:pt>
                      <c:pt idx="546">
                        <c:v>19066</c:v>
                      </c:pt>
                      <c:pt idx="547">
                        <c:v>19100</c:v>
                      </c:pt>
                      <c:pt idx="548">
                        <c:v>19133</c:v>
                      </c:pt>
                      <c:pt idx="549">
                        <c:v>19166</c:v>
                      </c:pt>
                      <c:pt idx="550">
                        <c:v>19200</c:v>
                      </c:pt>
                      <c:pt idx="551">
                        <c:v>19233</c:v>
                      </c:pt>
                      <c:pt idx="552">
                        <c:v>19266</c:v>
                      </c:pt>
                      <c:pt idx="553">
                        <c:v>19300</c:v>
                      </c:pt>
                      <c:pt idx="554">
                        <c:v>19333</c:v>
                      </c:pt>
                      <c:pt idx="555">
                        <c:v>19366</c:v>
                      </c:pt>
                      <c:pt idx="556">
                        <c:v>19400</c:v>
                      </c:pt>
                      <c:pt idx="557">
                        <c:v>19433</c:v>
                      </c:pt>
                      <c:pt idx="558">
                        <c:v>19467</c:v>
                      </c:pt>
                      <c:pt idx="559">
                        <c:v>19500</c:v>
                      </c:pt>
                      <c:pt idx="560">
                        <c:v>19533</c:v>
                      </c:pt>
                      <c:pt idx="561">
                        <c:v>19567</c:v>
                      </c:pt>
                      <c:pt idx="562">
                        <c:v>19600</c:v>
                      </c:pt>
                      <c:pt idx="563">
                        <c:v>19633</c:v>
                      </c:pt>
                      <c:pt idx="564">
                        <c:v>19667</c:v>
                      </c:pt>
                      <c:pt idx="565">
                        <c:v>19700</c:v>
                      </c:pt>
                      <c:pt idx="566">
                        <c:v>19733</c:v>
                      </c:pt>
                      <c:pt idx="567">
                        <c:v>19767</c:v>
                      </c:pt>
                      <c:pt idx="568">
                        <c:v>19800</c:v>
                      </c:pt>
                      <c:pt idx="569">
                        <c:v>19833</c:v>
                      </c:pt>
                      <c:pt idx="570">
                        <c:v>19867</c:v>
                      </c:pt>
                      <c:pt idx="571">
                        <c:v>19900</c:v>
                      </c:pt>
                      <c:pt idx="572">
                        <c:v>19933</c:v>
                      </c:pt>
                      <c:pt idx="573">
                        <c:v>19967</c:v>
                      </c:pt>
                      <c:pt idx="574">
                        <c:v>20000</c:v>
                      </c:pt>
                      <c:pt idx="575">
                        <c:v>20033</c:v>
                      </c:pt>
                      <c:pt idx="576">
                        <c:v>20067</c:v>
                      </c:pt>
                      <c:pt idx="577">
                        <c:v>20100</c:v>
                      </c:pt>
                      <c:pt idx="578">
                        <c:v>20133</c:v>
                      </c:pt>
                      <c:pt idx="579">
                        <c:v>20167</c:v>
                      </c:pt>
                      <c:pt idx="580">
                        <c:v>20200</c:v>
                      </c:pt>
                      <c:pt idx="581">
                        <c:v>20233</c:v>
                      </c:pt>
                      <c:pt idx="582">
                        <c:v>20267</c:v>
                      </c:pt>
                      <c:pt idx="583">
                        <c:v>20300</c:v>
                      </c:pt>
                      <c:pt idx="584">
                        <c:v>20333</c:v>
                      </c:pt>
                      <c:pt idx="585">
                        <c:v>20367</c:v>
                      </c:pt>
                      <c:pt idx="586">
                        <c:v>20400</c:v>
                      </c:pt>
                      <c:pt idx="587">
                        <c:v>20433</c:v>
                      </c:pt>
                      <c:pt idx="588">
                        <c:v>20467</c:v>
                      </c:pt>
                      <c:pt idx="589">
                        <c:v>20500</c:v>
                      </c:pt>
                      <c:pt idx="590">
                        <c:v>20533</c:v>
                      </c:pt>
                      <c:pt idx="591">
                        <c:v>20567</c:v>
                      </c:pt>
                      <c:pt idx="592">
                        <c:v>20600</c:v>
                      </c:pt>
                      <c:pt idx="593">
                        <c:v>20633</c:v>
                      </c:pt>
                      <c:pt idx="594">
                        <c:v>20667</c:v>
                      </c:pt>
                      <c:pt idx="595">
                        <c:v>20700</c:v>
                      </c:pt>
                      <c:pt idx="596">
                        <c:v>20733</c:v>
                      </c:pt>
                      <c:pt idx="597">
                        <c:v>20767</c:v>
                      </c:pt>
                      <c:pt idx="598">
                        <c:v>20800</c:v>
                      </c:pt>
                      <c:pt idx="599">
                        <c:v>20833</c:v>
                      </c:pt>
                      <c:pt idx="600">
                        <c:v>20867</c:v>
                      </c:pt>
                      <c:pt idx="601">
                        <c:v>20900</c:v>
                      </c:pt>
                      <c:pt idx="602">
                        <c:v>20933</c:v>
                      </c:pt>
                      <c:pt idx="603">
                        <c:v>20967</c:v>
                      </c:pt>
                      <c:pt idx="604">
                        <c:v>21000</c:v>
                      </c:pt>
                      <c:pt idx="605">
                        <c:v>21033</c:v>
                      </c:pt>
                      <c:pt idx="606">
                        <c:v>21067</c:v>
                      </c:pt>
                      <c:pt idx="607">
                        <c:v>21100</c:v>
                      </c:pt>
                      <c:pt idx="608">
                        <c:v>21133</c:v>
                      </c:pt>
                      <c:pt idx="609">
                        <c:v>21167</c:v>
                      </c:pt>
                      <c:pt idx="610">
                        <c:v>21200</c:v>
                      </c:pt>
                      <c:pt idx="611">
                        <c:v>21233</c:v>
                      </c:pt>
                      <c:pt idx="612">
                        <c:v>21267</c:v>
                      </c:pt>
                      <c:pt idx="613">
                        <c:v>21300</c:v>
                      </c:pt>
                      <c:pt idx="614">
                        <c:v>21333</c:v>
                      </c:pt>
                      <c:pt idx="615">
                        <c:v>21367</c:v>
                      </c:pt>
                      <c:pt idx="616">
                        <c:v>21400</c:v>
                      </c:pt>
                      <c:pt idx="617">
                        <c:v>21433</c:v>
                      </c:pt>
                      <c:pt idx="618">
                        <c:v>21467</c:v>
                      </c:pt>
                      <c:pt idx="619">
                        <c:v>21500</c:v>
                      </c:pt>
                      <c:pt idx="620">
                        <c:v>21533</c:v>
                      </c:pt>
                      <c:pt idx="621">
                        <c:v>21567</c:v>
                      </c:pt>
                      <c:pt idx="622">
                        <c:v>21600</c:v>
                      </c:pt>
                      <c:pt idx="623">
                        <c:v>21634</c:v>
                      </c:pt>
                      <c:pt idx="624">
                        <c:v>21667</c:v>
                      </c:pt>
                      <c:pt idx="625">
                        <c:v>21700</c:v>
                      </c:pt>
                      <c:pt idx="626">
                        <c:v>21734</c:v>
                      </c:pt>
                      <c:pt idx="627">
                        <c:v>21767</c:v>
                      </c:pt>
                      <c:pt idx="628">
                        <c:v>21800</c:v>
                      </c:pt>
                      <c:pt idx="629">
                        <c:v>21834</c:v>
                      </c:pt>
                      <c:pt idx="630">
                        <c:v>21867</c:v>
                      </c:pt>
                      <c:pt idx="631">
                        <c:v>21900</c:v>
                      </c:pt>
                      <c:pt idx="632">
                        <c:v>21934</c:v>
                      </c:pt>
                      <c:pt idx="633">
                        <c:v>21967</c:v>
                      </c:pt>
                      <c:pt idx="634">
                        <c:v>22000</c:v>
                      </c:pt>
                      <c:pt idx="635">
                        <c:v>22034</c:v>
                      </c:pt>
                      <c:pt idx="636">
                        <c:v>22067</c:v>
                      </c:pt>
                      <c:pt idx="637">
                        <c:v>22100</c:v>
                      </c:pt>
                      <c:pt idx="638">
                        <c:v>22134</c:v>
                      </c:pt>
                      <c:pt idx="639">
                        <c:v>22167</c:v>
                      </c:pt>
                      <c:pt idx="640">
                        <c:v>22200</c:v>
                      </c:pt>
                      <c:pt idx="641">
                        <c:v>22234</c:v>
                      </c:pt>
                      <c:pt idx="642">
                        <c:v>22267</c:v>
                      </c:pt>
                      <c:pt idx="643">
                        <c:v>22300</c:v>
                      </c:pt>
                      <c:pt idx="644">
                        <c:v>22334</c:v>
                      </c:pt>
                      <c:pt idx="645">
                        <c:v>22367</c:v>
                      </c:pt>
                      <c:pt idx="646">
                        <c:v>22400</c:v>
                      </c:pt>
                      <c:pt idx="647">
                        <c:v>22434</c:v>
                      </c:pt>
                      <c:pt idx="648">
                        <c:v>22467</c:v>
                      </c:pt>
                      <c:pt idx="649">
                        <c:v>22500</c:v>
                      </c:pt>
                      <c:pt idx="650">
                        <c:v>22534</c:v>
                      </c:pt>
                      <c:pt idx="651">
                        <c:v>22567</c:v>
                      </c:pt>
                      <c:pt idx="652">
                        <c:v>22600</c:v>
                      </c:pt>
                      <c:pt idx="653">
                        <c:v>22634</c:v>
                      </c:pt>
                      <c:pt idx="654">
                        <c:v>22667</c:v>
                      </c:pt>
                      <c:pt idx="655">
                        <c:v>22700</c:v>
                      </c:pt>
                      <c:pt idx="656">
                        <c:v>22734</c:v>
                      </c:pt>
                      <c:pt idx="657">
                        <c:v>22767</c:v>
                      </c:pt>
                      <c:pt idx="658">
                        <c:v>22800</c:v>
                      </c:pt>
                      <c:pt idx="659">
                        <c:v>22834</c:v>
                      </c:pt>
                      <c:pt idx="660">
                        <c:v>22867</c:v>
                      </c:pt>
                      <c:pt idx="661">
                        <c:v>22900</c:v>
                      </c:pt>
                      <c:pt idx="662">
                        <c:v>22934</c:v>
                      </c:pt>
                      <c:pt idx="663">
                        <c:v>22967</c:v>
                      </c:pt>
                      <c:pt idx="664">
                        <c:v>23000</c:v>
                      </c:pt>
                      <c:pt idx="665">
                        <c:v>23034</c:v>
                      </c:pt>
                      <c:pt idx="666">
                        <c:v>23067</c:v>
                      </c:pt>
                      <c:pt idx="667">
                        <c:v>23100</c:v>
                      </c:pt>
                      <c:pt idx="668">
                        <c:v>23134</c:v>
                      </c:pt>
                      <c:pt idx="669">
                        <c:v>23167</c:v>
                      </c:pt>
                      <c:pt idx="670">
                        <c:v>23200</c:v>
                      </c:pt>
                      <c:pt idx="671">
                        <c:v>23234</c:v>
                      </c:pt>
                      <c:pt idx="672">
                        <c:v>23267</c:v>
                      </c:pt>
                      <c:pt idx="673">
                        <c:v>23300</c:v>
                      </c:pt>
                      <c:pt idx="674">
                        <c:v>23334</c:v>
                      </c:pt>
                      <c:pt idx="675">
                        <c:v>23367</c:v>
                      </c:pt>
                      <c:pt idx="676">
                        <c:v>23400</c:v>
                      </c:pt>
                      <c:pt idx="677">
                        <c:v>23434</c:v>
                      </c:pt>
                      <c:pt idx="678">
                        <c:v>23467</c:v>
                      </c:pt>
                      <c:pt idx="679">
                        <c:v>23500</c:v>
                      </c:pt>
                      <c:pt idx="680">
                        <c:v>23534</c:v>
                      </c:pt>
                      <c:pt idx="681">
                        <c:v>23567</c:v>
                      </c:pt>
                      <c:pt idx="682">
                        <c:v>23600</c:v>
                      </c:pt>
                      <c:pt idx="683">
                        <c:v>23634</c:v>
                      </c:pt>
                      <c:pt idx="684">
                        <c:v>23667</c:v>
                      </c:pt>
                      <c:pt idx="685">
                        <c:v>23700</c:v>
                      </c:pt>
                      <c:pt idx="686">
                        <c:v>23734</c:v>
                      </c:pt>
                      <c:pt idx="687">
                        <c:v>23767</c:v>
                      </c:pt>
                      <c:pt idx="688">
                        <c:v>23800</c:v>
                      </c:pt>
                      <c:pt idx="689">
                        <c:v>23834</c:v>
                      </c:pt>
                      <c:pt idx="690">
                        <c:v>23867</c:v>
                      </c:pt>
                      <c:pt idx="691">
                        <c:v>23901</c:v>
                      </c:pt>
                      <c:pt idx="692">
                        <c:v>23934</c:v>
                      </c:pt>
                      <c:pt idx="693">
                        <c:v>23967</c:v>
                      </c:pt>
                      <c:pt idx="694">
                        <c:v>24001</c:v>
                      </c:pt>
                      <c:pt idx="695">
                        <c:v>24034</c:v>
                      </c:pt>
                      <c:pt idx="696">
                        <c:v>24067</c:v>
                      </c:pt>
                      <c:pt idx="697">
                        <c:v>24101</c:v>
                      </c:pt>
                      <c:pt idx="698">
                        <c:v>24134</c:v>
                      </c:pt>
                      <c:pt idx="699">
                        <c:v>24167</c:v>
                      </c:pt>
                      <c:pt idx="700">
                        <c:v>24201</c:v>
                      </c:pt>
                      <c:pt idx="701">
                        <c:v>24234</c:v>
                      </c:pt>
                      <c:pt idx="702">
                        <c:v>24267</c:v>
                      </c:pt>
                      <c:pt idx="703">
                        <c:v>24301</c:v>
                      </c:pt>
                      <c:pt idx="704">
                        <c:v>24334</c:v>
                      </c:pt>
                      <c:pt idx="705">
                        <c:v>24367</c:v>
                      </c:pt>
                      <c:pt idx="706">
                        <c:v>24401</c:v>
                      </c:pt>
                      <c:pt idx="707">
                        <c:v>24434</c:v>
                      </c:pt>
                      <c:pt idx="708">
                        <c:v>24467</c:v>
                      </c:pt>
                      <c:pt idx="709">
                        <c:v>24501</c:v>
                      </c:pt>
                      <c:pt idx="710">
                        <c:v>24534</c:v>
                      </c:pt>
                      <c:pt idx="711">
                        <c:v>24567</c:v>
                      </c:pt>
                      <c:pt idx="712">
                        <c:v>24601</c:v>
                      </c:pt>
                      <c:pt idx="713">
                        <c:v>24634</c:v>
                      </c:pt>
                      <c:pt idx="714">
                        <c:v>24667</c:v>
                      </c:pt>
                      <c:pt idx="715">
                        <c:v>24701</c:v>
                      </c:pt>
                      <c:pt idx="716">
                        <c:v>24734</c:v>
                      </c:pt>
                      <c:pt idx="717">
                        <c:v>24767</c:v>
                      </c:pt>
                      <c:pt idx="718">
                        <c:v>24801</c:v>
                      </c:pt>
                      <c:pt idx="719">
                        <c:v>24834</c:v>
                      </c:pt>
                      <c:pt idx="720">
                        <c:v>24867</c:v>
                      </c:pt>
                      <c:pt idx="721">
                        <c:v>24901</c:v>
                      </c:pt>
                      <c:pt idx="722">
                        <c:v>24934</c:v>
                      </c:pt>
                      <c:pt idx="723">
                        <c:v>24967</c:v>
                      </c:pt>
                      <c:pt idx="724">
                        <c:v>25001</c:v>
                      </c:pt>
                      <c:pt idx="725">
                        <c:v>25034</c:v>
                      </c:pt>
                      <c:pt idx="726">
                        <c:v>25067</c:v>
                      </c:pt>
                      <c:pt idx="727">
                        <c:v>25101</c:v>
                      </c:pt>
                      <c:pt idx="728">
                        <c:v>25134</c:v>
                      </c:pt>
                      <c:pt idx="729">
                        <c:v>25167</c:v>
                      </c:pt>
                      <c:pt idx="730">
                        <c:v>25201</c:v>
                      </c:pt>
                      <c:pt idx="731">
                        <c:v>25234</c:v>
                      </c:pt>
                      <c:pt idx="732">
                        <c:v>25267</c:v>
                      </c:pt>
                      <c:pt idx="733">
                        <c:v>25301</c:v>
                      </c:pt>
                      <c:pt idx="734">
                        <c:v>25334</c:v>
                      </c:pt>
                      <c:pt idx="735">
                        <c:v>25367</c:v>
                      </c:pt>
                      <c:pt idx="736">
                        <c:v>25401</c:v>
                      </c:pt>
                      <c:pt idx="737">
                        <c:v>25434</c:v>
                      </c:pt>
                      <c:pt idx="738">
                        <c:v>25467</c:v>
                      </c:pt>
                      <c:pt idx="739">
                        <c:v>25501</c:v>
                      </c:pt>
                      <c:pt idx="740">
                        <c:v>25534</c:v>
                      </c:pt>
                      <c:pt idx="741">
                        <c:v>25567</c:v>
                      </c:pt>
                      <c:pt idx="742">
                        <c:v>25601</c:v>
                      </c:pt>
                      <c:pt idx="743">
                        <c:v>25634</c:v>
                      </c:pt>
                      <c:pt idx="744">
                        <c:v>25667</c:v>
                      </c:pt>
                      <c:pt idx="745">
                        <c:v>25701</c:v>
                      </c:pt>
                      <c:pt idx="746">
                        <c:v>25734</c:v>
                      </c:pt>
                      <c:pt idx="747">
                        <c:v>25767</c:v>
                      </c:pt>
                      <c:pt idx="748">
                        <c:v>25801</c:v>
                      </c:pt>
                      <c:pt idx="749">
                        <c:v>25834</c:v>
                      </c:pt>
                      <c:pt idx="750">
                        <c:v>25867</c:v>
                      </c:pt>
                      <c:pt idx="751">
                        <c:v>25901</c:v>
                      </c:pt>
                      <c:pt idx="752">
                        <c:v>25934</c:v>
                      </c:pt>
                      <c:pt idx="753">
                        <c:v>25967</c:v>
                      </c:pt>
                      <c:pt idx="754">
                        <c:v>26001</c:v>
                      </c:pt>
                      <c:pt idx="755">
                        <c:v>26034</c:v>
                      </c:pt>
                      <c:pt idx="756">
                        <c:v>26067</c:v>
                      </c:pt>
                      <c:pt idx="757">
                        <c:v>26101</c:v>
                      </c:pt>
                      <c:pt idx="758">
                        <c:v>26134</c:v>
                      </c:pt>
                      <c:pt idx="759">
                        <c:v>26168</c:v>
                      </c:pt>
                      <c:pt idx="760">
                        <c:v>26201</c:v>
                      </c:pt>
                      <c:pt idx="761">
                        <c:v>26234</c:v>
                      </c:pt>
                      <c:pt idx="762">
                        <c:v>26268</c:v>
                      </c:pt>
                      <c:pt idx="763">
                        <c:v>26301</c:v>
                      </c:pt>
                      <c:pt idx="764">
                        <c:v>26334</c:v>
                      </c:pt>
                      <c:pt idx="765">
                        <c:v>26368</c:v>
                      </c:pt>
                      <c:pt idx="766">
                        <c:v>26401</c:v>
                      </c:pt>
                      <c:pt idx="767">
                        <c:v>26434</c:v>
                      </c:pt>
                      <c:pt idx="768">
                        <c:v>26468</c:v>
                      </c:pt>
                      <c:pt idx="769">
                        <c:v>26501</c:v>
                      </c:pt>
                      <c:pt idx="770">
                        <c:v>26534</c:v>
                      </c:pt>
                      <c:pt idx="771">
                        <c:v>26568</c:v>
                      </c:pt>
                      <c:pt idx="772">
                        <c:v>26601</c:v>
                      </c:pt>
                      <c:pt idx="773">
                        <c:v>26634</c:v>
                      </c:pt>
                      <c:pt idx="774">
                        <c:v>26668</c:v>
                      </c:pt>
                      <c:pt idx="775">
                        <c:v>26701</c:v>
                      </c:pt>
                      <c:pt idx="776">
                        <c:v>26734</c:v>
                      </c:pt>
                      <c:pt idx="777">
                        <c:v>26768</c:v>
                      </c:pt>
                      <c:pt idx="778">
                        <c:v>26801</c:v>
                      </c:pt>
                      <c:pt idx="779">
                        <c:v>26834</c:v>
                      </c:pt>
                      <c:pt idx="780">
                        <c:v>26868</c:v>
                      </c:pt>
                      <c:pt idx="781">
                        <c:v>26901</c:v>
                      </c:pt>
                      <c:pt idx="782">
                        <c:v>26934</c:v>
                      </c:pt>
                      <c:pt idx="783">
                        <c:v>26968</c:v>
                      </c:pt>
                      <c:pt idx="784">
                        <c:v>27001</c:v>
                      </c:pt>
                      <c:pt idx="785">
                        <c:v>27034</c:v>
                      </c:pt>
                      <c:pt idx="786">
                        <c:v>27068</c:v>
                      </c:pt>
                      <c:pt idx="787">
                        <c:v>27101</c:v>
                      </c:pt>
                      <c:pt idx="788">
                        <c:v>27134</c:v>
                      </c:pt>
                      <c:pt idx="789">
                        <c:v>27168</c:v>
                      </c:pt>
                      <c:pt idx="790">
                        <c:v>27201</c:v>
                      </c:pt>
                      <c:pt idx="791">
                        <c:v>27234</c:v>
                      </c:pt>
                      <c:pt idx="792">
                        <c:v>27268</c:v>
                      </c:pt>
                      <c:pt idx="793">
                        <c:v>27301</c:v>
                      </c:pt>
                      <c:pt idx="794">
                        <c:v>27334</c:v>
                      </c:pt>
                      <c:pt idx="795">
                        <c:v>27368</c:v>
                      </c:pt>
                      <c:pt idx="796">
                        <c:v>27401</c:v>
                      </c:pt>
                      <c:pt idx="797">
                        <c:v>27434</c:v>
                      </c:pt>
                      <c:pt idx="798">
                        <c:v>27468</c:v>
                      </c:pt>
                      <c:pt idx="799">
                        <c:v>27501</c:v>
                      </c:pt>
                      <c:pt idx="800">
                        <c:v>27534</c:v>
                      </c:pt>
                      <c:pt idx="801">
                        <c:v>27568</c:v>
                      </c:pt>
                      <c:pt idx="802">
                        <c:v>27601</c:v>
                      </c:pt>
                      <c:pt idx="803">
                        <c:v>27634</c:v>
                      </c:pt>
                      <c:pt idx="804">
                        <c:v>27668</c:v>
                      </c:pt>
                      <c:pt idx="805">
                        <c:v>27701</c:v>
                      </c:pt>
                      <c:pt idx="806">
                        <c:v>27734</c:v>
                      </c:pt>
                      <c:pt idx="807">
                        <c:v>27768</c:v>
                      </c:pt>
                      <c:pt idx="808">
                        <c:v>27801</c:v>
                      </c:pt>
                      <c:pt idx="809">
                        <c:v>27834</c:v>
                      </c:pt>
                      <c:pt idx="810">
                        <c:v>27868</c:v>
                      </c:pt>
                      <c:pt idx="811">
                        <c:v>27901</c:v>
                      </c:pt>
                      <c:pt idx="812">
                        <c:v>27934</c:v>
                      </c:pt>
                      <c:pt idx="813">
                        <c:v>27968</c:v>
                      </c:pt>
                      <c:pt idx="814">
                        <c:v>28001</c:v>
                      </c:pt>
                      <c:pt idx="815">
                        <c:v>28034</c:v>
                      </c:pt>
                      <c:pt idx="816">
                        <c:v>28068</c:v>
                      </c:pt>
                      <c:pt idx="817">
                        <c:v>28101</c:v>
                      </c:pt>
                      <c:pt idx="818">
                        <c:v>28134</c:v>
                      </c:pt>
                      <c:pt idx="819">
                        <c:v>28168</c:v>
                      </c:pt>
                      <c:pt idx="820">
                        <c:v>28201</c:v>
                      </c:pt>
                      <c:pt idx="821">
                        <c:v>28234</c:v>
                      </c:pt>
                      <c:pt idx="822">
                        <c:v>28268</c:v>
                      </c:pt>
                      <c:pt idx="823">
                        <c:v>28301</c:v>
                      </c:pt>
                      <c:pt idx="824">
                        <c:v>28334</c:v>
                      </c:pt>
                      <c:pt idx="825">
                        <c:v>28368</c:v>
                      </c:pt>
                      <c:pt idx="826">
                        <c:v>28401</c:v>
                      </c:pt>
                      <c:pt idx="827">
                        <c:v>28435</c:v>
                      </c:pt>
                      <c:pt idx="828">
                        <c:v>28468</c:v>
                      </c:pt>
                      <c:pt idx="829">
                        <c:v>28501</c:v>
                      </c:pt>
                      <c:pt idx="830">
                        <c:v>28535</c:v>
                      </c:pt>
                      <c:pt idx="831">
                        <c:v>28568</c:v>
                      </c:pt>
                      <c:pt idx="832">
                        <c:v>28601</c:v>
                      </c:pt>
                      <c:pt idx="833">
                        <c:v>28635</c:v>
                      </c:pt>
                      <c:pt idx="834">
                        <c:v>28668</c:v>
                      </c:pt>
                      <c:pt idx="835">
                        <c:v>28701</c:v>
                      </c:pt>
                      <c:pt idx="836">
                        <c:v>28735</c:v>
                      </c:pt>
                      <c:pt idx="837">
                        <c:v>28768</c:v>
                      </c:pt>
                      <c:pt idx="838">
                        <c:v>28801</c:v>
                      </c:pt>
                      <c:pt idx="839">
                        <c:v>28835</c:v>
                      </c:pt>
                      <c:pt idx="840">
                        <c:v>28868</c:v>
                      </c:pt>
                      <c:pt idx="841">
                        <c:v>28901</c:v>
                      </c:pt>
                      <c:pt idx="842">
                        <c:v>28935</c:v>
                      </c:pt>
                      <c:pt idx="843">
                        <c:v>28968</c:v>
                      </c:pt>
                      <c:pt idx="844">
                        <c:v>29001</c:v>
                      </c:pt>
                      <c:pt idx="845">
                        <c:v>29035</c:v>
                      </c:pt>
                      <c:pt idx="846">
                        <c:v>29068</c:v>
                      </c:pt>
                      <c:pt idx="847">
                        <c:v>29101</c:v>
                      </c:pt>
                      <c:pt idx="848">
                        <c:v>29135</c:v>
                      </c:pt>
                      <c:pt idx="849">
                        <c:v>29168</c:v>
                      </c:pt>
                      <c:pt idx="850">
                        <c:v>29201</c:v>
                      </c:pt>
                      <c:pt idx="851">
                        <c:v>29235</c:v>
                      </c:pt>
                      <c:pt idx="852">
                        <c:v>29268</c:v>
                      </c:pt>
                      <c:pt idx="853">
                        <c:v>29301</c:v>
                      </c:pt>
                      <c:pt idx="854">
                        <c:v>29335</c:v>
                      </c:pt>
                      <c:pt idx="855">
                        <c:v>29368</c:v>
                      </c:pt>
                      <c:pt idx="856">
                        <c:v>29401</c:v>
                      </c:pt>
                      <c:pt idx="857">
                        <c:v>29435</c:v>
                      </c:pt>
                      <c:pt idx="858">
                        <c:v>29468</c:v>
                      </c:pt>
                      <c:pt idx="859">
                        <c:v>29501</c:v>
                      </c:pt>
                      <c:pt idx="860">
                        <c:v>29535</c:v>
                      </c:pt>
                      <c:pt idx="861">
                        <c:v>29568</c:v>
                      </c:pt>
                      <c:pt idx="862">
                        <c:v>29601</c:v>
                      </c:pt>
                      <c:pt idx="863">
                        <c:v>29635</c:v>
                      </c:pt>
                      <c:pt idx="864">
                        <c:v>29668</c:v>
                      </c:pt>
                      <c:pt idx="865">
                        <c:v>29701</c:v>
                      </c:pt>
                      <c:pt idx="866">
                        <c:v>29735</c:v>
                      </c:pt>
                      <c:pt idx="867">
                        <c:v>29768</c:v>
                      </c:pt>
                      <c:pt idx="868">
                        <c:v>29801</c:v>
                      </c:pt>
                      <c:pt idx="869">
                        <c:v>29835</c:v>
                      </c:pt>
                      <c:pt idx="870">
                        <c:v>29868</c:v>
                      </c:pt>
                      <c:pt idx="871">
                        <c:v>29901</c:v>
                      </c:pt>
                      <c:pt idx="872">
                        <c:v>29935</c:v>
                      </c:pt>
                      <c:pt idx="873">
                        <c:v>29968</c:v>
                      </c:pt>
                      <c:pt idx="874">
                        <c:v>30001</c:v>
                      </c:pt>
                      <c:pt idx="875">
                        <c:v>30035</c:v>
                      </c:pt>
                      <c:pt idx="876">
                        <c:v>30068</c:v>
                      </c:pt>
                      <c:pt idx="877">
                        <c:v>30101</c:v>
                      </c:pt>
                      <c:pt idx="878">
                        <c:v>30135</c:v>
                      </c:pt>
                      <c:pt idx="879">
                        <c:v>30168</c:v>
                      </c:pt>
                      <c:pt idx="880">
                        <c:v>30201</c:v>
                      </c:pt>
                      <c:pt idx="881">
                        <c:v>30235</c:v>
                      </c:pt>
                      <c:pt idx="882">
                        <c:v>30268</c:v>
                      </c:pt>
                      <c:pt idx="883">
                        <c:v>30301</c:v>
                      </c:pt>
                      <c:pt idx="884">
                        <c:v>30335</c:v>
                      </c:pt>
                      <c:pt idx="885">
                        <c:v>30368</c:v>
                      </c:pt>
                      <c:pt idx="886">
                        <c:v>30401</c:v>
                      </c:pt>
                      <c:pt idx="887">
                        <c:v>30435</c:v>
                      </c:pt>
                      <c:pt idx="888">
                        <c:v>30468</c:v>
                      </c:pt>
                      <c:pt idx="889">
                        <c:v>30501</c:v>
                      </c:pt>
                      <c:pt idx="890">
                        <c:v>30535</c:v>
                      </c:pt>
                      <c:pt idx="891">
                        <c:v>30568</c:v>
                      </c:pt>
                      <c:pt idx="892">
                        <c:v>30602</c:v>
                      </c:pt>
                      <c:pt idx="893">
                        <c:v>30635</c:v>
                      </c:pt>
                      <c:pt idx="894">
                        <c:v>30668</c:v>
                      </c:pt>
                      <c:pt idx="895">
                        <c:v>30702</c:v>
                      </c:pt>
                      <c:pt idx="896">
                        <c:v>30735</c:v>
                      </c:pt>
                      <c:pt idx="897">
                        <c:v>30768</c:v>
                      </c:pt>
                      <c:pt idx="898">
                        <c:v>30802</c:v>
                      </c:pt>
                      <c:pt idx="899">
                        <c:v>30835</c:v>
                      </c:pt>
                      <c:pt idx="900">
                        <c:v>30868</c:v>
                      </c:pt>
                      <c:pt idx="901">
                        <c:v>30902</c:v>
                      </c:pt>
                      <c:pt idx="902">
                        <c:v>30935</c:v>
                      </c:pt>
                      <c:pt idx="903">
                        <c:v>30968</c:v>
                      </c:pt>
                      <c:pt idx="904">
                        <c:v>31002</c:v>
                      </c:pt>
                      <c:pt idx="905">
                        <c:v>31035</c:v>
                      </c:pt>
                      <c:pt idx="906">
                        <c:v>31068</c:v>
                      </c:pt>
                      <c:pt idx="907">
                        <c:v>31102</c:v>
                      </c:pt>
                      <c:pt idx="908">
                        <c:v>31135</c:v>
                      </c:pt>
                      <c:pt idx="909">
                        <c:v>31168</c:v>
                      </c:pt>
                      <c:pt idx="910">
                        <c:v>31202</c:v>
                      </c:pt>
                      <c:pt idx="911">
                        <c:v>31235</c:v>
                      </c:pt>
                      <c:pt idx="912">
                        <c:v>31268</c:v>
                      </c:pt>
                      <c:pt idx="913">
                        <c:v>31302</c:v>
                      </c:pt>
                      <c:pt idx="914">
                        <c:v>31335</c:v>
                      </c:pt>
                      <c:pt idx="915">
                        <c:v>31368</c:v>
                      </c:pt>
                      <c:pt idx="916">
                        <c:v>31402</c:v>
                      </c:pt>
                      <c:pt idx="917">
                        <c:v>31435</c:v>
                      </c:pt>
                      <c:pt idx="918">
                        <c:v>31468</c:v>
                      </c:pt>
                      <c:pt idx="919">
                        <c:v>31502</c:v>
                      </c:pt>
                      <c:pt idx="920">
                        <c:v>31535</c:v>
                      </c:pt>
                      <c:pt idx="921">
                        <c:v>31568</c:v>
                      </c:pt>
                      <c:pt idx="922">
                        <c:v>31602</c:v>
                      </c:pt>
                      <c:pt idx="923">
                        <c:v>31635</c:v>
                      </c:pt>
                      <c:pt idx="924">
                        <c:v>31668</c:v>
                      </c:pt>
                      <c:pt idx="925">
                        <c:v>31702</c:v>
                      </c:pt>
                      <c:pt idx="926">
                        <c:v>31735</c:v>
                      </c:pt>
                      <c:pt idx="927">
                        <c:v>31768</c:v>
                      </c:pt>
                      <c:pt idx="928">
                        <c:v>31802</c:v>
                      </c:pt>
                      <c:pt idx="929">
                        <c:v>31835</c:v>
                      </c:pt>
                      <c:pt idx="930">
                        <c:v>31868</c:v>
                      </c:pt>
                      <c:pt idx="931">
                        <c:v>31902</c:v>
                      </c:pt>
                      <c:pt idx="932">
                        <c:v>31935</c:v>
                      </c:pt>
                      <c:pt idx="933">
                        <c:v>31968</c:v>
                      </c:pt>
                      <c:pt idx="934">
                        <c:v>32002</c:v>
                      </c:pt>
                      <c:pt idx="935">
                        <c:v>32035</c:v>
                      </c:pt>
                      <c:pt idx="936">
                        <c:v>32068</c:v>
                      </c:pt>
                      <c:pt idx="937">
                        <c:v>32102</c:v>
                      </c:pt>
                      <c:pt idx="938">
                        <c:v>32135</c:v>
                      </c:pt>
                      <c:pt idx="939">
                        <c:v>32168</c:v>
                      </c:pt>
                      <c:pt idx="940">
                        <c:v>32202</c:v>
                      </c:pt>
                      <c:pt idx="941">
                        <c:v>32235</c:v>
                      </c:pt>
                      <c:pt idx="942">
                        <c:v>32268</c:v>
                      </c:pt>
                      <c:pt idx="943">
                        <c:v>32302</c:v>
                      </c:pt>
                      <c:pt idx="944">
                        <c:v>32335</c:v>
                      </c:pt>
                      <c:pt idx="945">
                        <c:v>32368</c:v>
                      </c:pt>
                      <c:pt idx="946">
                        <c:v>32402</c:v>
                      </c:pt>
                      <c:pt idx="947">
                        <c:v>32435</c:v>
                      </c:pt>
                      <c:pt idx="948">
                        <c:v>32468</c:v>
                      </c:pt>
                      <c:pt idx="949">
                        <c:v>32502</c:v>
                      </c:pt>
                      <c:pt idx="950">
                        <c:v>32535</c:v>
                      </c:pt>
                      <c:pt idx="951">
                        <c:v>32568</c:v>
                      </c:pt>
                      <c:pt idx="952">
                        <c:v>32602</c:v>
                      </c:pt>
                      <c:pt idx="953">
                        <c:v>32635</c:v>
                      </c:pt>
                      <c:pt idx="954">
                        <c:v>32668</c:v>
                      </c:pt>
                      <c:pt idx="955">
                        <c:v>32702</c:v>
                      </c:pt>
                      <c:pt idx="956">
                        <c:v>32735</c:v>
                      </c:pt>
                      <c:pt idx="957">
                        <c:v>32768</c:v>
                      </c:pt>
                      <c:pt idx="958">
                        <c:v>32802</c:v>
                      </c:pt>
                      <c:pt idx="959">
                        <c:v>32835</c:v>
                      </c:pt>
                      <c:pt idx="960">
                        <c:v>32869</c:v>
                      </c:pt>
                      <c:pt idx="961">
                        <c:v>32902</c:v>
                      </c:pt>
                      <c:pt idx="962">
                        <c:v>32935</c:v>
                      </c:pt>
                      <c:pt idx="963">
                        <c:v>32969</c:v>
                      </c:pt>
                      <c:pt idx="964">
                        <c:v>33002</c:v>
                      </c:pt>
                      <c:pt idx="965">
                        <c:v>33035</c:v>
                      </c:pt>
                      <c:pt idx="966">
                        <c:v>33069</c:v>
                      </c:pt>
                      <c:pt idx="967">
                        <c:v>33102</c:v>
                      </c:pt>
                      <c:pt idx="968">
                        <c:v>33135</c:v>
                      </c:pt>
                      <c:pt idx="969">
                        <c:v>33169</c:v>
                      </c:pt>
                      <c:pt idx="970">
                        <c:v>33202</c:v>
                      </c:pt>
                      <c:pt idx="971">
                        <c:v>33235</c:v>
                      </c:pt>
                      <c:pt idx="972">
                        <c:v>33269</c:v>
                      </c:pt>
                      <c:pt idx="973">
                        <c:v>33302</c:v>
                      </c:pt>
                      <c:pt idx="974">
                        <c:v>33335</c:v>
                      </c:pt>
                      <c:pt idx="975">
                        <c:v>33369</c:v>
                      </c:pt>
                      <c:pt idx="976">
                        <c:v>33402</c:v>
                      </c:pt>
                      <c:pt idx="977">
                        <c:v>33435</c:v>
                      </c:pt>
                      <c:pt idx="978">
                        <c:v>33469</c:v>
                      </c:pt>
                      <c:pt idx="979">
                        <c:v>33502</c:v>
                      </c:pt>
                      <c:pt idx="980">
                        <c:v>33535</c:v>
                      </c:pt>
                      <c:pt idx="981">
                        <c:v>33569</c:v>
                      </c:pt>
                      <c:pt idx="982">
                        <c:v>33602</c:v>
                      </c:pt>
                      <c:pt idx="983">
                        <c:v>33635</c:v>
                      </c:pt>
                      <c:pt idx="984">
                        <c:v>33669</c:v>
                      </c:pt>
                      <c:pt idx="985">
                        <c:v>33702</c:v>
                      </c:pt>
                      <c:pt idx="986">
                        <c:v>33735</c:v>
                      </c:pt>
                      <c:pt idx="987">
                        <c:v>33769</c:v>
                      </c:pt>
                      <c:pt idx="988">
                        <c:v>33802</c:v>
                      </c:pt>
                      <c:pt idx="989">
                        <c:v>33835</c:v>
                      </c:pt>
                      <c:pt idx="990">
                        <c:v>33869</c:v>
                      </c:pt>
                      <c:pt idx="991">
                        <c:v>33902</c:v>
                      </c:pt>
                      <c:pt idx="992">
                        <c:v>33935</c:v>
                      </c:pt>
                      <c:pt idx="993">
                        <c:v>33969</c:v>
                      </c:pt>
                      <c:pt idx="994">
                        <c:v>34002</c:v>
                      </c:pt>
                      <c:pt idx="995">
                        <c:v>34035</c:v>
                      </c:pt>
                      <c:pt idx="996">
                        <c:v>34069</c:v>
                      </c:pt>
                      <c:pt idx="997">
                        <c:v>34102</c:v>
                      </c:pt>
                      <c:pt idx="998">
                        <c:v>34135</c:v>
                      </c:pt>
                      <c:pt idx="999">
                        <c:v>34169</c:v>
                      </c:pt>
                      <c:pt idx="1000">
                        <c:v>34202</c:v>
                      </c:pt>
                      <c:pt idx="1001">
                        <c:v>34235</c:v>
                      </c:pt>
                      <c:pt idx="1002">
                        <c:v>34269</c:v>
                      </c:pt>
                      <c:pt idx="1003">
                        <c:v>34302</c:v>
                      </c:pt>
                      <c:pt idx="1004">
                        <c:v>34335</c:v>
                      </c:pt>
                      <c:pt idx="1005">
                        <c:v>34369</c:v>
                      </c:pt>
                      <c:pt idx="1006">
                        <c:v>34402</c:v>
                      </c:pt>
                      <c:pt idx="1007">
                        <c:v>34435</c:v>
                      </c:pt>
                      <c:pt idx="1008">
                        <c:v>34469</c:v>
                      </c:pt>
                      <c:pt idx="1009">
                        <c:v>34502</c:v>
                      </c:pt>
                      <c:pt idx="1010">
                        <c:v>34535</c:v>
                      </c:pt>
                      <c:pt idx="1011">
                        <c:v>34569</c:v>
                      </c:pt>
                      <c:pt idx="1012">
                        <c:v>34602</c:v>
                      </c:pt>
                      <c:pt idx="1013">
                        <c:v>34635</c:v>
                      </c:pt>
                      <c:pt idx="1014">
                        <c:v>34669</c:v>
                      </c:pt>
                      <c:pt idx="1015">
                        <c:v>34702</c:v>
                      </c:pt>
                      <c:pt idx="1016">
                        <c:v>34735</c:v>
                      </c:pt>
                      <c:pt idx="1017">
                        <c:v>34769</c:v>
                      </c:pt>
                      <c:pt idx="1018">
                        <c:v>34802</c:v>
                      </c:pt>
                      <c:pt idx="1019">
                        <c:v>34835</c:v>
                      </c:pt>
                    </c:numCache>
                  </c:numRef>
                </c:cat>
                <c:val>
                  <c:numLit>
                    <c:formatCode>General</c:formatCode>
                    <c:ptCount val="1"/>
                    <c:pt idx="0">
                      <c:v>1</c:v>
                    </c:pt>
                  </c:numLit>
                </c:val>
                <c:smooth val="0"/>
                <c:extLst>
                  <c:ext xmlns:c16="http://schemas.microsoft.com/office/drawing/2014/chart" uri="{C3380CC4-5D6E-409C-BE32-E72D297353CC}">
                    <c16:uniqueId val="{00000003-DC3A-4E19-B5E8-E48984FEF7F2}"/>
                  </c:ext>
                </c:extLst>
              </c15:ser>
            </c15:filteredLineSeries>
          </c:ext>
        </c:extLst>
      </c:lineChart>
      <c:catAx>
        <c:axId val="3895746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389576056"/>
        <c:crosses val="autoZero"/>
        <c:auto val="0"/>
        <c:lblAlgn val="ctr"/>
        <c:lblOffset val="100"/>
        <c:noMultiLvlLbl val="0"/>
      </c:catAx>
      <c:valAx>
        <c:axId val="389576056"/>
        <c:scaling>
          <c:orientation val="minMax"/>
        </c:scaling>
        <c:delete val="0"/>
        <c:axPos val="l"/>
        <c:title>
          <c:tx>
            <c:rich>
              <a:bodyPr rot="-540000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ysClr val="windowText" lastClr="000000">
                        <a:lumMod val="65000"/>
                        <a:lumOff val="35000"/>
                      </a:sysClr>
                    </a:solidFill>
                    <a:latin typeface="+mn-lt"/>
                    <a:ea typeface="+mn-ea"/>
                    <a:cs typeface="+mn-cs"/>
                  </a:defRPr>
                </a:pPr>
                <a:r>
                  <a:rPr lang="ja-JP" altLang="en-US" sz="1000" b="0" i="0" u="none" strike="noStrike" kern="1200" baseline="0">
                    <a:solidFill>
                      <a:sysClr val="windowText" lastClr="000000">
                        <a:lumMod val="65000"/>
                        <a:lumOff val="35000"/>
                      </a:sysClr>
                    </a:solidFill>
                  </a:rPr>
                  <a:t>瞳孔面積［</a:t>
                </a:r>
                <a:r>
                  <a:rPr lang="en-US" altLang="ja-JP" sz="1000" b="0" i="0" u="none" strike="noStrike" kern="1200" baseline="0">
                    <a:solidFill>
                      <a:sysClr val="windowText" lastClr="000000">
                        <a:lumMod val="65000"/>
                        <a:lumOff val="35000"/>
                      </a:sysClr>
                    </a:solidFill>
                  </a:rPr>
                  <a:t>dot]</a:t>
                </a:r>
                <a:endParaRPr lang="ja-JP" altLang="en-US" sz="1000" b="0" i="0" u="none" strike="noStrike" kern="1200" baseline="0">
                  <a:solidFill>
                    <a:sysClr val="windowText" lastClr="000000">
                      <a:lumMod val="65000"/>
                      <a:lumOff val="35000"/>
                    </a:sysClr>
                  </a:solidFill>
                </a:endParaRPr>
              </a:p>
            </c:rich>
          </c:tx>
          <c:overlay val="0"/>
          <c:spPr>
            <a:noFill/>
            <a:ln>
              <a:noFill/>
            </a:ln>
            <a:effectLst/>
          </c:spPr>
          <c:txPr>
            <a:bodyPr rot="-540000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ysClr val="windowText" lastClr="000000">
                      <a:lumMod val="65000"/>
                      <a:lumOff val="35000"/>
                    </a:sysClr>
                  </a:solidFill>
                  <a:latin typeface="+mn-lt"/>
                  <a:ea typeface="+mn-ea"/>
                  <a:cs typeface="+mn-cs"/>
                </a:defRPr>
              </a:pPr>
              <a:endParaRPr lang="ja-JP" alt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389574616"/>
        <c:crosses val="autoZero"/>
        <c:crossBetween val="between"/>
      </c:valAx>
      <c:valAx>
        <c:axId val="397982816"/>
        <c:scaling>
          <c:orientation val="minMax"/>
        </c:scaling>
        <c:delete val="0"/>
        <c:axPos val="r"/>
        <c:title>
          <c:tx>
            <c:rich>
              <a:bodyPr rot="0" spcFirstLastPara="1" vertOverflow="ellipsis"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ysClr val="windowText" lastClr="000000">
                        <a:lumMod val="65000"/>
                        <a:lumOff val="35000"/>
                      </a:sysClr>
                    </a:solidFill>
                    <a:latin typeface="+mn-lt"/>
                    <a:ea typeface="+mn-ea"/>
                    <a:cs typeface="+mn-cs"/>
                  </a:defRPr>
                </a:pPr>
                <a:r>
                  <a:rPr lang="ja-JP" altLang="en-US" sz="1000" b="0" i="0" u="none" strike="noStrike" kern="1200" baseline="0" dirty="0">
                    <a:solidFill>
                      <a:sysClr val="windowText" lastClr="000000">
                        <a:lumMod val="65000"/>
                        <a:lumOff val="35000"/>
                      </a:sysClr>
                    </a:solidFill>
                  </a:rPr>
                  <a:t>時間</a:t>
                </a:r>
                <a:r>
                  <a:rPr lang="en-US" altLang="ja-JP" sz="1000" b="0" i="0" u="none" strike="noStrike" kern="1200" baseline="0" dirty="0">
                    <a:solidFill>
                      <a:sysClr val="windowText" lastClr="000000">
                        <a:lumMod val="65000"/>
                        <a:lumOff val="35000"/>
                      </a:sysClr>
                    </a:solidFill>
                  </a:rPr>
                  <a:t>[</a:t>
                </a:r>
                <a:r>
                  <a:rPr lang="en-US" altLang="ja-JP" sz="1000" b="0" i="0" u="none" strike="noStrike" kern="1200" baseline="0" dirty="0" err="1">
                    <a:solidFill>
                      <a:sysClr val="windowText" lastClr="000000">
                        <a:lumMod val="65000"/>
                        <a:lumOff val="35000"/>
                      </a:sysClr>
                    </a:solidFill>
                  </a:rPr>
                  <a:t>ms</a:t>
                </a:r>
                <a:r>
                  <a:rPr lang="en-US" altLang="ja-JP" sz="1000" b="0" i="0" u="none" strike="noStrike" kern="1200" baseline="0" dirty="0">
                    <a:solidFill>
                      <a:sysClr val="windowText" lastClr="000000">
                        <a:lumMod val="65000"/>
                        <a:lumOff val="35000"/>
                      </a:sysClr>
                    </a:solidFill>
                  </a:rPr>
                  <a:t>]</a:t>
                </a:r>
              </a:p>
            </c:rich>
          </c:tx>
          <c:layout>
            <c:manualLayout>
              <c:xMode val="edge"/>
              <c:yMode val="edge"/>
              <c:x val="0.88894637817497646"/>
              <c:y val="0.65228703689921552"/>
            </c:manualLayout>
          </c:layout>
          <c:overlay val="0"/>
          <c:spPr>
            <a:noFill/>
            <a:ln>
              <a:noFill/>
            </a:ln>
            <a:effectLst/>
          </c:spPr>
          <c:txPr>
            <a:bodyPr rot="0" spcFirstLastPara="1" vertOverflow="ellipsis"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ysClr val="windowText" lastClr="000000">
                      <a:lumMod val="65000"/>
                      <a:lumOff val="35000"/>
                    </a:sysClr>
                  </a:solidFill>
                  <a:latin typeface="+mn-lt"/>
                  <a:ea typeface="+mn-ea"/>
                  <a:cs typeface="+mn-cs"/>
                </a:defRPr>
              </a:pPr>
              <a:endParaRPr lang="ja-JP"/>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397983176"/>
        <c:crosses val="max"/>
        <c:crossBetween val="between"/>
      </c:valAx>
      <c:catAx>
        <c:axId val="397983176"/>
        <c:scaling>
          <c:orientation val="minMax"/>
        </c:scaling>
        <c:delete val="1"/>
        <c:axPos val="b"/>
        <c:majorTickMark val="out"/>
        <c:minorTickMark val="none"/>
        <c:tickLblPos val="nextTo"/>
        <c:crossAx val="397982816"/>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userShapes r:id="rId4"/>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照射後3sごと!$G$1:$G$2</c:f>
              <c:strCache>
                <c:ptCount val="2"/>
                <c:pt idx="0">
                  <c:v>瞬き除去</c:v>
                </c:pt>
                <c:pt idx="1">
                  <c:v>[dot]</c:v>
                </c:pt>
              </c:strCache>
            </c:strRef>
          </c:tx>
          <c:spPr>
            <a:ln w="28575" cap="rnd">
              <a:solidFill>
                <a:schemeClr val="accent1"/>
              </a:solidFill>
              <a:round/>
            </a:ln>
            <a:effectLst/>
          </c:spPr>
          <c:marker>
            <c:symbol val="none"/>
          </c:marker>
          <c:cat>
            <c:numRef>
              <c:f>照射後3sごと!$B$3:$B$1084</c:f>
              <c:numCache>
                <c:formatCode>General</c:formatCode>
                <c:ptCount val="1082"/>
                <c:pt idx="0">
                  <c:v>96</c:v>
                </c:pt>
                <c:pt idx="1">
                  <c:v>129</c:v>
                </c:pt>
                <c:pt idx="2">
                  <c:v>162</c:v>
                </c:pt>
                <c:pt idx="3">
                  <c:v>196</c:v>
                </c:pt>
                <c:pt idx="4">
                  <c:v>229</c:v>
                </c:pt>
                <c:pt idx="5">
                  <c:v>262</c:v>
                </c:pt>
                <c:pt idx="6">
                  <c:v>296</c:v>
                </c:pt>
                <c:pt idx="7">
                  <c:v>329</c:v>
                </c:pt>
                <c:pt idx="8">
                  <c:v>362</c:v>
                </c:pt>
                <c:pt idx="9">
                  <c:v>396</c:v>
                </c:pt>
                <c:pt idx="10">
                  <c:v>429</c:v>
                </c:pt>
                <c:pt idx="11">
                  <c:v>462</c:v>
                </c:pt>
                <c:pt idx="12">
                  <c:v>496</c:v>
                </c:pt>
                <c:pt idx="13">
                  <c:v>529</c:v>
                </c:pt>
                <c:pt idx="14">
                  <c:v>562</c:v>
                </c:pt>
                <c:pt idx="15">
                  <c:v>596</c:v>
                </c:pt>
                <c:pt idx="16">
                  <c:v>629</c:v>
                </c:pt>
                <c:pt idx="17">
                  <c:v>662</c:v>
                </c:pt>
                <c:pt idx="18">
                  <c:v>696</c:v>
                </c:pt>
                <c:pt idx="19">
                  <c:v>729</c:v>
                </c:pt>
                <c:pt idx="20">
                  <c:v>762</c:v>
                </c:pt>
                <c:pt idx="21">
                  <c:v>796</c:v>
                </c:pt>
                <c:pt idx="22">
                  <c:v>829</c:v>
                </c:pt>
                <c:pt idx="23">
                  <c:v>862</c:v>
                </c:pt>
                <c:pt idx="24">
                  <c:v>896</c:v>
                </c:pt>
                <c:pt idx="25">
                  <c:v>929</c:v>
                </c:pt>
                <c:pt idx="26">
                  <c:v>962</c:v>
                </c:pt>
                <c:pt idx="27">
                  <c:v>996</c:v>
                </c:pt>
                <c:pt idx="28">
                  <c:v>1029</c:v>
                </c:pt>
                <c:pt idx="29">
                  <c:v>1062</c:v>
                </c:pt>
                <c:pt idx="30">
                  <c:v>1096</c:v>
                </c:pt>
                <c:pt idx="31">
                  <c:v>1129</c:v>
                </c:pt>
                <c:pt idx="32">
                  <c:v>33</c:v>
                </c:pt>
                <c:pt idx="33">
                  <c:v>66</c:v>
                </c:pt>
                <c:pt idx="34">
                  <c:v>1232</c:v>
                </c:pt>
                <c:pt idx="35">
                  <c:v>1266</c:v>
                </c:pt>
                <c:pt idx="36">
                  <c:v>1299</c:v>
                </c:pt>
                <c:pt idx="37">
                  <c:v>1332</c:v>
                </c:pt>
                <c:pt idx="38">
                  <c:v>1366</c:v>
                </c:pt>
                <c:pt idx="39">
                  <c:v>1399</c:v>
                </c:pt>
                <c:pt idx="40">
                  <c:v>1432</c:v>
                </c:pt>
                <c:pt idx="41">
                  <c:v>1466</c:v>
                </c:pt>
                <c:pt idx="42">
                  <c:v>1499</c:v>
                </c:pt>
                <c:pt idx="43">
                  <c:v>1532</c:v>
                </c:pt>
                <c:pt idx="44">
                  <c:v>1566</c:v>
                </c:pt>
                <c:pt idx="45">
                  <c:v>1599</c:v>
                </c:pt>
                <c:pt idx="46">
                  <c:v>1632</c:v>
                </c:pt>
                <c:pt idx="47">
                  <c:v>1666</c:v>
                </c:pt>
                <c:pt idx="48">
                  <c:v>1699</c:v>
                </c:pt>
                <c:pt idx="49">
                  <c:v>1732</c:v>
                </c:pt>
                <c:pt idx="50">
                  <c:v>1766</c:v>
                </c:pt>
                <c:pt idx="51">
                  <c:v>1799</c:v>
                </c:pt>
                <c:pt idx="52">
                  <c:v>1832</c:v>
                </c:pt>
                <c:pt idx="53">
                  <c:v>1866</c:v>
                </c:pt>
                <c:pt idx="54">
                  <c:v>1899</c:v>
                </c:pt>
                <c:pt idx="55">
                  <c:v>1932</c:v>
                </c:pt>
                <c:pt idx="56">
                  <c:v>1966</c:v>
                </c:pt>
                <c:pt idx="57">
                  <c:v>1999</c:v>
                </c:pt>
                <c:pt idx="58">
                  <c:v>2032</c:v>
                </c:pt>
                <c:pt idx="59">
                  <c:v>2066</c:v>
                </c:pt>
                <c:pt idx="60">
                  <c:v>2099</c:v>
                </c:pt>
                <c:pt idx="61">
                  <c:v>2132</c:v>
                </c:pt>
                <c:pt idx="62">
                  <c:v>2166</c:v>
                </c:pt>
                <c:pt idx="63">
                  <c:v>2199</c:v>
                </c:pt>
                <c:pt idx="64">
                  <c:v>2232</c:v>
                </c:pt>
                <c:pt idx="65">
                  <c:v>2266</c:v>
                </c:pt>
                <c:pt idx="66">
                  <c:v>2299</c:v>
                </c:pt>
                <c:pt idx="67">
                  <c:v>2332</c:v>
                </c:pt>
                <c:pt idx="68">
                  <c:v>2366</c:v>
                </c:pt>
                <c:pt idx="69">
                  <c:v>2399</c:v>
                </c:pt>
                <c:pt idx="70">
                  <c:v>2432</c:v>
                </c:pt>
                <c:pt idx="71">
                  <c:v>2466</c:v>
                </c:pt>
                <c:pt idx="72">
                  <c:v>2499</c:v>
                </c:pt>
                <c:pt idx="73">
                  <c:v>2532</c:v>
                </c:pt>
                <c:pt idx="74">
                  <c:v>2566</c:v>
                </c:pt>
                <c:pt idx="75">
                  <c:v>2599</c:v>
                </c:pt>
                <c:pt idx="76">
                  <c:v>2632</c:v>
                </c:pt>
                <c:pt idx="77">
                  <c:v>2666</c:v>
                </c:pt>
                <c:pt idx="78">
                  <c:v>2699</c:v>
                </c:pt>
                <c:pt idx="79">
                  <c:v>2732</c:v>
                </c:pt>
                <c:pt idx="80">
                  <c:v>2766</c:v>
                </c:pt>
                <c:pt idx="81">
                  <c:v>2799</c:v>
                </c:pt>
                <c:pt idx="82">
                  <c:v>2832</c:v>
                </c:pt>
                <c:pt idx="83">
                  <c:v>2866</c:v>
                </c:pt>
                <c:pt idx="84">
                  <c:v>2899</c:v>
                </c:pt>
                <c:pt idx="85">
                  <c:v>2932</c:v>
                </c:pt>
                <c:pt idx="86">
                  <c:v>2966</c:v>
                </c:pt>
                <c:pt idx="87">
                  <c:v>2999</c:v>
                </c:pt>
                <c:pt idx="88">
                  <c:v>3032</c:v>
                </c:pt>
                <c:pt idx="89">
                  <c:v>3066</c:v>
                </c:pt>
                <c:pt idx="90">
                  <c:v>3099</c:v>
                </c:pt>
                <c:pt idx="91">
                  <c:v>3132</c:v>
                </c:pt>
                <c:pt idx="92">
                  <c:v>3166</c:v>
                </c:pt>
                <c:pt idx="93">
                  <c:v>3199</c:v>
                </c:pt>
                <c:pt idx="94">
                  <c:v>3232</c:v>
                </c:pt>
                <c:pt idx="95">
                  <c:v>3266</c:v>
                </c:pt>
                <c:pt idx="96">
                  <c:v>3299</c:v>
                </c:pt>
                <c:pt idx="97">
                  <c:v>3332</c:v>
                </c:pt>
                <c:pt idx="98">
                  <c:v>3366</c:v>
                </c:pt>
                <c:pt idx="99">
                  <c:v>3399</c:v>
                </c:pt>
                <c:pt idx="100">
                  <c:v>3432</c:v>
                </c:pt>
                <c:pt idx="101">
                  <c:v>3466</c:v>
                </c:pt>
                <c:pt idx="102">
                  <c:v>3499</c:v>
                </c:pt>
                <c:pt idx="103">
                  <c:v>3532</c:v>
                </c:pt>
                <c:pt idx="104">
                  <c:v>3566</c:v>
                </c:pt>
                <c:pt idx="105">
                  <c:v>3599</c:v>
                </c:pt>
                <c:pt idx="106">
                  <c:v>3632</c:v>
                </c:pt>
                <c:pt idx="107">
                  <c:v>3666</c:v>
                </c:pt>
                <c:pt idx="108">
                  <c:v>3699</c:v>
                </c:pt>
                <c:pt idx="109">
                  <c:v>3732</c:v>
                </c:pt>
                <c:pt idx="110">
                  <c:v>3766</c:v>
                </c:pt>
                <c:pt idx="111">
                  <c:v>3799</c:v>
                </c:pt>
                <c:pt idx="112">
                  <c:v>3832</c:v>
                </c:pt>
                <c:pt idx="113">
                  <c:v>3866</c:v>
                </c:pt>
                <c:pt idx="114">
                  <c:v>3899</c:v>
                </c:pt>
                <c:pt idx="115">
                  <c:v>3932</c:v>
                </c:pt>
                <c:pt idx="116">
                  <c:v>3966</c:v>
                </c:pt>
                <c:pt idx="117">
                  <c:v>3999</c:v>
                </c:pt>
                <c:pt idx="118">
                  <c:v>4032</c:v>
                </c:pt>
                <c:pt idx="119">
                  <c:v>4066</c:v>
                </c:pt>
                <c:pt idx="120">
                  <c:v>4099</c:v>
                </c:pt>
                <c:pt idx="121">
                  <c:v>4132</c:v>
                </c:pt>
                <c:pt idx="122">
                  <c:v>4166</c:v>
                </c:pt>
                <c:pt idx="123">
                  <c:v>4199</c:v>
                </c:pt>
                <c:pt idx="124">
                  <c:v>4232</c:v>
                </c:pt>
                <c:pt idx="125">
                  <c:v>4266</c:v>
                </c:pt>
                <c:pt idx="126">
                  <c:v>4299</c:v>
                </c:pt>
                <c:pt idx="127">
                  <c:v>4332</c:v>
                </c:pt>
                <c:pt idx="128">
                  <c:v>4366</c:v>
                </c:pt>
                <c:pt idx="129">
                  <c:v>4399</c:v>
                </c:pt>
                <c:pt idx="130">
                  <c:v>4432</c:v>
                </c:pt>
                <c:pt idx="131">
                  <c:v>4466</c:v>
                </c:pt>
                <c:pt idx="132">
                  <c:v>4499</c:v>
                </c:pt>
                <c:pt idx="133">
                  <c:v>4532</c:v>
                </c:pt>
                <c:pt idx="134">
                  <c:v>4566</c:v>
                </c:pt>
                <c:pt idx="135">
                  <c:v>4599</c:v>
                </c:pt>
                <c:pt idx="136">
                  <c:v>4632</c:v>
                </c:pt>
                <c:pt idx="137">
                  <c:v>4666</c:v>
                </c:pt>
                <c:pt idx="138">
                  <c:v>4699</c:v>
                </c:pt>
                <c:pt idx="139">
                  <c:v>4732</c:v>
                </c:pt>
                <c:pt idx="140">
                  <c:v>4766</c:v>
                </c:pt>
                <c:pt idx="141">
                  <c:v>4799</c:v>
                </c:pt>
                <c:pt idx="142">
                  <c:v>4832</c:v>
                </c:pt>
                <c:pt idx="143">
                  <c:v>4866</c:v>
                </c:pt>
                <c:pt idx="144">
                  <c:v>4899</c:v>
                </c:pt>
                <c:pt idx="145">
                  <c:v>4932</c:v>
                </c:pt>
                <c:pt idx="146">
                  <c:v>4966</c:v>
                </c:pt>
                <c:pt idx="147">
                  <c:v>4999</c:v>
                </c:pt>
                <c:pt idx="148">
                  <c:v>5032</c:v>
                </c:pt>
                <c:pt idx="149">
                  <c:v>5066</c:v>
                </c:pt>
                <c:pt idx="150">
                  <c:v>5099</c:v>
                </c:pt>
                <c:pt idx="151">
                  <c:v>5132</c:v>
                </c:pt>
                <c:pt idx="152">
                  <c:v>5166</c:v>
                </c:pt>
                <c:pt idx="153">
                  <c:v>5199</c:v>
                </c:pt>
                <c:pt idx="154">
                  <c:v>5232</c:v>
                </c:pt>
                <c:pt idx="155">
                  <c:v>5266</c:v>
                </c:pt>
                <c:pt idx="156">
                  <c:v>5299</c:v>
                </c:pt>
                <c:pt idx="157">
                  <c:v>5332</c:v>
                </c:pt>
                <c:pt idx="158">
                  <c:v>5366</c:v>
                </c:pt>
                <c:pt idx="159">
                  <c:v>5399</c:v>
                </c:pt>
                <c:pt idx="160">
                  <c:v>5432</c:v>
                </c:pt>
                <c:pt idx="161">
                  <c:v>5466</c:v>
                </c:pt>
                <c:pt idx="162">
                  <c:v>5499</c:v>
                </c:pt>
                <c:pt idx="163">
                  <c:v>5532</c:v>
                </c:pt>
                <c:pt idx="164">
                  <c:v>5566</c:v>
                </c:pt>
                <c:pt idx="165">
                  <c:v>5599</c:v>
                </c:pt>
                <c:pt idx="166">
                  <c:v>5632</c:v>
                </c:pt>
                <c:pt idx="167">
                  <c:v>5666</c:v>
                </c:pt>
                <c:pt idx="168">
                  <c:v>5699</c:v>
                </c:pt>
                <c:pt idx="169">
                  <c:v>5732</c:v>
                </c:pt>
                <c:pt idx="170">
                  <c:v>5766</c:v>
                </c:pt>
                <c:pt idx="171">
                  <c:v>5799</c:v>
                </c:pt>
                <c:pt idx="172">
                  <c:v>5832</c:v>
                </c:pt>
                <c:pt idx="173">
                  <c:v>5866</c:v>
                </c:pt>
                <c:pt idx="174">
                  <c:v>5899</c:v>
                </c:pt>
                <c:pt idx="175">
                  <c:v>5932</c:v>
                </c:pt>
                <c:pt idx="176">
                  <c:v>5966</c:v>
                </c:pt>
                <c:pt idx="177">
                  <c:v>5999</c:v>
                </c:pt>
                <c:pt idx="178">
                  <c:v>6032</c:v>
                </c:pt>
                <c:pt idx="179">
                  <c:v>6066</c:v>
                </c:pt>
                <c:pt idx="180">
                  <c:v>6099</c:v>
                </c:pt>
                <c:pt idx="181">
                  <c:v>6132</c:v>
                </c:pt>
                <c:pt idx="182">
                  <c:v>6166</c:v>
                </c:pt>
                <c:pt idx="183">
                  <c:v>6199</c:v>
                </c:pt>
                <c:pt idx="184">
                  <c:v>6232</c:v>
                </c:pt>
                <c:pt idx="185">
                  <c:v>6266</c:v>
                </c:pt>
                <c:pt idx="186">
                  <c:v>6299</c:v>
                </c:pt>
                <c:pt idx="187">
                  <c:v>6332</c:v>
                </c:pt>
                <c:pt idx="188">
                  <c:v>6366</c:v>
                </c:pt>
                <c:pt idx="189">
                  <c:v>6399</c:v>
                </c:pt>
                <c:pt idx="190">
                  <c:v>6432</c:v>
                </c:pt>
                <c:pt idx="191">
                  <c:v>6466</c:v>
                </c:pt>
                <c:pt idx="192">
                  <c:v>6499</c:v>
                </c:pt>
                <c:pt idx="193">
                  <c:v>6532</c:v>
                </c:pt>
                <c:pt idx="194">
                  <c:v>6566</c:v>
                </c:pt>
                <c:pt idx="195">
                  <c:v>6599</c:v>
                </c:pt>
                <c:pt idx="196">
                  <c:v>6632</c:v>
                </c:pt>
                <c:pt idx="197">
                  <c:v>6666</c:v>
                </c:pt>
                <c:pt idx="198">
                  <c:v>6699</c:v>
                </c:pt>
                <c:pt idx="199">
                  <c:v>6732</c:v>
                </c:pt>
                <c:pt idx="200">
                  <c:v>6766</c:v>
                </c:pt>
                <c:pt idx="201">
                  <c:v>6799</c:v>
                </c:pt>
                <c:pt idx="202">
                  <c:v>6832</c:v>
                </c:pt>
                <c:pt idx="203">
                  <c:v>6866</c:v>
                </c:pt>
                <c:pt idx="204">
                  <c:v>6899</c:v>
                </c:pt>
                <c:pt idx="205">
                  <c:v>6932</c:v>
                </c:pt>
                <c:pt idx="206">
                  <c:v>6966</c:v>
                </c:pt>
                <c:pt idx="207">
                  <c:v>6999</c:v>
                </c:pt>
                <c:pt idx="208">
                  <c:v>7032</c:v>
                </c:pt>
                <c:pt idx="209">
                  <c:v>7066</c:v>
                </c:pt>
                <c:pt idx="210">
                  <c:v>7099</c:v>
                </c:pt>
                <c:pt idx="211">
                  <c:v>7132</c:v>
                </c:pt>
                <c:pt idx="212">
                  <c:v>7166</c:v>
                </c:pt>
                <c:pt idx="213">
                  <c:v>7199</c:v>
                </c:pt>
                <c:pt idx="214">
                  <c:v>7232</c:v>
                </c:pt>
                <c:pt idx="215">
                  <c:v>7266</c:v>
                </c:pt>
                <c:pt idx="216">
                  <c:v>7299</c:v>
                </c:pt>
                <c:pt idx="217">
                  <c:v>7332</c:v>
                </c:pt>
                <c:pt idx="218">
                  <c:v>7366</c:v>
                </c:pt>
                <c:pt idx="219">
                  <c:v>7399</c:v>
                </c:pt>
                <c:pt idx="220">
                  <c:v>7432</c:v>
                </c:pt>
                <c:pt idx="221">
                  <c:v>7466</c:v>
                </c:pt>
                <c:pt idx="222">
                  <c:v>7499</c:v>
                </c:pt>
                <c:pt idx="223">
                  <c:v>7532</c:v>
                </c:pt>
                <c:pt idx="224">
                  <c:v>7566</c:v>
                </c:pt>
                <c:pt idx="225">
                  <c:v>7599</c:v>
                </c:pt>
                <c:pt idx="226">
                  <c:v>7632</c:v>
                </c:pt>
                <c:pt idx="227">
                  <c:v>7666</c:v>
                </c:pt>
                <c:pt idx="228">
                  <c:v>7699</c:v>
                </c:pt>
                <c:pt idx="229">
                  <c:v>7732</c:v>
                </c:pt>
                <c:pt idx="230">
                  <c:v>7766</c:v>
                </c:pt>
                <c:pt idx="231">
                  <c:v>7799</c:v>
                </c:pt>
                <c:pt idx="232">
                  <c:v>7832</c:v>
                </c:pt>
                <c:pt idx="233">
                  <c:v>7866</c:v>
                </c:pt>
                <c:pt idx="234">
                  <c:v>7899</c:v>
                </c:pt>
                <c:pt idx="235">
                  <c:v>7932</c:v>
                </c:pt>
                <c:pt idx="236">
                  <c:v>7966</c:v>
                </c:pt>
                <c:pt idx="237">
                  <c:v>7999</c:v>
                </c:pt>
                <c:pt idx="238">
                  <c:v>8032</c:v>
                </c:pt>
                <c:pt idx="239">
                  <c:v>8066</c:v>
                </c:pt>
                <c:pt idx="240">
                  <c:v>8099</c:v>
                </c:pt>
                <c:pt idx="241">
                  <c:v>8132</c:v>
                </c:pt>
                <c:pt idx="242">
                  <c:v>8166</c:v>
                </c:pt>
                <c:pt idx="243">
                  <c:v>8199</c:v>
                </c:pt>
                <c:pt idx="244">
                  <c:v>8232</c:v>
                </c:pt>
                <c:pt idx="245">
                  <c:v>8266</c:v>
                </c:pt>
                <c:pt idx="246">
                  <c:v>8299</c:v>
                </c:pt>
                <c:pt idx="247">
                  <c:v>8332</c:v>
                </c:pt>
                <c:pt idx="248">
                  <c:v>8366</c:v>
                </c:pt>
                <c:pt idx="249">
                  <c:v>8399</c:v>
                </c:pt>
                <c:pt idx="250">
                  <c:v>8432</c:v>
                </c:pt>
                <c:pt idx="251">
                  <c:v>8466</c:v>
                </c:pt>
                <c:pt idx="252">
                  <c:v>8499</c:v>
                </c:pt>
                <c:pt idx="253">
                  <c:v>8532</c:v>
                </c:pt>
                <c:pt idx="254">
                  <c:v>8566</c:v>
                </c:pt>
                <c:pt idx="255">
                  <c:v>8599</c:v>
                </c:pt>
                <c:pt idx="256">
                  <c:v>8632</c:v>
                </c:pt>
                <c:pt idx="257">
                  <c:v>8666</c:v>
                </c:pt>
                <c:pt idx="258">
                  <c:v>8699</c:v>
                </c:pt>
                <c:pt idx="259">
                  <c:v>8732</c:v>
                </c:pt>
                <c:pt idx="260">
                  <c:v>8766</c:v>
                </c:pt>
                <c:pt idx="261">
                  <c:v>8799</c:v>
                </c:pt>
                <c:pt idx="262">
                  <c:v>8832</c:v>
                </c:pt>
                <c:pt idx="263">
                  <c:v>8866</c:v>
                </c:pt>
                <c:pt idx="264">
                  <c:v>8899</c:v>
                </c:pt>
                <c:pt idx="265">
                  <c:v>8932</c:v>
                </c:pt>
                <c:pt idx="266">
                  <c:v>8966</c:v>
                </c:pt>
                <c:pt idx="267">
                  <c:v>8999</c:v>
                </c:pt>
                <c:pt idx="268">
                  <c:v>9032</c:v>
                </c:pt>
                <c:pt idx="269">
                  <c:v>9066</c:v>
                </c:pt>
                <c:pt idx="270">
                  <c:v>9099</c:v>
                </c:pt>
                <c:pt idx="271">
                  <c:v>9132</c:v>
                </c:pt>
                <c:pt idx="272">
                  <c:v>9166</c:v>
                </c:pt>
                <c:pt idx="273">
                  <c:v>9199</c:v>
                </c:pt>
                <c:pt idx="274">
                  <c:v>9232</c:v>
                </c:pt>
                <c:pt idx="275">
                  <c:v>9266</c:v>
                </c:pt>
                <c:pt idx="276">
                  <c:v>9299</c:v>
                </c:pt>
                <c:pt idx="277">
                  <c:v>9332</c:v>
                </c:pt>
                <c:pt idx="278">
                  <c:v>9366</c:v>
                </c:pt>
                <c:pt idx="279">
                  <c:v>9399</c:v>
                </c:pt>
                <c:pt idx="280">
                  <c:v>9432</c:v>
                </c:pt>
                <c:pt idx="281">
                  <c:v>9466</c:v>
                </c:pt>
                <c:pt idx="282">
                  <c:v>9499</c:v>
                </c:pt>
                <c:pt idx="283">
                  <c:v>9532</c:v>
                </c:pt>
                <c:pt idx="284">
                  <c:v>9566</c:v>
                </c:pt>
                <c:pt idx="285">
                  <c:v>9599</c:v>
                </c:pt>
                <c:pt idx="286">
                  <c:v>9632</c:v>
                </c:pt>
                <c:pt idx="287">
                  <c:v>9666</c:v>
                </c:pt>
                <c:pt idx="288">
                  <c:v>9699</c:v>
                </c:pt>
                <c:pt idx="289">
                  <c:v>9732</c:v>
                </c:pt>
                <c:pt idx="290">
                  <c:v>9766</c:v>
                </c:pt>
                <c:pt idx="291">
                  <c:v>9799</c:v>
                </c:pt>
                <c:pt idx="292">
                  <c:v>9832</c:v>
                </c:pt>
                <c:pt idx="293">
                  <c:v>9866</c:v>
                </c:pt>
                <c:pt idx="294">
                  <c:v>9899</c:v>
                </c:pt>
                <c:pt idx="295">
                  <c:v>9932</c:v>
                </c:pt>
                <c:pt idx="296">
                  <c:v>9966</c:v>
                </c:pt>
                <c:pt idx="297">
                  <c:v>9999</c:v>
                </c:pt>
                <c:pt idx="298">
                  <c:v>10032</c:v>
                </c:pt>
                <c:pt idx="299">
                  <c:v>10066</c:v>
                </c:pt>
                <c:pt idx="300">
                  <c:v>10099</c:v>
                </c:pt>
                <c:pt idx="301">
                  <c:v>10132</c:v>
                </c:pt>
                <c:pt idx="302">
                  <c:v>10166</c:v>
                </c:pt>
                <c:pt idx="303">
                  <c:v>10199</c:v>
                </c:pt>
                <c:pt idx="304">
                  <c:v>10232</c:v>
                </c:pt>
                <c:pt idx="305">
                  <c:v>10266</c:v>
                </c:pt>
                <c:pt idx="306">
                  <c:v>10299</c:v>
                </c:pt>
                <c:pt idx="307">
                  <c:v>10332</c:v>
                </c:pt>
                <c:pt idx="308">
                  <c:v>10366</c:v>
                </c:pt>
                <c:pt idx="309">
                  <c:v>10399</c:v>
                </c:pt>
                <c:pt idx="310">
                  <c:v>10432</c:v>
                </c:pt>
                <c:pt idx="311">
                  <c:v>10466</c:v>
                </c:pt>
                <c:pt idx="312">
                  <c:v>10499</c:v>
                </c:pt>
                <c:pt idx="313">
                  <c:v>10532</c:v>
                </c:pt>
                <c:pt idx="314">
                  <c:v>10566</c:v>
                </c:pt>
                <c:pt idx="315">
                  <c:v>10599</c:v>
                </c:pt>
                <c:pt idx="316">
                  <c:v>10632</c:v>
                </c:pt>
                <c:pt idx="317">
                  <c:v>10666</c:v>
                </c:pt>
                <c:pt idx="318">
                  <c:v>10699</c:v>
                </c:pt>
                <c:pt idx="319">
                  <c:v>10732</c:v>
                </c:pt>
                <c:pt idx="320">
                  <c:v>10766</c:v>
                </c:pt>
                <c:pt idx="321">
                  <c:v>10799</c:v>
                </c:pt>
                <c:pt idx="322">
                  <c:v>10832</c:v>
                </c:pt>
                <c:pt idx="323">
                  <c:v>10866</c:v>
                </c:pt>
                <c:pt idx="324">
                  <c:v>10899</c:v>
                </c:pt>
                <c:pt idx="325">
                  <c:v>10932</c:v>
                </c:pt>
                <c:pt idx="326">
                  <c:v>10966</c:v>
                </c:pt>
                <c:pt idx="327">
                  <c:v>10999</c:v>
                </c:pt>
                <c:pt idx="328">
                  <c:v>11032</c:v>
                </c:pt>
                <c:pt idx="329">
                  <c:v>11066</c:v>
                </c:pt>
                <c:pt idx="330">
                  <c:v>11099</c:v>
                </c:pt>
                <c:pt idx="331">
                  <c:v>11132</c:v>
                </c:pt>
                <c:pt idx="332">
                  <c:v>11166</c:v>
                </c:pt>
                <c:pt idx="333">
                  <c:v>11199</c:v>
                </c:pt>
                <c:pt idx="334">
                  <c:v>11232</c:v>
                </c:pt>
                <c:pt idx="335">
                  <c:v>11266</c:v>
                </c:pt>
                <c:pt idx="336">
                  <c:v>11299</c:v>
                </c:pt>
                <c:pt idx="337">
                  <c:v>11332</c:v>
                </c:pt>
                <c:pt idx="338">
                  <c:v>11366</c:v>
                </c:pt>
                <c:pt idx="339">
                  <c:v>11399</c:v>
                </c:pt>
                <c:pt idx="340">
                  <c:v>11432</c:v>
                </c:pt>
                <c:pt idx="341">
                  <c:v>11466</c:v>
                </c:pt>
                <c:pt idx="342">
                  <c:v>11499</c:v>
                </c:pt>
                <c:pt idx="343">
                  <c:v>11532</c:v>
                </c:pt>
                <c:pt idx="344">
                  <c:v>11566</c:v>
                </c:pt>
                <c:pt idx="345">
                  <c:v>11599</c:v>
                </c:pt>
                <c:pt idx="346">
                  <c:v>11632</c:v>
                </c:pt>
                <c:pt idx="347">
                  <c:v>11666</c:v>
                </c:pt>
                <c:pt idx="348">
                  <c:v>11699</c:v>
                </c:pt>
                <c:pt idx="349">
                  <c:v>11732</c:v>
                </c:pt>
                <c:pt idx="350">
                  <c:v>11766</c:v>
                </c:pt>
                <c:pt idx="351">
                  <c:v>11799</c:v>
                </c:pt>
                <c:pt idx="352">
                  <c:v>11832</c:v>
                </c:pt>
                <c:pt idx="353">
                  <c:v>11866</c:v>
                </c:pt>
                <c:pt idx="354">
                  <c:v>11899</c:v>
                </c:pt>
                <c:pt idx="355">
                  <c:v>11932</c:v>
                </c:pt>
                <c:pt idx="356">
                  <c:v>11966</c:v>
                </c:pt>
                <c:pt idx="357">
                  <c:v>11999</c:v>
                </c:pt>
                <c:pt idx="358">
                  <c:v>12032</c:v>
                </c:pt>
                <c:pt idx="359">
                  <c:v>12066</c:v>
                </c:pt>
                <c:pt idx="360">
                  <c:v>12099</c:v>
                </c:pt>
                <c:pt idx="361">
                  <c:v>12132</c:v>
                </c:pt>
                <c:pt idx="362">
                  <c:v>12166</c:v>
                </c:pt>
                <c:pt idx="363">
                  <c:v>12199</c:v>
                </c:pt>
                <c:pt idx="364">
                  <c:v>12232</c:v>
                </c:pt>
                <c:pt idx="365">
                  <c:v>12266</c:v>
                </c:pt>
                <c:pt idx="366">
                  <c:v>12299</c:v>
                </c:pt>
                <c:pt idx="367">
                  <c:v>12332</c:v>
                </c:pt>
                <c:pt idx="368">
                  <c:v>12366</c:v>
                </c:pt>
                <c:pt idx="369">
                  <c:v>12399</c:v>
                </c:pt>
                <c:pt idx="370">
                  <c:v>12432</c:v>
                </c:pt>
                <c:pt idx="371">
                  <c:v>12466</c:v>
                </c:pt>
                <c:pt idx="372">
                  <c:v>12499</c:v>
                </c:pt>
                <c:pt idx="373">
                  <c:v>12532</c:v>
                </c:pt>
                <c:pt idx="374">
                  <c:v>12566</c:v>
                </c:pt>
                <c:pt idx="375">
                  <c:v>12599</c:v>
                </c:pt>
                <c:pt idx="376">
                  <c:v>12632</c:v>
                </c:pt>
                <c:pt idx="377">
                  <c:v>12666</c:v>
                </c:pt>
                <c:pt idx="378">
                  <c:v>12699</c:v>
                </c:pt>
                <c:pt idx="379">
                  <c:v>12732</c:v>
                </c:pt>
                <c:pt idx="380">
                  <c:v>12766</c:v>
                </c:pt>
                <c:pt idx="381">
                  <c:v>12799</c:v>
                </c:pt>
                <c:pt idx="382">
                  <c:v>12832</c:v>
                </c:pt>
                <c:pt idx="383">
                  <c:v>12866</c:v>
                </c:pt>
                <c:pt idx="384">
                  <c:v>12899</c:v>
                </c:pt>
                <c:pt idx="385">
                  <c:v>12932</c:v>
                </c:pt>
                <c:pt idx="386">
                  <c:v>12966</c:v>
                </c:pt>
                <c:pt idx="387">
                  <c:v>12999</c:v>
                </c:pt>
                <c:pt idx="388">
                  <c:v>13032</c:v>
                </c:pt>
                <c:pt idx="389">
                  <c:v>13066</c:v>
                </c:pt>
                <c:pt idx="390">
                  <c:v>13099</c:v>
                </c:pt>
                <c:pt idx="391">
                  <c:v>13132</c:v>
                </c:pt>
                <c:pt idx="392">
                  <c:v>13166</c:v>
                </c:pt>
                <c:pt idx="393">
                  <c:v>13199</c:v>
                </c:pt>
                <c:pt idx="394">
                  <c:v>13232</c:v>
                </c:pt>
                <c:pt idx="395">
                  <c:v>13266</c:v>
                </c:pt>
                <c:pt idx="396">
                  <c:v>13299</c:v>
                </c:pt>
                <c:pt idx="397">
                  <c:v>13332</c:v>
                </c:pt>
                <c:pt idx="398">
                  <c:v>13366</c:v>
                </c:pt>
                <c:pt idx="399">
                  <c:v>13399</c:v>
                </c:pt>
                <c:pt idx="400">
                  <c:v>13432</c:v>
                </c:pt>
                <c:pt idx="401">
                  <c:v>13466</c:v>
                </c:pt>
                <c:pt idx="402">
                  <c:v>13499</c:v>
                </c:pt>
                <c:pt idx="403">
                  <c:v>13532</c:v>
                </c:pt>
                <c:pt idx="404">
                  <c:v>13566</c:v>
                </c:pt>
                <c:pt idx="405">
                  <c:v>13599</c:v>
                </c:pt>
                <c:pt idx="406">
                  <c:v>13632</c:v>
                </c:pt>
                <c:pt idx="407">
                  <c:v>13666</c:v>
                </c:pt>
                <c:pt idx="408">
                  <c:v>13699</c:v>
                </c:pt>
                <c:pt idx="409">
                  <c:v>13732</c:v>
                </c:pt>
                <c:pt idx="410">
                  <c:v>13766</c:v>
                </c:pt>
                <c:pt idx="411">
                  <c:v>13799</c:v>
                </c:pt>
                <c:pt idx="412">
                  <c:v>13832</c:v>
                </c:pt>
                <c:pt idx="413">
                  <c:v>13866</c:v>
                </c:pt>
                <c:pt idx="414">
                  <c:v>13899</c:v>
                </c:pt>
                <c:pt idx="415">
                  <c:v>13932</c:v>
                </c:pt>
                <c:pt idx="416">
                  <c:v>13966</c:v>
                </c:pt>
                <c:pt idx="417">
                  <c:v>13999</c:v>
                </c:pt>
                <c:pt idx="418">
                  <c:v>14032</c:v>
                </c:pt>
                <c:pt idx="419">
                  <c:v>14066</c:v>
                </c:pt>
                <c:pt idx="420">
                  <c:v>14099</c:v>
                </c:pt>
                <c:pt idx="421">
                  <c:v>14132</c:v>
                </c:pt>
                <c:pt idx="422">
                  <c:v>14166</c:v>
                </c:pt>
                <c:pt idx="423">
                  <c:v>14199</c:v>
                </c:pt>
                <c:pt idx="424">
                  <c:v>14232</c:v>
                </c:pt>
                <c:pt idx="425">
                  <c:v>14266</c:v>
                </c:pt>
                <c:pt idx="426">
                  <c:v>14299</c:v>
                </c:pt>
                <c:pt idx="427">
                  <c:v>14332</c:v>
                </c:pt>
                <c:pt idx="428">
                  <c:v>14366</c:v>
                </c:pt>
                <c:pt idx="429">
                  <c:v>14399</c:v>
                </c:pt>
                <c:pt idx="430">
                  <c:v>14432</c:v>
                </c:pt>
                <c:pt idx="431">
                  <c:v>14466</c:v>
                </c:pt>
                <c:pt idx="432">
                  <c:v>14499</c:v>
                </c:pt>
                <c:pt idx="433">
                  <c:v>14532</c:v>
                </c:pt>
                <c:pt idx="434">
                  <c:v>14566</c:v>
                </c:pt>
                <c:pt idx="435">
                  <c:v>14599</c:v>
                </c:pt>
                <c:pt idx="436">
                  <c:v>14632</c:v>
                </c:pt>
                <c:pt idx="437">
                  <c:v>14666</c:v>
                </c:pt>
                <c:pt idx="438">
                  <c:v>14699</c:v>
                </c:pt>
                <c:pt idx="439">
                  <c:v>14733</c:v>
                </c:pt>
                <c:pt idx="440">
                  <c:v>14766</c:v>
                </c:pt>
                <c:pt idx="441">
                  <c:v>14799</c:v>
                </c:pt>
                <c:pt idx="442">
                  <c:v>14833</c:v>
                </c:pt>
                <c:pt idx="443">
                  <c:v>14866</c:v>
                </c:pt>
                <c:pt idx="444">
                  <c:v>14899</c:v>
                </c:pt>
                <c:pt idx="445">
                  <c:v>14933</c:v>
                </c:pt>
                <c:pt idx="446">
                  <c:v>14966</c:v>
                </c:pt>
                <c:pt idx="447">
                  <c:v>14999</c:v>
                </c:pt>
                <c:pt idx="448">
                  <c:v>15033</c:v>
                </c:pt>
                <c:pt idx="449">
                  <c:v>15066</c:v>
                </c:pt>
                <c:pt idx="450">
                  <c:v>15099</c:v>
                </c:pt>
                <c:pt idx="451">
                  <c:v>15133</c:v>
                </c:pt>
                <c:pt idx="452">
                  <c:v>15166</c:v>
                </c:pt>
                <c:pt idx="453">
                  <c:v>15199</c:v>
                </c:pt>
                <c:pt idx="454">
                  <c:v>15233</c:v>
                </c:pt>
                <c:pt idx="455">
                  <c:v>15266</c:v>
                </c:pt>
                <c:pt idx="456">
                  <c:v>15299</c:v>
                </c:pt>
                <c:pt idx="457">
                  <c:v>15333</c:v>
                </c:pt>
                <c:pt idx="458">
                  <c:v>15366</c:v>
                </c:pt>
                <c:pt idx="459">
                  <c:v>15399</c:v>
                </c:pt>
                <c:pt idx="460">
                  <c:v>15433</c:v>
                </c:pt>
                <c:pt idx="461">
                  <c:v>15466</c:v>
                </c:pt>
                <c:pt idx="462">
                  <c:v>15499</c:v>
                </c:pt>
                <c:pt idx="463">
                  <c:v>15533</c:v>
                </c:pt>
                <c:pt idx="464">
                  <c:v>15566</c:v>
                </c:pt>
                <c:pt idx="465">
                  <c:v>15599</c:v>
                </c:pt>
                <c:pt idx="466">
                  <c:v>15633</c:v>
                </c:pt>
                <c:pt idx="467">
                  <c:v>15666</c:v>
                </c:pt>
                <c:pt idx="468">
                  <c:v>15699</c:v>
                </c:pt>
                <c:pt idx="469">
                  <c:v>15733</c:v>
                </c:pt>
                <c:pt idx="470">
                  <c:v>15766</c:v>
                </c:pt>
                <c:pt idx="471">
                  <c:v>15799</c:v>
                </c:pt>
                <c:pt idx="472">
                  <c:v>15833</c:v>
                </c:pt>
                <c:pt idx="473">
                  <c:v>15866</c:v>
                </c:pt>
                <c:pt idx="474">
                  <c:v>15899</c:v>
                </c:pt>
                <c:pt idx="475">
                  <c:v>15933</c:v>
                </c:pt>
                <c:pt idx="476">
                  <c:v>15966</c:v>
                </c:pt>
                <c:pt idx="477">
                  <c:v>15999</c:v>
                </c:pt>
                <c:pt idx="478">
                  <c:v>16033</c:v>
                </c:pt>
                <c:pt idx="479">
                  <c:v>16066</c:v>
                </c:pt>
                <c:pt idx="480">
                  <c:v>16099</c:v>
                </c:pt>
                <c:pt idx="481">
                  <c:v>16133</c:v>
                </c:pt>
                <c:pt idx="482">
                  <c:v>16166</c:v>
                </c:pt>
                <c:pt idx="483">
                  <c:v>16199</c:v>
                </c:pt>
                <c:pt idx="484">
                  <c:v>16233</c:v>
                </c:pt>
                <c:pt idx="485">
                  <c:v>16266</c:v>
                </c:pt>
                <c:pt idx="486">
                  <c:v>16299</c:v>
                </c:pt>
                <c:pt idx="487">
                  <c:v>16333</c:v>
                </c:pt>
                <c:pt idx="488">
                  <c:v>16366</c:v>
                </c:pt>
                <c:pt idx="489">
                  <c:v>16399</c:v>
                </c:pt>
                <c:pt idx="490">
                  <c:v>16433</c:v>
                </c:pt>
                <c:pt idx="491">
                  <c:v>16466</c:v>
                </c:pt>
                <c:pt idx="492">
                  <c:v>16499</c:v>
                </c:pt>
                <c:pt idx="493">
                  <c:v>16533</c:v>
                </c:pt>
                <c:pt idx="494">
                  <c:v>16566</c:v>
                </c:pt>
                <c:pt idx="495">
                  <c:v>16599</c:v>
                </c:pt>
                <c:pt idx="496">
                  <c:v>16633</c:v>
                </c:pt>
                <c:pt idx="497">
                  <c:v>16666</c:v>
                </c:pt>
                <c:pt idx="498">
                  <c:v>16699</c:v>
                </c:pt>
                <c:pt idx="499">
                  <c:v>16733</c:v>
                </c:pt>
                <c:pt idx="500">
                  <c:v>16766</c:v>
                </c:pt>
                <c:pt idx="501">
                  <c:v>16799</c:v>
                </c:pt>
                <c:pt idx="502">
                  <c:v>16833</c:v>
                </c:pt>
                <c:pt idx="503">
                  <c:v>16866</c:v>
                </c:pt>
                <c:pt idx="504">
                  <c:v>16899</c:v>
                </c:pt>
                <c:pt idx="505">
                  <c:v>16933</c:v>
                </c:pt>
                <c:pt idx="506">
                  <c:v>16966</c:v>
                </c:pt>
                <c:pt idx="507">
                  <c:v>16999</c:v>
                </c:pt>
                <c:pt idx="508">
                  <c:v>17033</c:v>
                </c:pt>
                <c:pt idx="509">
                  <c:v>17066</c:v>
                </c:pt>
                <c:pt idx="510">
                  <c:v>17099</c:v>
                </c:pt>
                <c:pt idx="511">
                  <c:v>17133</c:v>
                </c:pt>
                <c:pt idx="512">
                  <c:v>17166</c:v>
                </c:pt>
                <c:pt idx="513">
                  <c:v>17200</c:v>
                </c:pt>
                <c:pt idx="514">
                  <c:v>17233</c:v>
                </c:pt>
                <c:pt idx="515">
                  <c:v>17266</c:v>
                </c:pt>
                <c:pt idx="516">
                  <c:v>17300</c:v>
                </c:pt>
                <c:pt idx="517">
                  <c:v>17333</c:v>
                </c:pt>
                <c:pt idx="518">
                  <c:v>17366</c:v>
                </c:pt>
                <c:pt idx="519">
                  <c:v>17400</c:v>
                </c:pt>
                <c:pt idx="520">
                  <c:v>17433</c:v>
                </c:pt>
                <c:pt idx="521">
                  <c:v>17466</c:v>
                </c:pt>
                <c:pt idx="522">
                  <c:v>17500</c:v>
                </c:pt>
                <c:pt idx="523">
                  <c:v>17533</c:v>
                </c:pt>
                <c:pt idx="524">
                  <c:v>17566</c:v>
                </c:pt>
                <c:pt idx="525">
                  <c:v>17600</c:v>
                </c:pt>
                <c:pt idx="526">
                  <c:v>17633</c:v>
                </c:pt>
                <c:pt idx="527">
                  <c:v>17666</c:v>
                </c:pt>
                <c:pt idx="528">
                  <c:v>17700</c:v>
                </c:pt>
                <c:pt idx="529">
                  <c:v>17733</c:v>
                </c:pt>
                <c:pt idx="530">
                  <c:v>17766</c:v>
                </c:pt>
                <c:pt idx="531">
                  <c:v>17800</c:v>
                </c:pt>
                <c:pt idx="532">
                  <c:v>17833</c:v>
                </c:pt>
                <c:pt idx="533">
                  <c:v>17866</c:v>
                </c:pt>
                <c:pt idx="534">
                  <c:v>17900</c:v>
                </c:pt>
                <c:pt idx="535">
                  <c:v>17933</c:v>
                </c:pt>
                <c:pt idx="536">
                  <c:v>17966</c:v>
                </c:pt>
                <c:pt idx="537">
                  <c:v>18000</c:v>
                </c:pt>
                <c:pt idx="538">
                  <c:v>18033</c:v>
                </c:pt>
                <c:pt idx="539">
                  <c:v>18066</c:v>
                </c:pt>
                <c:pt idx="540">
                  <c:v>18100</c:v>
                </c:pt>
                <c:pt idx="541">
                  <c:v>18133</c:v>
                </c:pt>
                <c:pt idx="542">
                  <c:v>18166</c:v>
                </c:pt>
                <c:pt idx="543">
                  <c:v>18200</c:v>
                </c:pt>
                <c:pt idx="544">
                  <c:v>18233</c:v>
                </c:pt>
                <c:pt idx="545">
                  <c:v>18266</c:v>
                </c:pt>
                <c:pt idx="546">
                  <c:v>18300</c:v>
                </c:pt>
                <c:pt idx="547">
                  <c:v>18333</c:v>
                </c:pt>
                <c:pt idx="548">
                  <c:v>18366</c:v>
                </c:pt>
                <c:pt idx="549">
                  <c:v>18400</c:v>
                </c:pt>
                <c:pt idx="550">
                  <c:v>18433</c:v>
                </c:pt>
                <c:pt idx="551">
                  <c:v>18466</c:v>
                </c:pt>
                <c:pt idx="552">
                  <c:v>18500</c:v>
                </c:pt>
                <c:pt idx="553">
                  <c:v>18533</c:v>
                </c:pt>
                <c:pt idx="554">
                  <c:v>18566</c:v>
                </c:pt>
                <c:pt idx="555">
                  <c:v>18600</c:v>
                </c:pt>
                <c:pt idx="556">
                  <c:v>18633</c:v>
                </c:pt>
                <c:pt idx="557">
                  <c:v>18666</c:v>
                </c:pt>
                <c:pt idx="558">
                  <c:v>18700</c:v>
                </c:pt>
                <c:pt idx="559">
                  <c:v>18733</c:v>
                </c:pt>
                <c:pt idx="560">
                  <c:v>18766</c:v>
                </c:pt>
                <c:pt idx="561">
                  <c:v>18800</c:v>
                </c:pt>
                <c:pt idx="562">
                  <c:v>18833</c:v>
                </c:pt>
                <c:pt idx="563">
                  <c:v>18866</c:v>
                </c:pt>
                <c:pt idx="564">
                  <c:v>18900</c:v>
                </c:pt>
                <c:pt idx="565">
                  <c:v>18933</c:v>
                </c:pt>
                <c:pt idx="566">
                  <c:v>18966</c:v>
                </c:pt>
                <c:pt idx="567">
                  <c:v>19000</c:v>
                </c:pt>
                <c:pt idx="568">
                  <c:v>19033</c:v>
                </c:pt>
                <c:pt idx="569">
                  <c:v>19066</c:v>
                </c:pt>
                <c:pt idx="570">
                  <c:v>19100</c:v>
                </c:pt>
                <c:pt idx="571">
                  <c:v>19133</c:v>
                </c:pt>
                <c:pt idx="572">
                  <c:v>19166</c:v>
                </c:pt>
                <c:pt idx="573">
                  <c:v>19200</c:v>
                </c:pt>
                <c:pt idx="574">
                  <c:v>19233</c:v>
                </c:pt>
                <c:pt idx="575">
                  <c:v>19266</c:v>
                </c:pt>
                <c:pt idx="576">
                  <c:v>19300</c:v>
                </c:pt>
                <c:pt idx="577">
                  <c:v>19333</c:v>
                </c:pt>
                <c:pt idx="578">
                  <c:v>19366</c:v>
                </c:pt>
                <c:pt idx="579">
                  <c:v>19400</c:v>
                </c:pt>
                <c:pt idx="580">
                  <c:v>19433</c:v>
                </c:pt>
                <c:pt idx="581">
                  <c:v>19467</c:v>
                </c:pt>
                <c:pt idx="582">
                  <c:v>19500</c:v>
                </c:pt>
                <c:pt idx="583">
                  <c:v>19533</c:v>
                </c:pt>
                <c:pt idx="584">
                  <c:v>19567</c:v>
                </c:pt>
                <c:pt idx="585">
                  <c:v>19600</c:v>
                </c:pt>
                <c:pt idx="586">
                  <c:v>19633</c:v>
                </c:pt>
                <c:pt idx="587">
                  <c:v>19667</c:v>
                </c:pt>
                <c:pt idx="588">
                  <c:v>19700</c:v>
                </c:pt>
                <c:pt idx="589">
                  <c:v>19733</c:v>
                </c:pt>
                <c:pt idx="590">
                  <c:v>19767</c:v>
                </c:pt>
                <c:pt idx="591">
                  <c:v>19800</c:v>
                </c:pt>
                <c:pt idx="592">
                  <c:v>19833</c:v>
                </c:pt>
                <c:pt idx="593">
                  <c:v>19867</c:v>
                </c:pt>
                <c:pt idx="594">
                  <c:v>19900</c:v>
                </c:pt>
                <c:pt idx="595">
                  <c:v>19933</c:v>
                </c:pt>
                <c:pt idx="596">
                  <c:v>19967</c:v>
                </c:pt>
                <c:pt idx="597">
                  <c:v>20000</c:v>
                </c:pt>
                <c:pt idx="598">
                  <c:v>20033</c:v>
                </c:pt>
                <c:pt idx="599">
                  <c:v>20067</c:v>
                </c:pt>
                <c:pt idx="600">
                  <c:v>20100</c:v>
                </c:pt>
                <c:pt idx="601">
                  <c:v>20133</c:v>
                </c:pt>
                <c:pt idx="602">
                  <c:v>20167</c:v>
                </c:pt>
                <c:pt idx="603">
                  <c:v>20200</c:v>
                </c:pt>
                <c:pt idx="604">
                  <c:v>20233</c:v>
                </c:pt>
                <c:pt idx="605">
                  <c:v>20267</c:v>
                </c:pt>
                <c:pt idx="606">
                  <c:v>20300</c:v>
                </c:pt>
                <c:pt idx="607">
                  <c:v>20333</c:v>
                </c:pt>
                <c:pt idx="608">
                  <c:v>20367</c:v>
                </c:pt>
                <c:pt idx="609">
                  <c:v>20400</c:v>
                </c:pt>
                <c:pt idx="610">
                  <c:v>20433</c:v>
                </c:pt>
                <c:pt idx="611">
                  <c:v>20467</c:v>
                </c:pt>
                <c:pt idx="612">
                  <c:v>20500</c:v>
                </c:pt>
                <c:pt idx="613">
                  <c:v>20533</c:v>
                </c:pt>
                <c:pt idx="614">
                  <c:v>20567</c:v>
                </c:pt>
                <c:pt idx="615">
                  <c:v>20600</c:v>
                </c:pt>
                <c:pt idx="616">
                  <c:v>20633</c:v>
                </c:pt>
                <c:pt idx="617">
                  <c:v>20667</c:v>
                </c:pt>
                <c:pt idx="618">
                  <c:v>20700</c:v>
                </c:pt>
                <c:pt idx="619">
                  <c:v>20733</c:v>
                </c:pt>
                <c:pt idx="620">
                  <c:v>20767</c:v>
                </c:pt>
                <c:pt idx="621">
                  <c:v>20800</c:v>
                </c:pt>
                <c:pt idx="622">
                  <c:v>20833</c:v>
                </c:pt>
                <c:pt idx="623">
                  <c:v>20867</c:v>
                </c:pt>
                <c:pt idx="624">
                  <c:v>20900</c:v>
                </c:pt>
                <c:pt idx="625">
                  <c:v>20933</c:v>
                </c:pt>
                <c:pt idx="626">
                  <c:v>20967</c:v>
                </c:pt>
                <c:pt idx="627">
                  <c:v>21000</c:v>
                </c:pt>
                <c:pt idx="628">
                  <c:v>21033</c:v>
                </c:pt>
                <c:pt idx="629">
                  <c:v>21067</c:v>
                </c:pt>
                <c:pt idx="630">
                  <c:v>21100</c:v>
                </c:pt>
                <c:pt idx="631">
                  <c:v>21133</c:v>
                </c:pt>
                <c:pt idx="632">
                  <c:v>21167</c:v>
                </c:pt>
                <c:pt idx="633">
                  <c:v>21200</c:v>
                </c:pt>
                <c:pt idx="634">
                  <c:v>21233</c:v>
                </c:pt>
                <c:pt idx="635">
                  <c:v>21267</c:v>
                </c:pt>
                <c:pt idx="636">
                  <c:v>21300</c:v>
                </c:pt>
                <c:pt idx="637">
                  <c:v>21333</c:v>
                </c:pt>
                <c:pt idx="638">
                  <c:v>21367</c:v>
                </c:pt>
                <c:pt idx="639">
                  <c:v>21400</c:v>
                </c:pt>
                <c:pt idx="640">
                  <c:v>21433</c:v>
                </c:pt>
                <c:pt idx="641">
                  <c:v>21467</c:v>
                </c:pt>
                <c:pt idx="642">
                  <c:v>21500</c:v>
                </c:pt>
                <c:pt idx="643">
                  <c:v>21533</c:v>
                </c:pt>
                <c:pt idx="644">
                  <c:v>21567</c:v>
                </c:pt>
                <c:pt idx="645">
                  <c:v>21600</c:v>
                </c:pt>
                <c:pt idx="646">
                  <c:v>21634</c:v>
                </c:pt>
                <c:pt idx="647">
                  <c:v>21667</c:v>
                </c:pt>
                <c:pt idx="648">
                  <c:v>21700</c:v>
                </c:pt>
                <c:pt idx="649">
                  <c:v>21734</c:v>
                </c:pt>
                <c:pt idx="650">
                  <c:v>21767</c:v>
                </c:pt>
                <c:pt idx="651">
                  <c:v>21800</c:v>
                </c:pt>
                <c:pt idx="652">
                  <c:v>21834</c:v>
                </c:pt>
                <c:pt idx="653">
                  <c:v>21867</c:v>
                </c:pt>
                <c:pt idx="654">
                  <c:v>21900</c:v>
                </c:pt>
                <c:pt idx="655">
                  <c:v>21934</c:v>
                </c:pt>
                <c:pt idx="656">
                  <c:v>21967</c:v>
                </c:pt>
                <c:pt idx="657">
                  <c:v>22000</c:v>
                </c:pt>
                <c:pt idx="658">
                  <c:v>22034</c:v>
                </c:pt>
                <c:pt idx="659">
                  <c:v>22067</c:v>
                </c:pt>
                <c:pt idx="660">
                  <c:v>22100</c:v>
                </c:pt>
                <c:pt idx="661">
                  <c:v>22134</c:v>
                </c:pt>
                <c:pt idx="662">
                  <c:v>22167</c:v>
                </c:pt>
                <c:pt idx="663">
                  <c:v>22200</c:v>
                </c:pt>
                <c:pt idx="664">
                  <c:v>22234</c:v>
                </c:pt>
                <c:pt idx="665">
                  <c:v>22267</c:v>
                </c:pt>
                <c:pt idx="666">
                  <c:v>22300</c:v>
                </c:pt>
                <c:pt idx="667">
                  <c:v>22334</c:v>
                </c:pt>
                <c:pt idx="668">
                  <c:v>22367</c:v>
                </c:pt>
                <c:pt idx="669">
                  <c:v>22400</c:v>
                </c:pt>
                <c:pt idx="670">
                  <c:v>22434</c:v>
                </c:pt>
                <c:pt idx="671">
                  <c:v>22467</c:v>
                </c:pt>
                <c:pt idx="672">
                  <c:v>22500</c:v>
                </c:pt>
                <c:pt idx="673">
                  <c:v>22534</c:v>
                </c:pt>
                <c:pt idx="674">
                  <c:v>22567</c:v>
                </c:pt>
                <c:pt idx="675">
                  <c:v>22600</c:v>
                </c:pt>
                <c:pt idx="676">
                  <c:v>22634</c:v>
                </c:pt>
                <c:pt idx="677">
                  <c:v>22667</c:v>
                </c:pt>
                <c:pt idx="678">
                  <c:v>22700</c:v>
                </c:pt>
                <c:pt idx="679">
                  <c:v>22734</c:v>
                </c:pt>
                <c:pt idx="680">
                  <c:v>22767</c:v>
                </c:pt>
                <c:pt idx="681">
                  <c:v>22800</c:v>
                </c:pt>
                <c:pt idx="682">
                  <c:v>22834</c:v>
                </c:pt>
                <c:pt idx="683">
                  <c:v>22867</c:v>
                </c:pt>
                <c:pt idx="684">
                  <c:v>22900</c:v>
                </c:pt>
                <c:pt idx="685">
                  <c:v>22934</c:v>
                </c:pt>
                <c:pt idx="686">
                  <c:v>22967</c:v>
                </c:pt>
                <c:pt idx="687">
                  <c:v>23000</c:v>
                </c:pt>
                <c:pt idx="688">
                  <c:v>23034</c:v>
                </c:pt>
                <c:pt idx="689">
                  <c:v>23067</c:v>
                </c:pt>
                <c:pt idx="690">
                  <c:v>23100</c:v>
                </c:pt>
                <c:pt idx="691">
                  <c:v>23134</c:v>
                </c:pt>
                <c:pt idx="692">
                  <c:v>23167</c:v>
                </c:pt>
                <c:pt idx="693">
                  <c:v>23200</c:v>
                </c:pt>
                <c:pt idx="694">
                  <c:v>23234</c:v>
                </c:pt>
                <c:pt idx="695">
                  <c:v>23267</c:v>
                </c:pt>
                <c:pt idx="696">
                  <c:v>23300</c:v>
                </c:pt>
                <c:pt idx="697">
                  <c:v>23334</c:v>
                </c:pt>
                <c:pt idx="698">
                  <c:v>23367</c:v>
                </c:pt>
                <c:pt idx="699">
                  <c:v>23400</c:v>
                </c:pt>
                <c:pt idx="700">
                  <c:v>23434</c:v>
                </c:pt>
                <c:pt idx="701">
                  <c:v>23467</c:v>
                </c:pt>
                <c:pt idx="702">
                  <c:v>23500</c:v>
                </c:pt>
                <c:pt idx="703">
                  <c:v>23534</c:v>
                </c:pt>
                <c:pt idx="704">
                  <c:v>23567</c:v>
                </c:pt>
                <c:pt idx="705">
                  <c:v>23600</c:v>
                </c:pt>
                <c:pt idx="706">
                  <c:v>23634</c:v>
                </c:pt>
                <c:pt idx="707">
                  <c:v>23667</c:v>
                </c:pt>
                <c:pt idx="708">
                  <c:v>23700</c:v>
                </c:pt>
                <c:pt idx="709">
                  <c:v>23734</c:v>
                </c:pt>
                <c:pt idx="710">
                  <c:v>23767</c:v>
                </c:pt>
                <c:pt idx="711">
                  <c:v>23800</c:v>
                </c:pt>
                <c:pt idx="712">
                  <c:v>23834</c:v>
                </c:pt>
                <c:pt idx="713">
                  <c:v>23867</c:v>
                </c:pt>
                <c:pt idx="714">
                  <c:v>23901</c:v>
                </c:pt>
                <c:pt idx="715">
                  <c:v>23934</c:v>
                </c:pt>
                <c:pt idx="716">
                  <c:v>23967</c:v>
                </c:pt>
                <c:pt idx="717">
                  <c:v>24001</c:v>
                </c:pt>
                <c:pt idx="718">
                  <c:v>24034</c:v>
                </c:pt>
                <c:pt idx="719">
                  <c:v>24067</c:v>
                </c:pt>
                <c:pt idx="720">
                  <c:v>24101</c:v>
                </c:pt>
                <c:pt idx="721">
                  <c:v>24134</c:v>
                </c:pt>
                <c:pt idx="722">
                  <c:v>24167</c:v>
                </c:pt>
                <c:pt idx="723">
                  <c:v>24201</c:v>
                </c:pt>
                <c:pt idx="724">
                  <c:v>24234</c:v>
                </c:pt>
                <c:pt idx="725">
                  <c:v>24267</c:v>
                </c:pt>
                <c:pt idx="726">
                  <c:v>24301</c:v>
                </c:pt>
                <c:pt idx="727">
                  <c:v>24334</c:v>
                </c:pt>
                <c:pt idx="728">
                  <c:v>24367</c:v>
                </c:pt>
                <c:pt idx="729">
                  <c:v>24401</c:v>
                </c:pt>
                <c:pt idx="730">
                  <c:v>24434</c:v>
                </c:pt>
                <c:pt idx="731">
                  <c:v>24467</c:v>
                </c:pt>
                <c:pt idx="732">
                  <c:v>24501</c:v>
                </c:pt>
                <c:pt idx="733">
                  <c:v>24534</c:v>
                </c:pt>
                <c:pt idx="734">
                  <c:v>24567</c:v>
                </c:pt>
                <c:pt idx="735">
                  <c:v>24601</c:v>
                </c:pt>
                <c:pt idx="736">
                  <c:v>24634</c:v>
                </c:pt>
                <c:pt idx="737">
                  <c:v>24667</c:v>
                </c:pt>
                <c:pt idx="738">
                  <c:v>24701</c:v>
                </c:pt>
                <c:pt idx="739">
                  <c:v>24734</c:v>
                </c:pt>
                <c:pt idx="740">
                  <c:v>24767</c:v>
                </c:pt>
                <c:pt idx="741">
                  <c:v>24801</c:v>
                </c:pt>
                <c:pt idx="742">
                  <c:v>24834</c:v>
                </c:pt>
                <c:pt idx="743">
                  <c:v>24867</c:v>
                </c:pt>
                <c:pt idx="744">
                  <c:v>24901</c:v>
                </c:pt>
                <c:pt idx="745">
                  <c:v>24934</c:v>
                </c:pt>
                <c:pt idx="746">
                  <c:v>24967</c:v>
                </c:pt>
                <c:pt idx="747">
                  <c:v>25001</c:v>
                </c:pt>
                <c:pt idx="748">
                  <c:v>25034</c:v>
                </c:pt>
                <c:pt idx="749">
                  <c:v>25067</c:v>
                </c:pt>
                <c:pt idx="750">
                  <c:v>25101</c:v>
                </c:pt>
                <c:pt idx="751">
                  <c:v>25134</c:v>
                </c:pt>
                <c:pt idx="752">
                  <c:v>25167</c:v>
                </c:pt>
                <c:pt idx="753">
                  <c:v>25201</c:v>
                </c:pt>
                <c:pt idx="754">
                  <c:v>25234</c:v>
                </c:pt>
                <c:pt idx="755">
                  <c:v>25267</c:v>
                </c:pt>
                <c:pt idx="756">
                  <c:v>25301</c:v>
                </c:pt>
                <c:pt idx="757">
                  <c:v>25334</c:v>
                </c:pt>
                <c:pt idx="758">
                  <c:v>25367</c:v>
                </c:pt>
                <c:pt idx="759">
                  <c:v>25401</c:v>
                </c:pt>
                <c:pt idx="760">
                  <c:v>25434</c:v>
                </c:pt>
                <c:pt idx="761">
                  <c:v>25467</c:v>
                </c:pt>
                <c:pt idx="762">
                  <c:v>25501</c:v>
                </c:pt>
                <c:pt idx="763">
                  <c:v>25534</c:v>
                </c:pt>
                <c:pt idx="764">
                  <c:v>25567</c:v>
                </c:pt>
                <c:pt idx="765">
                  <c:v>25601</c:v>
                </c:pt>
                <c:pt idx="766">
                  <c:v>25634</c:v>
                </c:pt>
                <c:pt idx="767">
                  <c:v>25667</c:v>
                </c:pt>
                <c:pt idx="768">
                  <c:v>25701</c:v>
                </c:pt>
                <c:pt idx="769">
                  <c:v>25734</c:v>
                </c:pt>
                <c:pt idx="770">
                  <c:v>25767</c:v>
                </c:pt>
                <c:pt idx="771">
                  <c:v>25801</c:v>
                </c:pt>
                <c:pt idx="772">
                  <c:v>25834</c:v>
                </c:pt>
                <c:pt idx="773">
                  <c:v>25867</c:v>
                </c:pt>
                <c:pt idx="774">
                  <c:v>25901</c:v>
                </c:pt>
                <c:pt idx="775">
                  <c:v>25934</c:v>
                </c:pt>
                <c:pt idx="776">
                  <c:v>25967</c:v>
                </c:pt>
                <c:pt idx="777">
                  <c:v>26001</c:v>
                </c:pt>
                <c:pt idx="778">
                  <c:v>26034</c:v>
                </c:pt>
                <c:pt idx="779">
                  <c:v>26067</c:v>
                </c:pt>
                <c:pt idx="780">
                  <c:v>26101</c:v>
                </c:pt>
                <c:pt idx="781">
                  <c:v>26134</c:v>
                </c:pt>
                <c:pt idx="782">
                  <c:v>26168</c:v>
                </c:pt>
                <c:pt idx="783">
                  <c:v>26201</c:v>
                </c:pt>
                <c:pt idx="784">
                  <c:v>26234</c:v>
                </c:pt>
                <c:pt idx="785">
                  <c:v>26268</c:v>
                </c:pt>
                <c:pt idx="786">
                  <c:v>26301</c:v>
                </c:pt>
                <c:pt idx="787">
                  <c:v>26334</c:v>
                </c:pt>
                <c:pt idx="788">
                  <c:v>26368</c:v>
                </c:pt>
                <c:pt idx="789">
                  <c:v>26401</c:v>
                </c:pt>
                <c:pt idx="790">
                  <c:v>26434</c:v>
                </c:pt>
                <c:pt idx="791">
                  <c:v>26468</c:v>
                </c:pt>
                <c:pt idx="792">
                  <c:v>26501</c:v>
                </c:pt>
                <c:pt idx="793">
                  <c:v>26534</c:v>
                </c:pt>
                <c:pt idx="794">
                  <c:v>26568</c:v>
                </c:pt>
                <c:pt idx="795">
                  <c:v>26601</c:v>
                </c:pt>
                <c:pt idx="796">
                  <c:v>26634</c:v>
                </c:pt>
                <c:pt idx="797">
                  <c:v>26668</c:v>
                </c:pt>
                <c:pt idx="798">
                  <c:v>26701</c:v>
                </c:pt>
                <c:pt idx="799">
                  <c:v>26734</c:v>
                </c:pt>
                <c:pt idx="800">
                  <c:v>26768</c:v>
                </c:pt>
                <c:pt idx="801">
                  <c:v>26801</c:v>
                </c:pt>
                <c:pt idx="802">
                  <c:v>26834</c:v>
                </c:pt>
                <c:pt idx="803">
                  <c:v>26868</c:v>
                </c:pt>
                <c:pt idx="804">
                  <c:v>26901</c:v>
                </c:pt>
                <c:pt idx="805">
                  <c:v>26934</c:v>
                </c:pt>
                <c:pt idx="806">
                  <c:v>26968</c:v>
                </c:pt>
                <c:pt idx="807">
                  <c:v>27001</c:v>
                </c:pt>
                <c:pt idx="808">
                  <c:v>27034</c:v>
                </c:pt>
                <c:pt idx="809">
                  <c:v>27068</c:v>
                </c:pt>
                <c:pt idx="810">
                  <c:v>27101</c:v>
                </c:pt>
                <c:pt idx="811">
                  <c:v>27134</c:v>
                </c:pt>
                <c:pt idx="812">
                  <c:v>27168</c:v>
                </c:pt>
                <c:pt idx="813">
                  <c:v>27201</c:v>
                </c:pt>
                <c:pt idx="814">
                  <c:v>27234</c:v>
                </c:pt>
                <c:pt idx="815">
                  <c:v>27268</c:v>
                </c:pt>
                <c:pt idx="816">
                  <c:v>27301</c:v>
                </c:pt>
                <c:pt idx="817">
                  <c:v>27334</c:v>
                </c:pt>
                <c:pt idx="818">
                  <c:v>27368</c:v>
                </c:pt>
                <c:pt idx="819">
                  <c:v>27401</c:v>
                </c:pt>
                <c:pt idx="820">
                  <c:v>27434</c:v>
                </c:pt>
                <c:pt idx="821">
                  <c:v>27468</c:v>
                </c:pt>
                <c:pt idx="822">
                  <c:v>27501</c:v>
                </c:pt>
                <c:pt idx="823">
                  <c:v>27534</c:v>
                </c:pt>
                <c:pt idx="824">
                  <c:v>27568</c:v>
                </c:pt>
                <c:pt idx="825">
                  <c:v>27601</c:v>
                </c:pt>
                <c:pt idx="826">
                  <c:v>27634</c:v>
                </c:pt>
                <c:pt idx="827">
                  <c:v>27668</c:v>
                </c:pt>
                <c:pt idx="828">
                  <c:v>27701</c:v>
                </c:pt>
                <c:pt idx="829">
                  <c:v>27734</c:v>
                </c:pt>
                <c:pt idx="830">
                  <c:v>27768</c:v>
                </c:pt>
                <c:pt idx="831">
                  <c:v>27801</c:v>
                </c:pt>
                <c:pt idx="832">
                  <c:v>27834</c:v>
                </c:pt>
                <c:pt idx="833">
                  <c:v>27868</c:v>
                </c:pt>
                <c:pt idx="834">
                  <c:v>27901</c:v>
                </c:pt>
                <c:pt idx="835">
                  <c:v>27934</c:v>
                </c:pt>
                <c:pt idx="836">
                  <c:v>27968</c:v>
                </c:pt>
                <c:pt idx="837">
                  <c:v>28001</c:v>
                </c:pt>
                <c:pt idx="838">
                  <c:v>28034</c:v>
                </c:pt>
                <c:pt idx="839">
                  <c:v>28068</c:v>
                </c:pt>
                <c:pt idx="840">
                  <c:v>28101</c:v>
                </c:pt>
                <c:pt idx="841">
                  <c:v>28134</c:v>
                </c:pt>
                <c:pt idx="842">
                  <c:v>28168</c:v>
                </c:pt>
                <c:pt idx="843">
                  <c:v>28201</c:v>
                </c:pt>
                <c:pt idx="844">
                  <c:v>28234</c:v>
                </c:pt>
                <c:pt idx="845">
                  <c:v>28268</c:v>
                </c:pt>
                <c:pt idx="846">
                  <c:v>28301</c:v>
                </c:pt>
                <c:pt idx="847">
                  <c:v>28334</c:v>
                </c:pt>
                <c:pt idx="848">
                  <c:v>28368</c:v>
                </c:pt>
                <c:pt idx="849">
                  <c:v>28401</c:v>
                </c:pt>
                <c:pt idx="850">
                  <c:v>28435</c:v>
                </c:pt>
                <c:pt idx="851">
                  <c:v>28468</c:v>
                </c:pt>
                <c:pt idx="852">
                  <c:v>28501</c:v>
                </c:pt>
                <c:pt idx="853">
                  <c:v>28535</c:v>
                </c:pt>
                <c:pt idx="854">
                  <c:v>28568</c:v>
                </c:pt>
                <c:pt idx="855">
                  <c:v>28601</c:v>
                </c:pt>
                <c:pt idx="856">
                  <c:v>28635</c:v>
                </c:pt>
                <c:pt idx="857">
                  <c:v>28668</c:v>
                </c:pt>
                <c:pt idx="858">
                  <c:v>28701</c:v>
                </c:pt>
                <c:pt idx="859">
                  <c:v>28735</c:v>
                </c:pt>
                <c:pt idx="860">
                  <c:v>28768</c:v>
                </c:pt>
                <c:pt idx="861">
                  <c:v>28801</c:v>
                </c:pt>
                <c:pt idx="862">
                  <c:v>28835</c:v>
                </c:pt>
                <c:pt idx="863">
                  <c:v>28868</c:v>
                </c:pt>
                <c:pt idx="864">
                  <c:v>28901</c:v>
                </c:pt>
                <c:pt idx="865">
                  <c:v>28935</c:v>
                </c:pt>
                <c:pt idx="866">
                  <c:v>28968</c:v>
                </c:pt>
                <c:pt idx="867">
                  <c:v>29001</c:v>
                </c:pt>
                <c:pt idx="868">
                  <c:v>29035</c:v>
                </c:pt>
                <c:pt idx="869">
                  <c:v>29068</c:v>
                </c:pt>
                <c:pt idx="870">
                  <c:v>29101</c:v>
                </c:pt>
                <c:pt idx="871">
                  <c:v>29135</c:v>
                </c:pt>
                <c:pt idx="872">
                  <c:v>29168</c:v>
                </c:pt>
                <c:pt idx="873">
                  <c:v>29201</c:v>
                </c:pt>
                <c:pt idx="874">
                  <c:v>29235</c:v>
                </c:pt>
                <c:pt idx="875">
                  <c:v>29268</c:v>
                </c:pt>
                <c:pt idx="876">
                  <c:v>29301</c:v>
                </c:pt>
                <c:pt idx="877">
                  <c:v>29335</c:v>
                </c:pt>
                <c:pt idx="878">
                  <c:v>29368</c:v>
                </c:pt>
                <c:pt idx="879">
                  <c:v>29401</c:v>
                </c:pt>
                <c:pt idx="880">
                  <c:v>29435</c:v>
                </c:pt>
                <c:pt idx="881">
                  <c:v>29468</c:v>
                </c:pt>
                <c:pt idx="882">
                  <c:v>29501</c:v>
                </c:pt>
                <c:pt idx="883">
                  <c:v>29535</c:v>
                </c:pt>
                <c:pt idx="884">
                  <c:v>29568</c:v>
                </c:pt>
                <c:pt idx="885">
                  <c:v>29601</c:v>
                </c:pt>
                <c:pt idx="886">
                  <c:v>29635</c:v>
                </c:pt>
                <c:pt idx="887">
                  <c:v>29668</c:v>
                </c:pt>
                <c:pt idx="888">
                  <c:v>29701</c:v>
                </c:pt>
                <c:pt idx="889">
                  <c:v>29735</c:v>
                </c:pt>
                <c:pt idx="890">
                  <c:v>29768</c:v>
                </c:pt>
                <c:pt idx="891">
                  <c:v>29801</c:v>
                </c:pt>
                <c:pt idx="892">
                  <c:v>29835</c:v>
                </c:pt>
                <c:pt idx="893">
                  <c:v>29868</c:v>
                </c:pt>
                <c:pt idx="894">
                  <c:v>29901</c:v>
                </c:pt>
                <c:pt idx="895">
                  <c:v>29935</c:v>
                </c:pt>
                <c:pt idx="896">
                  <c:v>29968</c:v>
                </c:pt>
                <c:pt idx="897">
                  <c:v>30001</c:v>
                </c:pt>
                <c:pt idx="898">
                  <c:v>30035</c:v>
                </c:pt>
                <c:pt idx="899">
                  <c:v>30068</c:v>
                </c:pt>
                <c:pt idx="900">
                  <c:v>30101</c:v>
                </c:pt>
                <c:pt idx="901">
                  <c:v>30135</c:v>
                </c:pt>
                <c:pt idx="902">
                  <c:v>30168</c:v>
                </c:pt>
                <c:pt idx="903">
                  <c:v>30201</c:v>
                </c:pt>
                <c:pt idx="904">
                  <c:v>30235</c:v>
                </c:pt>
                <c:pt idx="905">
                  <c:v>30268</c:v>
                </c:pt>
                <c:pt idx="906">
                  <c:v>30301</c:v>
                </c:pt>
                <c:pt idx="907">
                  <c:v>30335</c:v>
                </c:pt>
                <c:pt idx="908">
                  <c:v>30368</c:v>
                </c:pt>
                <c:pt idx="909">
                  <c:v>30401</c:v>
                </c:pt>
                <c:pt idx="910">
                  <c:v>30435</c:v>
                </c:pt>
                <c:pt idx="911">
                  <c:v>30468</c:v>
                </c:pt>
                <c:pt idx="912">
                  <c:v>30501</c:v>
                </c:pt>
                <c:pt idx="913">
                  <c:v>30535</c:v>
                </c:pt>
                <c:pt idx="914">
                  <c:v>30568</c:v>
                </c:pt>
                <c:pt idx="915">
                  <c:v>30602</c:v>
                </c:pt>
                <c:pt idx="916">
                  <c:v>30635</c:v>
                </c:pt>
                <c:pt idx="917">
                  <c:v>30668</c:v>
                </c:pt>
                <c:pt idx="918">
                  <c:v>30702</c:v>
                </c:pt>
                <c:pt idx="919">
                  <c:v>30735</c:v>
                </c:pt>
                <c:pt idx="920">
                  <c:v>30768</c:v>
                </c:pt>
                <c:pt idx="921">
                  <c:v>30802</c:v>
                </c:pt>
                <c:pt idx="922">
                  <c:v>30835</c:v>
                </c:pt>
                <c:pt idx="923">
                  <c:v>30868</c:v>
                </c:pt>
                <c:pt idx="924">
                  <c:v>30902</c:v>
                </c:pt>
                <c:pt idx="925">
                  <c:v>30935</c:v>
                </c:pt>
                <c:pt idx="926">
                  <c:v>30968</c:v>
                </c:pt>
                <c:pt idx="927">
                  <c:v>31002</c:v>
                </c:pt>
                <c:pt idx="928">
                  <c:v>31035</c:v>
                </c:pt>
                <c:pt idx="929">
                  <c:v>31068</c:v>
                </c:pt>
                <c:pt idx="930">
                  <c:v>31102</c:v>
                </c:pt>
                <c:pt idx="931">
                  <c:v>31135</c:v>
                </c:pt>
                <c:pt idx="932">
                  <c:v>31168</c:v>
                </c:pt>
                <c:pt idx="933">
                  <c:v>31202</c:v>
                </c:pt>
                <c:pt idx="934">
                  <c:v>31235</c:v>
                </c:pt>
                <c:pt idx="935">
                  <c:v>31268</c:v>
                </c:pt>
                <c:pt idx="936">
                  <c:v>31302</c:v>
                </c:pt>
                <c:pt idx="937">
                  <c:v>31335</c:v>
                </c:pt>
                <c:pt idx="938">
                  <c:v>31368</c:v>
                </c:pt>
                <c:pt idx="939">
                  <c:v>31402</c:v>
                </c:pt>
                <c:pt idx="940">
                  <c:v>31435</c:v>
                </c:pt>
                <c:pt idx="941">
                  <c:v>31468</c:v>
                </c:pt>
                <c:pt idx="942">
                  <c:v>31502</c:v>
                </c:pt>
                <c:pt idx="943">
                  <c:v>31535</c:v>
                </c:pt>
                <c:pt idx="944">
                  <c:v>31568</c:v>
                </c:pt>
                <c:pt idx="945">
                  <c:v>31602</c:v>
                </c:pt>
                <c:pt idx="946">
                  <c:v>31635</c:v>
                </c:pt>
                <c:pt idx="947">
                  <c:v>31668</c:v>
                </c:pt>
                <c:pt idx="948">
                  <c:v>31702</c:v>
                </c:pt>
                <c:pt idx="949">
                  <c:v>31735</c:v>
                </c:pt>
                <c:pt idx="950">
                  <c:v>31768</c:v>
                </c:pt>
                <c:pt idx="951">
                  <c:v>31802</c:v>
                </c:pt>
                <c:pt idx="952">
                  <c:v>31835</c:v>
                </c:pt>
                <c:pt idx="953">
                  <c:v>31868</c:v>
                </c:pt>
                <c:pt idx="954">
                  <c:v>31902</c:v>
                </c:pt>
                <c:pt idx="955">
                  <c:v>31935</c:v>
                </c:pt>
                <c:pt idx="956">
                  <c:v>31968</c:v>
                </c:pt>
                <c:pt idx="957">
                  <c:v>32002</c:v>
                </c:pt>
                <c:pt idx="958">
                  <c:v>32035</c:v>
                </c:pt>
                <c:pt idx="959">
                  <c:v>32068</c:v>
                </c:pt>
                <c:pt idx="960">
                  <c:v>32102</c:v>
                </c:pt>
                <c:pt idx="961">
                  <c:v>32135</c:v>
                </c:pt>
                <c:pt idx="962">
                  <c:v>32168</c:v>
                </c:pt>
                <c:pt idx="963">
                  <c:v>32202</c:v>
                </c:pt>
                <c:pt idx="964">
                  <c:v>32235</c:v>
                </c:pt>
                <c:pt idx="965">
                  <c:v>32268</c:v>
                </c:pt>
                <c:pt idx="966">
                  <c:v>32302</c:v>
                </c:pt>
                <c:pt idx="967">
                  <c:v>32335</c:v>
                </c:pt>
                <c:pt idx="968">
                  <c:v>32368</c:v>
                </c:pt>
                <c:pt idx="969">
                  <c:v>32402</c:v>
                </c:pt>
                <c:pt idx="970">
                  <c:v>32435</c:v>
                </c:pt>
                <c:pt idx="971">
                  <c:v>32468</c:v>
                </c:pt>
                <c:pt idx="972">
                  <c:v>32502</c:v>
                </c:pt>
                <c:pt idx="973">
                  <c:v>32535</c:v>
                </c:pt>
                <c:pt idx="974">
                  <c:v>32568</c:v>
                </c:pt>
                <c:pt idx="975">
                  <c:v>32602</c:v>
                </c:pt>
                <c:pt idx="976">
                  <c:v>32635</c:v>
                </c:pt>
                <c:pt idx="977">
                  <c:v>32668</c:v>
                </c:pt>
                <c:pt idx="978">
                  <c:v>32702</c:v>
                </c:pt>
                <c:pt idx="979">
                  <c:v>32735</c:v>
                </c:pt>
                <c:pt idx="980">
                  <c:v>32768</c:v>
                </c:pt>
                <c:pt idx="981">
                  <c:v>32802</c:v>
                </c:pt>
                <c:pt idx="982">
                  <c:v>32835</c:v>
                </c:pt>
                <c:pt idx="983">
                  <c:v>32869</c:v>
                </c:pt>
                <c:pt idx="984">
                  <c:v>32902</c:v>
                </c:pt>
                <c:pt idx="985">
                  <c:v>32935</c:v>
                </c:pt>
                <c:pt idx="986">
                  <c:v>32969</c:v>
                </c:pt>
                <c:pt idx="987">
                  <c:v>33002</c:v>
                </c:pt>
                <c:pt idx="988">
                  <c:v>33035</c:v>
                </c:pt>
                <c:pt idx="989">
                  <c:v>33069</c:v>
                </c:pt>
                <c:pt idx="990">
                  <c:v>33102</c:v>
                </c:pt>
                <c:pt idx="991">
                  <c:v>33135</c:v>
                </c:pt>
                <c:pt idx="992">
                  <c:v>33169</c:v>
                </c:pt>
                <c:pt idx="993">
                  <c:v>33202</c:v>
                </c:pt>
                <c:pt idx="994">
                  <c:v>33235</c:v>
                </c:pt>
                <c:pt idx="995">
                  <c:v>33269</c:v>
                </c:pt>
                <c:pt idx="996">
                  <c:v>33302</c:v>
                </c:pt>
                <c:pt idx="997">
                  <c:v>33335</c:v>
                </c:pt>
                <c:pt idx="998">
                  <c:v>33369</c:v>
                </c:pt>
                <c:pt idx="999">
                  <c:v>33402</c:v>
                </c:pt>
                <c:pt idx="1000">
                  <c:v>33435</c:v>
                </c:pt>
                <c:pt idx="1001">
                  <c:v>33469</c:v>
                </c:pt>
                <c:pt idx="1002">
                  <c:v>33502</c:v>
                </c:pt>
                <c:pt idx="1003">
                  <c:v>33535</c:v>
                </c:pt>
                <c:pt idx="1004">
                  <c:v>33569</c:v>
                </c:pt>
                <c:pt idx="1005">
                  <c:v>33602</c:v>
                </c:pt>
                <c:pt idx="1006">
                  <c:v>33635</c:v>
                </c:pt>
                <c:pt idx="1007">
                  <c:v>33669</c:v>
                </c:pt>
                <c:pt idx="1008">
                  <c:v>33702</c:v>
                </c:pt>
                <c:pt idx="1009">
                  <c:v>33735</c:v>
                </c:pt>
                <c:pt idx="1010">
                  <c:v>33769</c:v>
                </c:pt>
                <c:pt idx="1011">
                  <c:v>33802</c:v>
                </c:pt>
                <c:pt idx="1012">
                  <c:v>33835</c:v>
                </c:pt>
                <c:pt idx="1013">
                  <c:v>33869</c:v>
                </c:pt>
                <c:pt idx="1014">
                  <c:v>33902</c:v>
                </c:pt>
                <c:pt idx="1015">
                  <c:v>33935</c:v>
                </c:pt>
                <c:pt idx="1016">
                  <c:v>33969</c:v>
                </c:pt>
                <c:pt idx="1017">
                  <c:v>34002</c:v>
                </c:pt>
                <c:pt idx="1018">
                  <c:v>34035</c:v>
                </c:pt>
                <c:pt idx="1019">
                  <c:v>34069</c:v>
                </c:pt>
                <c:pt idx="1020">
                  <c:v>34102</c:v>
                </c:pt>
                <c:pt idx="1021">
                  <c:v>34135</c:v>
                </c:pt>
                <c:pt idx="1022">
                  <c:v>34169</c:v>
                </c:pt>
                <c:pt idx="1023">
                  <c:v>34202</c:v>
                </c:pt>
                <c:pt idx="1024">
                  <c:v>34235</c:v>
                </c:pt>
                <c:pt idx="1025">
                  <c:v>34269</c:v>
                </c:pt>
                <c:pt idx="1026">
                  <c:v>34302</c:v>
                </c:pt>
                <c:pt idx="1027">
                  <c:v>34335</c:v>
                </c:pt>
                <c:pt idx="1028">
                  <c:v>34369</c:v>
                </c:pt>
                <c:pt idx="1029">
                  <c:v>34402</c:v>
                </c:pt>
                <c:pt idx="1030">
                  <c:v>34435</c:v>
                </c:pt>
                <c:pt idx="1031">
                  <c:v>34469</c:v>
                </c:pt>
                <c:pt idx="1032">
                  <c:v>34502</c:v>
                </c:pt>
                <c:pt idx="1033">
                  <c:v>34535</c:v>
                </c:pt>
                <c:pt idx="1034">
                  <c:v>34569</c:v>
                </c:pt>
                <c:pt idx="1035">
                  <c:v>34602</c:v>
                </c:pt>
                <c:pt idx="1036">
                  <c:v>34635</c:v>
                </c:pt>
                <c:pt idx="1037">
                  <c:v>34669</c:v>
                </c:pt>
                <c:pt idx="1038">
                  <c:v>34702</c:v>
                </c:pt>
                <c:pt idx="1039">
                  <c:v>34735</c:v>
                </c:pt>
                <c:pt idx="1040">
                  <c:v>34769</c:v>
                </c:pt>
                <c:pt idx="1041">
                  <c:v>34802</c:v>
                </c:pt>
                <c:pt idx="1042">
                  <c:v>34835</c:v>
                </c:pt>
                <c:pt idx="1043">
                  <c:v>34869</c:v>
                </c:pt>
                <c:pt idx="1044">
                  <c:v>34902</c:v>
                </c:pt>
                <c:pt idx="1045">
                  <c:v>34935</c:v>
                </c:pt>
                <c:pt idx="1046">
                  <c:v>34969</c:v>
                </c:pt>
                <c:pt idx="1047">
                  <c:v>35002</c:v>
                </c:pt>
                <c:pt idx="1048">
                  <c:v>35035</c:v>
                </c:pt>
                <c:pt idx="1049">
                  <c:v>35069</c:v>
                </c:pt>
                <c:pt idx="1050">
                  <c:v>35102</c:v>
                </c:pt>
                <c:pt idx="1051">
                  <c:v>35136</c:v>
                </c:pt>
                <c:pt idx="1052">
                  <c:v>35169</c:v>
                </c:pt>
                <c:pt idx="1053">
                  <c:v>35202</c:v>
                </c:pt>
                <c:pt idx="1054">
                  <c:v>35236</c:v>
                </c:pt>
                <c:pt idx="1055">
                  <c:v>35269</c:v>
                </c:pt>
                <c:pt idx="1056">
                  <c:v>35302</c:v>
                </c:pt>
                <c:pt idx="1057">
                  <c:v>35336</c:v>
                </c:pt>
                <c:pt idx="1058">
                  <c:v>35369</c:v>
                </c:pt>
                <c:pt idx="1059">
                  <c:v>35402</c:v>
                </c:pt>
                <c:pt idx="1060">
                  <c:v>35436</c:v>
                </c:pt>
                <c:pt idx="1061">
                  <c:v>35469</c:v>
                </c:pt>
                <c:pt idx="1062">
                  <c:v>35502</c:v>
                </c:pt>
                <c:pt idx="1063">
                  <c:v>35536</c:v>
                </c:pt>
                <c:pt idx="1064">
                  <c:v>35569</c:v>
                </c:pt>
                <c:pt idx="1065">
                  <c:v>35602</c:v>
                </c:pt>
                <c:pt idx="1066">
                  <c:v>35636</c:v>
                </c:pt>
                <c:pt idx="1067">
                  <c:v>35669</c:v>
                </c:pt>
                <c:pt idx="1068">
                  <c:v>35702</c:v>
                </c:pt>
                <c:pt idx="1069">
                  <c:v>35736</c:v>
                </c:pt>
                <c:pt idx="1070">
                  <c:v>35769</c:v>
                </c:pt>
                <c:pt idx="1071">
                  <c:v>35802</c:v>
                </c:pt>
                <c:pt idx="1072">
                  <c:v>35836</c:v>
                </c:pt>
                <c:pt idx="1073">
                  <c:v>35869</c:v>
                </c:pt>
                <c:pt idx="1074">
                  <c:v>35902</c:v>
                </c:pt>
                <c:pt idx="1075">
                  <c:v>35936</c:v>
                </c:pt>
                <c:pt idx="1076">
                  <c:v>35969</c:v>
                </c:pt>
                <c:pt idx="1077">
                  <c:v>36002</c:v>
                </c:pt>
                <c:pt idx="1078">
                  <c:v>36036</c:v>
                </c:pt>
                <c:pt idx="1079">
                  <c:v>36069</c:v>
                </c:pt>
                <c:pt idx="1080">
                  <c:v>36102</c:v>
                </c:pt>
                <c:pt idx="1081">
                  <c:v>36136</c:v>
                </c:pt>
              </c:numCache>
            </c:numRef>
          </c:cat>
          <c:val>
            <c:numRef>
              <c:f>照射後3sごと!$G$3:$G$1077</c:f>
              <c:numCache>
                <c:formatCode>General</c:formatCode>
                <c:ptCount val="1075"/>
                <c:pt idx="0">
                  <c:v>7954</c:v>
                </c:pt>
                <c:pt idx="1">
                  <c:v>7964</c:v>
                </c:pt>
                <c:pt idx="2">
                  <c:v>7962</c:v>
                </c:pt>
                <c:pt idx="3">
                  <c:v>7965</c:v>
                </c:pt>
                <c:pt idx="4">
                  <c:v>7960</c:v>
                </c:pt>
                <c:pt idx="5">
                  <c:v>7815</c:v>
                </c:pt>
                <c:pt idx="6">
                  <c:v>7806</c:v>
                </c:pt>
                <c:pt idx="7">
                  <c:v>7812</c:v>
                </c:pt>
                <c:pt idx="8">
                  <c:v>7873</c:v>
                </c:pt>
                <c:pt idx="9">
                  <c:v>7809</c:v>
                </c:pt>
                <c:pt idx="10">
                  <c:v>7868</c:v>
                </c:pt>
                <c:pt idx="11">
                  <c:v>7812</c:v>
                </c:pt>
                <c:pt idx="12">
                  <c:v>7810</c:v>
                </c:pt>
                <c:pt idx="13">
                  <c:v>7874</c:v>
                </c:pt>
                <c:pt idx="14">
                  <c:v>7635</c:v>
                </c:pt>
                <c:pt idx="15">
                  <c:v>7716</c:v>
                </c:pt>
                <c:pt idx="16">
                  <c:v>7716</c:v>
                </c:pt>
                <c:pt idx="17">
                  <c:v>7719.7368421052633</c:v>
                </c:pt>
                <c:pt idx="18">
                  <c:v>7723.4736842105267</c:v>
                </c:pt>
                <c:pt idx="19">
                  <c:v>7727.2105263157891</c:v>
                </c:pt>
                <c:pt idx="20">
                  <c:v>7730.9473684210525</c:v>
                </c:pt>
                <c:pt idx="21">
                  <c:v>7734.6842105263158</c:v>
                </c:pt>
                <c:pt idx="22">
                  <c:v>7738.4210526315792</c:v>
                </c:pt>
                <c:pt idx="23">
                  <c:v>7742.1578947368425</c:v>
                </c:pt>
                <c:pt idx="24">
                  <c:v>7745.894736842105</c:v>
                </c:pt>
                <c:pt idx="25">
                  <c:v>7749.6315789473683</c:v>
                </c:pt>
                <c:pt idx="26">
                  <c:v>7753.3684210526317</c:v>
                </c:pt>
                <c:pt idx="27">
                  <c:v>7757.105263157895</c:v>
                </c:pt>
                <c:pt idx="28">
                  <c:v>7760.8421052631575</c:v>
                </c:pt>
                <c:pt idx="29">
                  <c:v>7764.5789473684208</c:v>
                </c:pt>
                <c:pt idx="30">
                  <c:v>7768.3157894736842</c:v>
                </c:pt>
                <c:pt idx="31">
                  <c:v>7772.0526315789475</c:v>
                </c:pt>
                <c:pt idx="32">
                  <c:v>7775.7894736842109</c:v>
                </c:pt>
                <c:pt idx="33">
                  <c:v>7779.5263157894733</c:v>
                </c:pt>
                <c:pt idx="34">
                  <c:v>7783.2631578947367</c:v>
                </c:pt>
                <c:pt idx="35">
                  <c:v>7787</c:v>
                </c:pt>
                <c:pt idx="36">
                  <c:v>7787</c:v>
                </c:pt>
                <c:pt idx="37">
                  <c:v>7790</c:v>
                </c:pt>
                <c:pt idx="38">
                  <c:v>7876</c:v>
                </c:pt>
                <c:pt idx="39">
                  <c:v>7864</c:v>
                </c:pt>
                <c:pt idx="40">
                  <c:v>7872</c:v>
                </c:pt>
                <c:pt idx="41">
                  <c:v>7887</c:v>
                </c:pt>
                <c:pt idx="42">
                  <c:v>7875</c:v>
                </c:pt>
                <c:pt idx="43">
                  <c:v>7877</c:v>
                </c:pt>
                <c:pt idx="44">
                  <c:v>7893</c:v>
                </c:pt>
                <c:pt idx="45">
                  <c:v>7885</c:v>
                </c:pt>
                <c:pt idx="46">
                  <c:v>7885</c:v>
                </c:pt>
                <c:pt idx="47">
                  <c:v>7959</c:v>
                </c:pt>
                <c:pt idx="48">
                  <c:v>7873</c:v>
                </c:pt>
                <c:pt idx="49">
                  <c:v>7882</c:v>
                </c:pt>
                <c:pt idx="50">
                  <c:v>7884</c:v>
                </c:pt>
                <c:pt idx="51">
                  <c:v>7879</c:v>
                </c:pt>
                <c:pt idx="52">
                  <c:v>7871</c:v>
                </c:pt>
                <c:pt idx="53">
                  <c:v>7968</c:v>
                </c:pt>
                <c:pt idx="54">
                  <c:v>7883</c:v>
                </c:pt>
                <c:pt idx="55">
                  <c:v>7974</c:v>
                </c:pt>
                <c:pt idx="56">
                  <c:v>7880</c:v>
                </c:pt>
                <c:pt idx="57">
                  <c:v>7888</c:v>
                </c:pt>
                <c:pt idx="58">
                  <c:v>7890</c:v>
                </c:pt>
                <c:pt idx="59">
                  <c:v>7888</c:v>
                </c:pt>
                <c:pt idx="60">
                  <c:v>7967</c:v>
                </c:pt>
                <c:pt idx="61">
                  <c:v>7870</c:v>
                </c:pt>
                <c:pt idx="62">
                  <c:v>7974</c:v>
                </c:pt>
                <c:pt idx="63">
                  <c:v>7972</c:v>
                </c:pt>
                <c:pt idx="64">
                  <c:v>7980</c:v>
                </c:pt>
                <c:pt idx="65">
                  <c:v>8045</c:v>
                </c:pt>
                <c:pt idx="66">
                  <c:v>7893</c:v>
                </c:pt>
                <c:pt idx="67">
                  <c:v>7980</c:v>
                </c:pt>
                <c:pt idx="68">
                  <c:v>7971</c:v>
                </c:pt>
                <c:pt idx="69">
                  <c:v>8051</c:v>
                </c:pt>
                <c:pt idx="70">
                  <c:v>7981</c:v>
                </c:pt>
                <c:pt idx="71">
                  <c:v>7948</c:v>
                </c:pt>
                <c:pt idx="72">
                  <c:v>7963</c:v>
                </c:pt>
                <c:pt idx="73">
                  <c:v>7975</c:v>
                </c:pt>
                <c:pt idx="74">
                  <c:v>7974</c:v>
                </c:pt>
                <c:pt idx="75">
                  <c:v>7877</c:v>
                </c:pt>
                <c:pt idx="76">
                  <c:v>7958</c:v>
                </c:pt>
                <c:pt idx="77">
                  <c:v>7940</c:v>
                </c:pt>
                <c:pt idx="78">
                  <c:v>7940</c:v>
                </c:pt>
                <c:pt idx="79">
                  <c:v>7956</c:v>
                </c:pt>
                <c:pt idx="80">
                  <c:v>7965</c:v>
                </c:pt>
                <c:pt idx="81">
                  <c:v>7873</c:v>
                </c:pt>
                <c:pt idx="82">
                  <c:v>8041</c:v>
                </c:pt>
                <c:pt idx="83">
                  <c:v>7885</c:v>
                </c:pt>
                <c:pt idx="84">
                  <c:v>7974</c:v>
                </c:pt>
                <c:pt idx="85">
                  <c:v>8038</c:v>
                </c:pt>
                <c:pt idx="86">
                  <c:v>7877</c:v>
                </c:pt>
                <c:pt idx="87">
                  <c:v>7971</c:v>
                </c:pt>
                <c:pt idx="88">
                  <c:v>7967</c:v>
                </c:pt>
                <c:pt idx="89">
                  <c:v>8043</c:v>
                </c:pt>
                <c:pt idx="90">
                  <c:v>7876</c:v>
                </c:pt>
                <c:pt idx="91">
                  <c:v>7957</c:v>
                </c:pt>
                <c:pt idx="92">
                  <c:v>7960</c:v>
                </c:pt>
                <c:pt idx="93">
                  <c:v>7975</c:v>
                </c:pt>
                <c:pt idx="94">
                  <c:v>7973</c:v>
                </c:pt>
                <c:pt idx="95">
                  <c:v>7972</c:v>
                </c:pt>
                <c:pt idx="96">
                  <c:v>7971</c:v>
                </c:pt>
                <c:pt idx="97">
                  <c:v>7972</c:v>
                </c:pt>
                <c:pt idx="98">
                  <c:v>7971</c:v>
                </c:pt>
                <c:pt idx="99">
                  <c:v>7969</c:v>
                </c:pt>
                <c:pt idx="100">
                  <c:v>7887</c:v>
                </c:pt>
                <c:pt idx="101">
                  <c:v>7887</c:v>
                </c:pt>
                <c:pt idx="102">
                  <c:v>8045</c:v>
                </c:pt>
                <c:pt idx="103">
                  <c:v>7967</c:v>
                </c:pt>
                <c:pt idx="104">
                  <c:v>7968</c:v>
                </c:pt>
                <c:pt idx="105">
                  <c:v>7965</c:v>
                </c:pt>
                <c:pt idx="106">
                  <c:v>7877</c:v>
                </c:pt>
                <c:pt idx="107">
                  <c:v>7954</c:v>
                </c:pt>
                <c:pt idx="108">
                  <c:v>7959</c:v>
                </c:pt>
                <c:pt idx="109">
                  <c:v>7956</c:v>
                </c:pt>
                <c:pt idx="110">
                  <c:v>7957</c:v>
                </c:pt>
                <c:pt idx="111">
                  <c:v>7974</c:v>
                </c:pt>
                <c:pt idx="112">
                  <c:v>7800</c:v>
                </c:pt>
                <c:pt idx="113">
                  <c:v>7867</c:v>
                </c:pt>
                <c:pt idx="114">
                  <c:v>7790</c:v>
                </c:pt>
                <c:pt idx="115">
                  <c:v>7322</c:v>
                </c:pt>
                <c:pt idx="116">
                  <c:v>6435</c:v>
                </c:pt>
                <c:pt idx="117">
                  <c:v>6180</c:v>
                </c:pt>
                <c:pt idx="118">
                  <c:v>5986</c:v>
                </c:pt>
                <c:pt idx="119">
                  <c:v>5816</c:v>
                </c:pt>
                <c:pt idx="120">
                  <c:v>5623</c:v>
                </c:pt>
                <c:pt idx="121">
                  <c:v>5505</c:v>
                </c:pt>
                <c:pt idx="122">
                  <c:v>5231</c:v>
                </c:pt>
                <c:pt idx="123">
                  <c:v>4978</c:v>
                </c:pt>
                <c:pt idx="124">
                  <c:v>4646</c:v>
                </c:pt>
                <c:pt idx="125">
                  <c:v>4620</c:v>
                </c:pt>
                <c:pt idx="126">
                  <c:v>4499</c:v>
                </c:pt>
                <c:pt idx="127">
                  <c:v>4381</c:v>
                </c:pt>
                <c:pt idx="128">
                  <c:v>4209</c:v>
                </c:pt>
                <c:pt idx="129">
                  <c:v>4100</c:v>
                </c:pt>
                <c:pt idx="130">
                  <c:v>3975</c:v>
                </c:pt>
                <c:pt idx="131">
                  <c:v>3870</c:v>
                </c:pt>
                <c:pt idx="132">
                  <c:v>3761</c:v>
                </c:pt>
                <c:pt idx="133">
                  <c:v>3703</c:v>
                </c:pt>
                <c:pt idx="134">
                  <c:v>3546</c:v>
                </c:pt>
                <c:pt idx="135">
                  <c:v>3549</c:v>
                </c:pt>
                <c:pt idx="136">
                  <c:v>3496</c:v>
                </c:pt>
                <c:pt idx="137">
                  <c:v>3399</c:v>
                </c:pt>
                <c:pt idx="138">
                  <c:v>3348</c:v>
                </c:pt>
                <c:pt idx="139">
                  <c:v>3343</c:v>
                </c:pt>
                <c:pt idx="140">
                  <c:v>3241</c:v>
                </c:pt>
                <c:pt idx="141">
                  <c:v>3188</c:v>
                </c:pt>
                <c:pt idx="142">
                  <c:v>3136</c:v>
                </c:pt>
                <c:pt idx="143">
                  <c:v>3100.5</c:v>
                </c:pt>
                <c:pt idx="144">
                  <c:v>3065</c:v>
                </c:pt>
                <c:pt idx="145">
                  <c:v>3029.5</c:v>
                </c:pt>
                <c:pt idx="146">
                  <c:v>2994</c:v>
                </c:pt>
                <c:pt idx="147">
                  <c:v>2832</c:v>
                </c:pt>
                <c:pt idx="148">
                  <c:v>2790</c:v>
                </c:pt>
                <c:pt idx="149">
                  <c:v>2794</c:v>
                </c:pt>
                <c:pt idx="150">
                  <c:v>2703</c:v>
                </c:pt>
                <c:pt idx="151">
                  <c:v>2598</c:v>
                </c:pt>
                <c:pt idx="152">
                  <c:v>2559</c:v>
                </c:pt>
                <c:pt idx="153">
                  <c:v>2513</c:v>
                </c:pt>
                <c:pt idx="154">
                  <c:v>2516</c:v>
                </c:pt>
                <c:pt idx="155">
                  <c:v>2468</c:v>
                </c:pt>
                <c:pt idx="156">
                  <c:v>2470</c:v>
                </c:pt>
                <c:pt idx="157">
                  <c:v>2435</c:v>
                </c:pt>
                <c:pt idx="158">
                  <c:v>2420</c:v>
                </c:pt>
                <c:pt idx="159">
                  <c:v>2382</c:v>
                </c:pt>
                <c:pt idx="160">
                  <c:v>2382</c:v>
                </c:pt>
                <c:pt idx="161">
                  <c:v>2378</c:v>
                </c:pt>
                <c:pt idx="162">
                  <c:v>2380</c:v>
                </c:pt>
                <c:pt idx="163">
                  <c:v>2376</c:v>
                </c:pt>
                <c:pt idx="164">
                  <c:v>2384</c:v>
                </c:pt>
                <c:pt idx="165">
                  <c:v>2381</c:v>
                </c:pt>
                <c:pt idx="166">
                  <c:v>2381</c:v>
                </c:pt>
                <c:pt idx="167">
                  <c:v>2377</c:v>
                </c:pt>
                <c:pt idx="168">
                  <c:v>2381</c:v>
                </c:pt>
                <c:pt idx="169">
                  <c:v>2423</c:v>
                </c:pt>
                <c:pt idx="170">
                  <c:v>2425</c:v>
                </c:pt>
                <c:pt idx="171">
                  <c:v>2422</c:v>
                </c:pt>
                <c:pt idx="172">
                  <c:v>2422</c:v>
                </c:pt>
                <c:pt idx="173">
                  <c:v>2418</c:v>
                </c:pt>
                <c:pt idx="174">
                  <c:v>2424</c:v>
                </c:pt>
                <c:pt idx="175">
                  <c:v>2379</c:v>
                </c:pt>
                <c:pt idx="176">
                  <c:v>2384</c:v>
                </c:pt>
                <c:pt idx="177">
                  <c:v>2297</c:v>
                </c:pt>
                <c:pt idx="178">
                  <c:v>2206</c:v>
                </c:pt>
                <c:pt idx="179">
                  <c:v>2211</c:v>
                </c:pt>
                <c:pt idx="180">
                  <c:v>2149</c:v>
                </c:pt>
                <c:pt idx="181">
                  <c:v>2115</c:v>
                </c:pt>
                <c:pt idx="182">
                  <c:v>2033</c:v>
                </c:pt>
                <c:pt idx="183">
                  <c:v>2038</c:v>
                </c:pt>
                <c:pt idx="184">
                  <c:v>2035</c:v>
                </c:pt>
                <c:pt idx="185">
                  <c:v>2039</c:v>
                </c:pt>
                <c:pt idx="186">
                  <c:v>2040</c:v>
                </c:pt>
                <c:pt idx="187">
                  <c:v>2033</c:v>
                </c:pt>
                <c:pt idx="188">
                  <c:v>1993</c:v>
                </c:pt>
                <c:pt idx="189">
                  <c:v>1953</c:v>
                </c:pt>
                <c:pt idx="190">
                  <c:v>1956</c:v>
                </c:pt>
                <c:pt idx="191">
                  <c:v>1956</c:v>
                </c:pt>
                <c:pt idx="192">
                  <c:v>1953</c:v>
                </c:pt>
                <c:pt idx="193">
                  <c:v>2006</c:v>
                </c:pt>
                <c:pt idx="194">
                  <c:v>2001</c:v>
                </c:pt>
                <c:pt idx="195">
                  <c:v>2040</c:v>
                </c:pt>
                <c:pt idx="196">
                  <c:v>2032</c:v>
                </c:pt>
                <c:pt idx="197">
                  <c:v>2037</c:v>
                </c:pt>
                <c:pt idx="198">
                  <c:v>2086</c:v>
                </c:pt>
                <c:pt idx="199">
                  <c:v>2079</c:v>
                </c:pt>
                <c:pt idx="200">
                  <c:v>2113</c:v>
                </c:pt>
                <c:pt idx="201">
                  <c:v>2119</c:v>
                </c:pt>
                <c:pt idx="202">
                  <c:v>2085</c:v>
                </c:pt>
                <c:pt idx="203">
                  <c:v>2116</c:v>
                </c:pt>
                <c:pt idx="204">
                  <c:v>2118</c:v>
                </c:pt>
                <c:pt idx="205">
                  <c:v>2075</c:v>
                </c:pt>
                <c:pt idx="206">
                  <c:v>2038</c:v>
                </c:pt>
                <c:pt idx="207">
                  <c:v>2039</c:v>
                </c:pt>
                <c:pt idx="208">
                  <c:v>1968</c:v>
                </c:pt>
                <c:pt idx="209">
                  <c:v>1957</c:v>
                </c:pt>
                <c:pt idx="210">
                  <c:v>1882</c:v>
                </c:pt>
                <c:pt idx="211">
                  <c:v>1878</c:v>
                </c:pt>
                <c:pt idx="212">
                  <c:v>1879</c:v>
                </c:pt>
                <c:pt idx="213">
                  <c:v>1804</c:v>
                </c:pt>
                <c:pt idx="214">
                  <c:v>1805</c:v>
                </c:pt>
                <c:pt idx="215">
                  <c:v>1802</c:v>
                </c:pt>
                <c:pt idx="216">
                  <c:v>1806</c:v>
                </c:pt>
                <c:pt idx="217">
                  <c:v>1811</c:v>
                </c:pt>
                <c:pt idx="218">
                  <c:v>1806</c:v>
                </c:pt>
                <c:pt idx="219">
                  <c:v>1810</c:v>
                </c:pt>
                <c:pt idx="220">
                  <c:v>1804</c:v>
                </c:pt>
                <c:pt idx="221">
                  <c:v>1801</c:v>
                </c:pt>
                <c:pt idx="222">
                  <c:v>1775</c:v>
                </c:pt>
                <c:pt idx="223">
                  <c:v>1807</c:v>
                </c:pt>
                <c:pt idx="224">
                  <c:v>1810</c:v>
                </c:pt>
                <c:pt idx="225">
                  <c:v>1806</c:v>
                </c:pt>
                <c:pt idx="226">
                  <c:v>1880</c:v>
                </c:pt>
                <c:pt idx="227">
                  <c:v>1876</c:v>
                </c:pt>
                <c:pt idx="228">
                  <c:v>1879</c:v>
                </c:pt>
                <c:pt idx="229">
                  <c:v>1965</c:v>
                </c:pt>
                <c:pt idx="230">
                  <c:v>1963</c:v>
                </c:pt>
                <c:pt idx="231">
                  <c:v>1997</c:v>
                </c:pt>
                <c:pt idx="232">
                  <c:v>2000</c:v>
                </c:pt>
                <c:pt idx="233">
                  <c:v>2021</c:v>
                </c:pt>
                <c:pt idx="234">
                  <c:v>2063</c:v>
                </c:pt>
                <c:pt idx="235">
                  <c:v>2084</c:v>
                </c:pt>
                <c:pt idx="236">
                  <c:v>2037</c:v>
                </c:pt>
                <c:pt idx="237">
                  <c:v>2041</c:v>
                </c:pt>
                <c:pt idx="238">
                  <c:v>1955</c:v>
                </c:pt>
                <c:pt idx="239">
                  <c:v>1951</c:v>
                </c:pt>
                <c:pt idx="240">
                  <c:v>1917</c:v>
                </c:pt>
                <c:pt idx="241">
                  <c:v>1881</c:v>
                </c:pt>
                <c:pt idx="242">
                  <c:v>1877</c:v>
                </c:pt>
                <c:pt idx="243">
                  <c:v>1919</c:v>
                </c:pt>
                <c:pt idx="244">
                  <c:v>1877</c:v>
                </c:pt>
                <c:pt idx="245">
                  <c:v>1916</c:v>
                </c:pt>
                <c:pt idx="246">
                  <c:v>1916</c:v>
                </c:pt>
                <c:pt idx="247">
                  <c:v>1877</c:v>
                </c:pt>
                <c:pt idx="248">
                  <c:v>1881</c:v>
                </c:pt>
                <c:pt idx="249">
                  <c:v>1879</c:v>
                </c:pt>
                <c:pt idx="250">
                  <c:v>1877</c:v>
                </c:pt>
                <c:pt idx="251">
                  <c:v>1876</c:v>
                </c:pt>
                <c:pt idx="252">
                  <c:v>1876</c:v>
                </c:pt>
                <c:pt idx="253">
                  <c:v>1877</c:v>
                </c:pt>
                <c:pt idx="254">
                  <c:v>1958</c:v>
                </c:pt>
                <c:pt idx="255">
                  <c:v>1962</c:v>
                </c:pt>
                <c:pt idx="256">
                  <c:v>2038</c:v>
                </c:pt>
                <c:pt idx="257">
                  <c:v>2041</c:v>
                </c:pt>
                <c:pt idx="258">
                  <c:v>2109</c:v>
                </c:pt>
                <c:pt idx="259">
                  <c:v>2114</c:v>
                </c:pt>
                <c:pt idx="260">
                  <c:v>2129</c:v>
                </c:pt>
                <c:pt idx="261">
                  <c:v>2204</c:v>
                </c:pt>
                <c:pt idx="262">
                  <c:v>2208</c:v>
                </c:pt>
                <c:pt idx="263">
                  <c:v>2182.5</c:v>
                </c:pt>
                <c:pt idx="264">
                  <c:v>2157</c:v>
                </c:pt>
                <c:pt idx="265">
                  <c:v>2131.5</c:v>
                </c:pt>
                <c:pt idx="266">
                  <c:v>2106</c:v>
                </c:pt>
                <c:pt idx="267">
                  <c:v>2085</c:v>
                </c:pt>
                <c:pt idx="268">
                  <c:v>2037</c:v>
                </c:pt>
                <c:pt idx="269">
                  <c:v>1960</c:v>
                </c:pt>
                <c:pt idx="270">
                  <c:v>1961</c:v>
                </c:pt>
                <c:pt idx="271">
                  <c:v>1922</c:v>
                </c:pt>
                <c:pt idx="272">
                  <c:v>1916</c:v>
                </c:pt>
                <c:pt idx="273">
                  <c:v>1911.375</c:v>
                </c:pt>
                <c:pt idx="274">
                  <c:v>1906.75</c:v>
                </c:pt>
                <c:pt idx="275">
                  <c:v>1902.125</c:v>
                </c:pt>
                <c:pt idx="276">
                  <c:v>1897.5</c:v>
                </c:pt>
                <c:pt idx="277">
                  <c:v>1892.875</c:v>
                </c:pt>
                <c:pt idx="278">
                  <c:v>1888.25</c:v>
                </c:pt>
                <c:pt idx="279">
                  <c:v>1883.625</c:v>
                </c:pt>
                <c:pt idx="280">
                  <c:v>1879</c:v>
                </c:pt>
                <c:pt idx="281">
                  <c:v>1878</c:v>
                </c:pt>
                <c:pt idx="282">
                  <c:v>1884</c:v>
                </c:pt>
                <c:pt idx="283">
                  <c:v>1879</c:v>
                </c:pt>
                <c:pt idx="284">
                  <c:v>1878</c:v>
                </c:pt>
                <c:pt idx="285">
                  <c:v>1951</c:v>
                </c:pt>
                <c:pt idx="286">
                  <c:v>2038</c:v>
                </c:pt>
                <c:pt idx="287">
                  <c:v>2079</c:v>
                </c:pt>
                <c:pt idx="288">
                  <c:v>2116</c:v>
                </c:pt>
                <c:pt idx="289">
                  <c:v>2151</c:v>
                </c:pt>
                <c:pt idx="290">
                  <c:v>2215</c:v>
                </c:pt>
                <c:pt idx="291">
                  <c:v>2207</c:v>
                </c:pt>
                <c:pt idx="292">
                  <c:v>2189.875</c:v>
                </c:pt>
                <c:pt idx="293">
                  <c:v>2164.1875</c:v>
                </c:pt>
                <c:pt idx="294">
                  <c:v>2147.0625</c:v>
                </c:pt>
                <c:pt idx="295">
                  <c:v>2129.9375</c:v>
                </c:pt>
                <c:pt idx="296">
                  <c:v>2112.8125</c:v>
                </c:pt>
                <c:pt idx="297">
                  <c:v>2087.125</c:v>
                </c:pt>
                <c:pt idx="298">
                  <c:v>2070</c:v>
                </c:pt>
                <c:pt idx="299">
                  <c:v>2037</c:v>
                </c:pt>
                <c:pt idx="300">
                  <c:v>1988</c:v>
                </c:pt>
                <c:pt idx="301">
                  <c:v>1959</c:v>
                </c:pt>
                <c:pt idx="302">
                  <c:v>1957</c:v>
                </c:pt>
                <c:pt idx="303">
                  <c:v>1963</c:v>
                </c:pt>
                <c:pt idx="304">
                  <c:v>1952.5</c:v>
                </c:pt>
                <c:pt idx="305">
                  <c:v>1942</c:v>
                </c:pt>
                <c:pt idx="306">
                  <c:v>1931.5</c:v>
                </c:pt>
                <c:pt idx="307">
                  <c:v>1921</c:v>
                </c:pt>
                <c:pt idx="308">
                  <c:v>1973</c:v>
                </c:pt>
                <c:pt idx="309">
                  <c:v>1878</c:v>
                </c:pt>
                <c:pt idx="310">
                  <c:v>1880</c:v>
                </c:pt>
                <c:pt idx="311">
                  <c:v>1879</c:v>
                </c:pt>
                <c:pt idx="312">
                  <c:v>1876</c:v>
                </c:pt>
                <c:pt idx="313">
                  <c:v>1879</c:v>
                </c:pt>
                <c:pt idx="314">
                  <c:v>1878</c:v>
                </c:pt>
                <c:pt idx="315">
                  <c:v>1880</c:v>
                </c:pt>
                <c:pt idx="316">
                  <c:v>1961</c:v>
                </c:pt>
                <c:pt idx="317">
                  <c:v>1995</c:v>
                </c:pt>
                <c:pt idx="318">
                  <c:v>2031</c:v>
                </c:pt>
                <c:pt idx="319">
                  <c:v>2073</c:v>
                </c:pt>
                <c:pt idx="320">
                  <c:v>2109</c:v>
                </c:pt>
                <c:pt idx="321">
                  <c:v>2115</c:v>
                </c:pt>
                <c:pt idx="322">
                  <c:v>2090.75</c:v>
                </c:pt>
                <c:pt idx="323">
                  <c:v>2066.5</c:v>
                </c:pt>
                <c:pt idx="324">
                  <c:v>2042.25</c:v>
                </c:pt>
                <c:pt idx="325">
                  <c:v>2018</c:v>
                </c:pt>
                <c:pt idx="326">
                  <c:v>1993.75</c:v>
                </c:pt>
                <c:pt idx="327">
                  <c:v>1969.5</c:v>
                </c:pt>
                <c:pt idx="328">
                  <c:v>1945.25</c:v>
                </c:pt>
                <c:pt idx="329">
                  <c:v>1921</c:v>
                </c:pt>
                <c:pt idx="330">
                  <c:v>1875</c:v>
                </c:pt>
                <c:pt idx="331">
                  <c:v>1876</c:v>
                </c:pt>
                <c:pt idx="332">
                  <c:v>1879</c:v>
                </c:pt>
                <c:pt idx="333">
                  <c:v>1879</c:v>
                </c:pt>
                <c:pt idx="334">
                  <c:v>1879</c:v>
                </c:pt>
                <c:pt idx="335">
                  <c:v>1881</c:v>
                </c:pt>
                <c:pt idx="336">
                  <c:v>1878</c:v>
                </c:pt>
                <c:pt idx="337">
                  <c:v>1877</c:v>
                </c:pt>
                <c:pt idx="338">
                  <c:v>1885</c:v>
                </c:pt>
                <c:pt idx="339">
                  <c:v>1882</c:v>
                </c:pt>
                <c:pt idx="340">
                  <c:v>1804</c:v>
                </c:pt>
                <c:pt idx="341">
                  <c:v>1811</c:v>
                </c:pt>
                <c:pt idx="342">
                  <c:v>1804</c:v>
                </c:pt>
                <c:pt idx="343">
                  <c:v>1808</c:v>
                </c:pt>
                <c:pt idx="344">
                  <c:v>1801</c:v>
                </c:pt>
                <c:pt idx="345">
                  <c:v>1876</c:v>
                </c:pt>
                <c:pt idx="346">
                  <c:v>1878</c:v>
                </c:pt>
                <c:pt idx="347">
                  <c:v>1923</c:v>
                </c:pt>
                <c:pt idx="348">
                  <c:v>1966</c:v>
                </c:pt>
                <c:pt idx="349">
                  <c:v>1962</c:v>
                </c:pt>
                <c:pt idx="350">
                  <c:v>2033</c:v>
                </c:pt>
                <c:pt idx="351">
                  <c:v>2034</c:v>
                </c:pt>
                <c:pt idx="352">
                  <c:v>2087</c:v>
                </c:pt>
                <c:pt idx="353">
                  <c:v>2118</c:v>
                </c:pt>
                <c:pt idx="354">
                  <c:v>2116</c:v>
                </c:pt>
                <c:pt idx="355">
                  <c:v>2078</c:v>
                </c:pt>
                <c:pt idx="356">
                  <c:v>2039</c:v>
                </c:pt>
                <c:pt idx="357">
                  <c:v>1994</c:v>
                </c:pt>
                <c:pt idx="358">
                  <c:v>1913</c:v>
                </c:pt>
                <c:pt idx="359">
                  <c:v>1918</c:v>
                </c:pt>
                <c:pt idx="360">
                  <c:v>1885</c:v>
                </c:pt>
                <c:pt idx="361">
                  <c:v>1801</c:v>
                </c:pt>
                <c:pt idx="362">
                  <c:v>1803</c:v>
                </c:pt>
                <c:pt idx="363">
                  <c:v>1803</c:v>
                </c:pt>
                <c:pt idx="364">
                  <c:v>1808</c:v>
                </c:pt>
                <c:pt idx="365">
                  <c:v>1803</c:v>
                </c:pt>
                <c:pt idx="366">
                  <c:v>1808</c:v>
                </c:pt>
                <c:pt idx="367">
                  <c:v>1808</c:v>
                </c:pt>
                <c:pt idx="368">
                  <c:v>1802</c:v>
                </c:pt>
                <c:pt idx="369">
                  <c:v>1807</c:v>
                </c:pt>
                <c:pt idx="370">
                  <c:v>1880</c:v>
                </c:pt>
                <c:pt idx="371">
                  <c:v>1877</c:v>
                </c:pt>
                <c:pt idx="372">
                  <c:v>1926</c:v>
                </c:pt>
                <c:pt idx="373">
                  <c:v>1959</c:v>
                </c:pt>
                <c:pt idx="374">
                  <c:v>1961</c:v>
                </c:pt>
                <c:pt idx="375">
                  <c:v>2042</c:v>
                </c:pt>
                <c:pt idx="376">
                  <c:v>2036</c:v>
                </c:pt>
                <c:pt idx="377">
                  <c:v>2036</c:v>
                </c:pt>
                <c:pt idx="378">
                  <c:v>2038</c:v>
                </c:pt>
                <c:pt idx="379">
                  <c:v>2034</c:v>
                </c:pt>
                <c:pt idx="380">
                  <c:v>2024.875</c:v>
                </c:pt>
                <c:pt idx="381">
                  <c:v>2015.75</c:v>
                </c:pt>
                <c:pt idx="382">
                  <c:v>2006.625</c:v>
                </c:pt>
                <c:pt idx="383">
                  <c:v>1997.5</c:v>
                </c:pt>
                <c:pt idx="384">
                  <c:v>1988.375</c:v>
                </c:pt>
                <c:pt idx="385">
                  <c:v>1979.25</c:v>
                </c:pt>
                <c:pt idx="386">
                  <c:v>1970.125</c:v>
                </c:pt>
                <c:pt idx="387">
                  <c:v>1961</c:v>
                </c:pt>
                <c:pt idx="388">
                  <c:v>1892</c:v>
                </c:pt>
                <c:pt idx="389">
                  <c:v>1801</c:v>
                </c:pt>
                <c:pt idx="390">
                  <c:v>1809</c:v>
                </c:pt>
                <c:pt idx="391">
                  <c:v>1767</c:v>
                </c:pt>
                <c:pt idx="392">
                  <c:v>1733</c:v>
                </c:pt>
                <c:pt idx="393">
                  <c:v>1741.625</c:v>
                </c:pt>
                <c:pt idx="394">
                  <c:v>1758.875</c:v>
                </c:pt>
                <c:pt idx="395">
                  <c:v>1776.125</c:v>
                </c:pt>
                <c:pt idx="396">
                  <c:v>1793.375</c:v>
                </c:pt>
                <c:pt idx="397">
                  <c:v>1802</c:v>
                </c:pt>
                <c:pt idx="398">
                  <c:v>1806</c:v>
                </c:pt>
                <c:pt idx="399">
                  <c:v>1812</c:v>
                </c:pt>
                <c:pt idx="400">
                  <c:v>1885</c:v>
                </c:pt>
                <c:pt idx="401">
                  <c:v>1885</c:v>
                </c:pt>
                <c:pt idx="402">
                  <c:v>1920</c:v>
                </c:pt>
                <c:pt idx="403">
                  <c:v>1961</c:v>
                </c:pt>
                <c:pt idx="404">
                  <c:v>2038</c:v>
                </c:pt>
                <c:pt idx="405">
                  <c:v>2075</c:v>
                </c:pt>
                <c:pt idx="406">
                  <c:v>2118</c:v>
                </c:pt>
                <c:pt idx="407">
                  <c:v>2113</c:v>
                </c:pt>
                <c:pt idx="408">
                  <c:v>2117</c:v>
                </c:pt>
                <c:pt idx="409">
                  <c:v>2160</c:v>
                </c:pt>
                <c:pt idx="410">
                  <c:v>2209</c:v>
                </c:pt>
                <c:pt idx="411">
                  <c:v>2208</c:v>
                </c:pt>
                <c:pt idx="412">
                  <c:v>2209</c:v>
                </c:pt>
                <c:pt idx="413">
                  <c:v>2210</c:v>
                </c:pt>
                <c:pt idx="414">
                  <c:v>2248</c:v>
                </c:pt>
                <c:pt idx="415">
                  <c:v>2294</c:v>
                </c:pt>
                <c:pt idx="416">
                  <c:v>2379</c:v>
                </c:pt>
                <c:pt idx="417">
                  <c:v>2462</c:v>
                </c:pt>
                <c:pt idx="418">
                  <c:v>2467</c:v>
                </c:pt>
                <c:pt idx="419">
                  <c:v>2558</c:v>
                </c:pt>
                <c:pt idx="420">
                  <c:v>2705</c:v>
                </c:pt>
                <c:pt idx="421">
                  <c:v>2704</c:v>
                </c:pt>
                <c:pt idx="422">
                  <c:v>2706</c:v>
                </c:pt>
                <c:pt idx="423">
                  <c:v>2784</c:v>
                </c:pt>
                <c:pt idx="424">
                  <c:v>2830</c:v>
                </c:pt>
                <c:pt idx="425">
                  <c:v>2894</c:v>
                </c:pt>
                <c:pt idx="426">
                  <c:v>2930</c:v>
                </c:pt>
                <c:pt idx="427">
                  <c:v>2990</c:v>
                </c:pt>
                <c:pt idx="428">
                  <c:v>3040</c:v>
                </c:pt>
                <c:pt idx="429">
                  <c:v>3094</c:v>
                </c:pt>
                <c:pt idx="430">
                  <c:v>3094</c:v>
                </c:pt>
                <c:pt idx="431">
                  <c:v>3137</c:v>
                </c:pt>
                <c:pt idx="432">
                  <c:v>3134</c:v>
                </c:pt>
                <c:pt idx="433">
                  <c:v>3180</c:v>
                </c:pt>
                <c:pt idx="434">
                  <c:v>3186</c:v>
                </c:pt>
                <c:pt idx="435">
                  <c:v>3234</c:v>
                </c:pt>
                <c:pt idx="436">
                  <c:v>3248</c:v>
                </c:pt>
                <c:pt idx="437">
                  <c:v>3295</c:v>
                </c:pt>
                <c:pt idx="438">
                  <c:v>3348</c:v>
                </c:pt>
                <c:pt idx="439">
                  <c:v>3346</c:v>
                </c:pt>
                <c:pt idx="440">
                  <c:v>3395</c:v>
                </c:pt>
                <c:pt idx="441">
                  <c:v>3441</c:v>
                </c:pt>
                <c:pt idx="442">
                  <c:v>3440</c:v>
                </c:pt>
                <c:pt idx="443">
                  <c:v>3446</c:v>
                </c:pt>
                <c:pt idx="444">
                  <c:v>3503</c:v>
                </c:pt>
                <c:pt idx="445">
                  <c:v>3510</c:v>
                </c:pt>
                <c:pt idx="446">
                  <c:v>3606</c:v>
                </c:pt>
                <c:pt idx="447">
                  <c:v>3606</c:v>
                </c:pt>
                <c:pt idx="448">
                  <c:v>3605</c:v>
                </c:pt>
                <c:pt idx="449">
                  <c:v>3604</c:v>
                </c:pt>
                <c:pt idx="450">
                  <c:v>3723</c:v>
                </c:pt>
                <c:pt idx="451">
                  <c:v>3717</c:v>
                </c:pt>
                <c:pt idx="452">
                  <c:v>3776</c:v>
                </c:pt>
                <c:pt idx="453">
                  <c:v>3713</c:v>
                </c:pt>
                <c:pt idx="454">
                  <c:v>3771</c:v>
                </c:pt>
                <c:pt idx="455">
                  <c:v>3773</c:v>
                </c:pt>
                <c:pt idx="456">
                  <c:v>3822</c:v>
                </c:pt>
                <c:pt idx="457">
                  <c:v>3873</c:v>
                </c:pt>
                <c:pt idx="458">
                  <c:v>3874</c:v>
                </c:pt>
                <c:pt idx="459">
                  <c:v>3885</c:v>
                </c:pt>
                <c:pt idx="460">
                  <c:v>3939</c:v>
                </c:pt>
                <c:pt idx="461">
                  <c:v>3996</c:v>
                </c:pt>
                <c:pt idx="462">
                  <c:v>3992</c:v>
                </c:pt>
                <c:pt idx="463">
                  <c:v>3986</c:v>
                </c:pt>
                <c:pt idx="464">
                  <c:v>4045</c:v>
                </c:pt>
                <c:pt idx="465">
                  <c:v>4046</c:v>
                </c:pt>
                <c:pt idx="466">
                  <c:v>4046</c:v>
                </c:pt>
                <c:pt idx="467">
                  <c:v>4091</c:v>
                </c:pt>
                <c:pt idx="468">
                  <c:v>4157</c:v>
                </c:pt>
                <c:pt idx="469">
                  <c:v>4158</c:v>
                </c:pt>
                <c:pt idx="470">
                  <c:v>4164</c:v>
                </c:pt>
                <c:pt idx="471">
                  <c:v>4164</c:v>
                </c:pt>
                <c:pt idx="472">
                  <c:v>4222</c:v>
                </c:pt>
                <c:pt idx="473">
                  <c:v>4213</c:v>
                </c:pt>
                <c:pt idx="474">
                  <c:v>4269</c:v>
                </c:pt>
                <c:pt idx="475">
                  <c:v>4278</c:v>
                </c:pt>
                <c:pt idx="476">
                  <c:v>4267</c:v>
                </c:pt>
                <c:pt idx="477">
                  <c:v>4277</c:v>
                </c:pt>
                <c:pt idx="478">
                  <c:v>4274</c:v>
                </c:pt>
                <c:pt idx="479">
                  <c:v>4325</c:v>
                </c:pt>
                <c:pt idx="480">
                  <c:v>4399</c:v>
                </c:pt>
                <c:pt idx="481">
                  <c:v>4337</c:v>
                </c:pt>
                <c:pt idx="482">
                  <c:v>4397</c:v>
                </c:pt>
                <c:pt idx="483">
                  <c:v>4395</c:v>
                </c:pt>
                <c:pt idx="484">
                  <c:v>4390</c:v>
                </c:pt>
                <c:pt idx="485">
                  <c:v>4388</c:v>
                </c:pt>
                <c:pt idx="486">
                  <c:v>4391</c:v>
                </c:pt>
                <c:pt idx="487">
                  <c:v>4397</c:v>
                </c:pt>
                <c:pt idx="488">
                  <c:v>4391</c:v>
                </c:pt>
                <c:pt idx="489">
                  <c:v>4401</c:v>
                </c:pt>
                <c:pt idx="490">
                  <c:v>4448</c:v>
                </c:pt>
                <c:pt idx="491">
                  <c:v>4451</c:v>
                </c:pt>
                <c:pt idx="492">
                  <c:v>4455</c:v>
                </c:pt>
                <c:pt idx="493">
                  <c:v>4512</c:v>
                </c:pt>
                <c:pt idx="494">
                  <c:v>4454</c:v>
                </c:pt>
                <c:pt idx="495">
                  <c:v>4455</c:v>
                </c:pt>
                <c:pt idx="496">
                  <c:v>4514</c:v>
                </c:pt>
                <c:pt idx="497">
                  <c:v>4453</c:v>
                </c:pt>
                <c:pt idx="498">
                  <c:v>4503</c:v>
                </c:pt>
                <c:pt idx="499">
                  <c:v>4501</c:v>
                </c:pt>
                <c:pt idx="500">
                  <c:v>4565</c:v>
                </c:pt>
                <c:pt idx="501">
                  <c:v>4568</c:v>
                </c:pt>
                <c:pt idx="502">
                  <c:v>4509</c:v>
                </c:pt>
                <c:pt idx="503">
                  <c:v>4564</c:v>
                </c:pt>
                <c:pt idx="504">
                  <c:v>4497</c:v>
                </c:pt>
                <c:pt idx="505">
                  <c:v>4567</c:v>
                </c:pt>
                <c:pt idx="506">
                  <c:v>4562</c:v>
                </c:pt>
                <c:pt idx="507">
                  <c:v>4570</c:v>
                </c:pt>
                <c:pt idx="508">
                  <c:v>4566</c:v>
                </c:pt>
                <c:pt idx="509">
                  <c:v>4567</c:v>
                </c:pt>
                <c:pt idx="510">
                  <c:v>4565</c:v>
                </c:pt>
                <c:pt idx="511">
                  <c:v>4497</c:v>
                </c:pt>
                <c:pt idx="512">
                  <c:v>4495</c:v>
                </c:pt>
                <c:pt idx="513">
                  <c:v>4565</c:v>
                </c:pt>
                <c:pt idx="514">
                  <c:v>4501</c:v>
                </c:pt>
                <c:pt idx="515">
                  <c:v>4563</c:v>
                </c:pt>
                <c:pt idx="516">
                  <c:v>4620</c:v>
                </c:pt>
                <c:pt idx="517">
                  <c:v>4618</c:v>
                </c:pt>
                <c:pt idx="518">
                  <c:v>4623</c:v>
                </c:pt>
                <c:pt idx="519">
                  <c:v>4620</c:v>
                </c:pt>
                <c:pt idx="520">
                  <c:v>4616</c:v>
                </c:pt>
                <c:pt idx="521">
                  <c:v>4671</c:v>
                </c:pt>
                <c:pt idx="522">
                  <c:v>4741</c:v>
                </c:pt>
                <c:pt idx="523">
                  <c:v>4738</c:v>
                </c:pt>
                <c:pt idx="524">
                  <c:v>4678</c:v>
                </c:pt>
                <c:pt idx="525">
                  <c:v>4749</c:v>
                </c:pt>
                <c:pt idx="526">
                  <c:v>4798</c:v>
                </c:pt>
                <c:pt idx="527">
                  <c:v>4797</c:v>
                </c:pt>
                <c:pt idx="528">
                  <c:v>4804</c:v>
                </c:pt>
                <c:pt idx="529">
                  <c:v>4800</c:v>
                </c:pt>
                <c:pt idx="530">
                  <c:v>4801</c:v>
                </c:pt>
                <c:pt idx="531">
                  <c:v>4802</c:v>
                </c:pt>
                <c:pt idx="532">
                  <c:v>4795</c:v>
                </c:pt>
                <c:pt idx="533">
                  <c:v>4803</c:v>
                </c:pt>
                <c:pt idx="534">
                  <c:v>4854</c:v>
                </c:pt>
                <c:pt idx="535">
                  <c:v>4852</c:v>
                </c:pt>
                <c:pt idx="536">
                  <c:v>4861</c:v>
                </c:pt>
                <c:pt idx="537">
                  <c:v>4853</c:v>
                </c:pt>
                <c:pt idx="538">
                  <c:v>4862</c:v>
                </c:pt>
                <c:pt idx="539">
                  <c:v>4918</c:v>
                </c:pt>
                <c:pt idx="540">
                  <c:v>4915</c:v>
                </c:pt>
                <c:pt idx="541">
                  <c:v>4918</c:v>
                </c:pt>
                <c:pt idx="542">
                  <c:v>4918</c:v>
                </c:pt>
                <c:pt idx="543">
                  <c:v>4980</c:v>
                </c:pt>
                <c:pt idx="544">
                  <c:v>4983</c:v>
                </c:pt>
                <c:pt idx="545">
                  <c:v>5040</c:v>
                </c:pt>
                <c:pt idx="546">
                  <c:v>5041</c:v>
                </c:pt>
                <c:pt idx="547">
                  <c:v>5041</c:v>
                </c:pt>
                <c:pt idx="548">
                  <c:v>5039</c:v>
                </c:pt>
                <c:pt idx="549">
                  <c:v>5041</c:v>
                </c:pt>
                <c:pt idx="550">
                  <c:v>5049</c:v>
                </c:pt>
                <c:pt idx="551">
                  <c:v>5094</c:v>
                </c:pt>
                <c:pt idx="552">
                  <c:v>5101</c:v>
                </c:pt>
                <c:pt idx="553">
                  <c:v>5038</c:v>
                </c:pt>
                <c:pt idx="554">
                  <c:v>5030</c:v>
                </c:pt>
                <c:pt idx="555">
                  <c:v>5096</c:v>
                </c:pt>
                <c:pt idx="556">
                  <c:v>5029</c:v>
                </c:pt>
                <c:pt idx="557">
                  <c:v>5040</c:v>
                </c:pt>
                <c:pt idx="558">
                  <c:v>5100</c:v>
                </c:pt>
                <c:pt idx="559">
                  <c:v>5090</c:v>
                </c:pt>
                <c:pt idx="560">
                  <c:v>5090</c:v>
                </c:pt>
                <c:pt idx="561">
                  <c:v>5105</c:v>
                </c:pt>
                <c:pt idx="562">
                  <c:v>5096</c:v>
                </c:pt>
                <c:pt idx="563">
                  <c:v>5098</c:v>
                </c:pt>
                <c:pt idx="564">
                  <c:v>5096</c:v>
                </c:pt>
                <c:pt idx="565">
                  <c:v>5097</c:v>
                </c:pt>
                <c:pt idx="566">
                  <c:v>5040</c:v>
                </c:pt>
                <c:pt idx="567">
                  <c:v>5031</c:v>
                </c:pt>
                <c:pt idx="568">
                  <c:v>5031</c:v>
                </c:pt>
                <c:pt idx="569">
                  <c:v>5086</c:v>
                </c:pt>
                <c:pt idx="570">
                  <c:v>5091</c:v>
                </c:pt>
                <c:pt idx="571">
                  <c:v>5099</c:v>
                </c:pt>
                <c:pt idx="572">
                  <c:v>5101</c:v>
                </c:pt>
                <c:pt idx="573">
                  <c:v>5100</c:v>
                </c:pt>
                <c:pt idx="574">
                  <c:v>5097</c:v>
                </c:pt>
                <c:pt idx="575">
                  <c:v>5165</c:v>
                </c:pt>
                <c:pt idx="576">
                  <c:v>5172</c:v>
                </c:pt>
                <c:pt idx="577">
                  <c:v>5175</c:v>
                </c:pt>
                <c:pt idx="578">
                  <c:v>5172</c:v>
                </c:pt>
                <c:pt idx="579">
                  <c:v>5174</c:v>
                </c:pt>
                <c:pt idx="580">
                  <c:v>5230</c:v>
                </c:pt>
                <c:pt idx="581">
                  <c:v>5235</c:v>
                </c:pt>
                <c:pt idx="582">
                  <c:v>5231</c:v>
                </c:pt>
                <c:pt idx="583">
                  <c:v>5235</c:v>
                </c:pt>
                <c:pt idx="584">
                  <c:v>5233</c:v>
                </c:pt>
                <c:pt idx="585">
                  <c:v>5227</c:v>
                </c:pt>
                <c:pt idx="586">
                  <c:v>5287</c:v>
                </c:pt>
                <c:pt idx="587">
                  <c:v>5295</c:v>
                </c:pt>
                <c:pt idx="588">
                  <c:v>5280</c:v>
                </c:pt>
                <c:pt idx="589">
                  <c:v>5359</c:v>
                </c:pt>
                <c:pt idx="590">
                  <c:v>5359</c:v>
                </c:pt>
                <c:pt idx="591">
                  <c:v>5352</c:v>
                </c:pt>
                <c:pt idx="592">
                  <c:v>5363</c:v>
                </c:pt>
                <c:pt idx="593">
                  <c:v>5359</c:v>
                </c:pt>
                <c:pt idx="594">
                  <c:v>5365</c:v>
                </c:pt>
                <c:pt idx="595">
                  <c:v>5350</c:v>
                </c:pt>
                <c:pt idx="596">
                  <c:v>5415</c:v>
                </c:pt>
                <c:pt idx="597">
                  <c:v>5414</c:v>
                </c:pt>
                <c:pt idx="598">
                  <c:v>5413</c:v>
                </c:pt>
                <c:pt idx="599">
                  <c:v>5421</c:v>
                </c:pt>
                <c:pt idx="600">
                  <c:v>5412</c:v>
                </c:pt>
                <c:pt idx="601">
                  <c:v>5415</c:v>
                </c:pt>
                <c:pt idx="602">
                  <c:v>5410</c:v>
                </c:pt>
                <c:pt idx="603">
                  <c:v>5408</c:v>
                </c:pt>
                <c:pt idx="604">
                  <c:v>5485</c:v>
                </c:pt>
                <c:pt idx="605">
                  <c:v>5488</c:v>
                </c:pt>
                <c:pt idx="606">
                  <c:v>5483</c:v>
                </c:pt>
                <c:pt idx="607">
                  <c:v>5479</c:v>
                </c:pt>
                <c:pt idx="608">
                  <c:v>5485</c:v>
                </c:pt>
                <c:pt idx="609">
                  <c:v>5545</c:v>
                </c:pt>
                <c:pt idx="610">
                  <c:v>5476</c:v>
                </c:pt>
                <c:pt idx="611">
                  <c:v>5544</c:v>
                </c:pt>
                <c:pt idx="612">
                  <c:v>5542</c:v>
                </c:pt>
                <c:pt idx="613">
                  <c:v>5540</c:v>
                </c:pt>
                <c:pt idx="614">
                  <c:v>5541</c:v>
                </c:pt>
                <c:pt idx="615">
                  <c:v>5538</c:v>
                </c:pt>
                <c:pt idx="616">
                  <c:v>5548</c:v>
                </c:pt>
                <c:pt idx="617">
                  <c:v>5539</c:v>
                </c:pt>
                <c:pt idx="618">
                  <c:v>5539</c:v>
                </c:pt>
                <c:pt idx="619">
                  <c:v>5616</c:v>
                </c:pt>
                <c:pt idx="620">
                  <c:v>5539</c:v>
                </c:pt>
                <c:pt idx="621">
                  <c:v>5537</c:v>
                </c:pt>
                <c:pt idx="622">
                  <c:v>5530</c:v>
                </c:pt>
                <c:pt idx="623">
                  <c:v>5541</c:v>
                </c:pt>
                <c:pt idx="624">
                  <c:v>5595</c:v>
                </c:pt>
                <c:pt idx="625">
                  <c:v>5598</c:v>
                </c:pt>
                <c:pt idx="626">
                  <c:v>5611</c:v>
                </c:pt>
                <c:pt idx="627">
                  <c:v>5607</c:v>
                </c:pt>
                <c:pt idx="628">
                  <c:v>5606</c:v>
                </c:pt>
                <c:pt idx="629">
                  <c:v>5602</c:v>
                </c:pt>
                <c:pt idx="630">
                  <c:v>5676</c:v>
                </c:pt>
                <c:pt idx="631">
                  <c:v>5730</c:v>
                </c:pt>
                <c:pt idx="632">
                  <c:v>5733</c:v>
                </c:pt>
                <c:pt idx="633">
                  <c:v>5733</c:v>
                </c:pt>
                <c:pt idx="634">
                  <c:v>5738</c:v>
                </c:pt>
                <c:pt idx="635">
                  <c:v>5732</c:v>
                </c:pt>
                <c:pt idx="636">
                  <c:v>5736</c:v>
                </c:pt>
                <c:pt idx="637">
                  <c:v>5800</c:v>
                </c:pt>
                <c:pt idx="638">
                  <c:v>5807</c:v>
                </c:pt>
                <c:pt idx="639">
                  <c:v>5801</c:v>
                </c:pt>
                <c:pt idx="640">
                  <c:v>5805</c:v>
                </c:pt>
                <c:pt idx="641">
                  <c:v>5799</c:v>
                </c:pt>
                <c:pt idx="642">
                  <c:v>5869</c:v>
                </c:pt>
                <c:pt idx="643">
                  <c:v>5867</c:v>
                </c:pt>
                <c:pt idx="644">
                  <c:v>5880</c:v>
                </c:pt>
                <c:pt idx="645">
                  <c:v>5873</c:v>
                </c:pt>
                <c:pt idx="646">
                  <c:v>5932</c:v>
                </c:pt>
                <c:pt idx="647">
                  <c:v>6022</c:v>
                </c:pt>
                <c:pt idx="648">
                  <c:v>6013</c:v>
                </c:pt>
                <c:pt idx="649">
                  <c:v>6011</c:v>
                </c:pt>
                <c:pt idx="650">
                  <c:v>6007</c:v>
                </c:pt>
                <c:pt idx="651">
                  <c:v>5942</c:v>
                </c:pt>
                <c:pt idx="652">
                  <c:v>6007</c:v>
                </c:pt>
                <c:pt idx="653">
                  <c:v>6008</c:v>
                </c:pt>
                <c:pt idx="654">
                  <c:v>6008</c:v>
                </c:pt>
                <c:pt idx="655">
                  <c:v>6079</c:v>
                </c:pt>
                <c:pt idx="656">
                  <c:v>6069</c:v>
                </c:pt>
                <c:pt idx="657">
                  <c:v>6075</c:v>
                </c:pt>
                <c:pt idx="658">
                  <c:v>6068</c:v>
                </c:pt>
                <c:pt idx="659">
                  <c:v>6076</c:v>
                </c:pt>
                <c:pt idx="660">
                  <c:v>6072</c:v>
                </c:pt>
                <c:pt idx="661">
                  <c:v>6070</c:v>
                </c:pt>
                <c:pt idx="662">
                  <c:v>6072</c:v>
                </c:pt>
                <c:pt idx="663">
                  <c:v>6072</c:v>
                </c:pt>
                <c:pt idx="664">
                  <c:v>6065</c:v>
                </c:pt>
                <c:pt idx="665">
                  <c:v>6069</c:v>
                </c:pt>
                <c:pt idx="666">
                  <c:v>6144</c:v>
                </c:pt>
                <c:pt idx="667">
                  <c:v>6068</c:v>
                </c:pt>
                <c:pt idx="668">
                  <c:v>6141</c:v>
                </c:pt>
                <c:pt idx="669">
                  <c:v>6209</c:v>
                </c:pt>
                <c:pt idx="670">
                  <c:v>6207</c:v>
                </c:pt>
                <c:pt idx="671">
                  <c:v>6217</c:v>
                </c:pt>
                <c:pt idx="672">
                  <c:v>6211</c:v>
                </c:pt>
                <c:pt idx="673">
                  <c:v>6214</c:v>
                </c:pt>
                <c:pt idx="674">
                  <c:v>6217</c:v>
                </c:pt>
                <c:pt idx="675">
                  <c:v>6209</c:v>
                </c:pt>
                <c:pt idx="676">
                  <c:v>6222</c:v>
                </c:pt>
                <c:pt idx="677">
                  <c:v>6217</c:v>
                </c:pt>
                <c:pt idx="678">
                  <c:v>6211</c:v>
                </c:pt>
                <c:pt idx="679">
                  <c:v>6216</c:v>
                </c:pt>
                <c:pt idx="680">
                  <c:v>6293</c:v>
                </c:pt>
                <c:pt idx="681">
                  <c:v>6206</c:v>
                </c:pt>
                <c:pt idx="682">
                  <c:v>6214</c:v>
                </c:pt>
                <c:pt idx="683">
                  <c:v>6276</c:v>
                </c:pt>
                <c:pt idx="684">
                  <c:v>6291</c:v>
                </c:pt>
                <c:pt idx="685">
                  <c:v>6212</c:v>
                </c:pt>
                <c:pt idx="686">
                  <c:v>6288</c:v>
                </c:pt>
                <c:pt idx="687">
                  <c:v>6287</c:v>
                </c:pt>
                <c:pt idx="688">
                  <c:v>6283</c:v>
                </c:pt>
                <c:pt idx="689">
                  <c:v>6355</c:v>
                </c:pt>
                <c:pt idx="690">
                  <c:v>6348</c:v>
                </c:pt>
                <c:pt idx="691">
                  <c:v>6275</c:v>
                </c:pt>
                <c:pt idx="692">
                  <c:v>6287</c:v>
                </c:pt>
                <c:pt idx="693">
                  <c:v>6353</c:v>
                </c:pt>
                <c:pt idx="694">
                  <c:v>6274</c:v>
                </c:pt>
                <c:pt idx="695">
                  <c:v>6283</c:v>
                </c:pt>
                <c:pt idx="696">
                  <c:v>6283</c:v>
                </c:pt>
                <c:pt idx="697">
                  <c:v>6285</c:v>
                </c:pt>
                <c:pt idx="698">
                  <c:v>6280</c:v>
                </c:pt>
                <c:pt idx="699">
                  <c:v>6289</c:v>
                </c:pt>
                <c:pt idx="700">
                  <c:v>6285</c:v>
                </c:pt>
                <c:pt idx="701">
                  <c:v>6275</c:v>
                </c:pt>
                <c:pt idx="702">
                  <c:v>6279</c:v>
                </c:pt>
                <c:pt idx="703">
                  <c:v>6277</c:v>
                </c:pt>
                <c:pt idx="704">
                  <c:v>6281</c:v>
                </c:pt>
                <c:pt idx="705">
                  <c:v>6282</c:v>
                </c:pt>
                <c:pt idx="706">
                  <c:v>6275</c:v>
                </c:pt>
                <c:pt idx="707">
                  <c:v>6262</c:v>
                </c:pt>
                <c:pt idx="708">
                  <c:v>6266</c:v>
                </c:pt>
                <c:pt idx="709">
                  <c:v>6273</c:v>
                </c:pt>
                <c:pt idx="710">
                  <c:v>6209</c:v>
                </c:pt>
                <c:pt idx="711">
                  <c:v>6197</c:v>
                </c:pt>
                <c:pt idx="712">
                  <c:v>6210</c:v>
                </c:pt>
                <c:pt idx="713">
                  <c:v>6268</c:v>
                </c:pt>
                <c:pt idx="714">
                  <c:v>6206</c:v>
                </c:pt>
                <c:pt idx="715">
                  <c:v>6208</c:v>
                </c:pt>
                <c:pt idx="716">
                  <c:v>6207</c:v>
                </c:pt>
                <c:pt idx="717">
                  <c:v>6205</c:v>
                </c:pt>
                <c:pt idx="718">
                  <c:v>6200</c:v>
                </c:pt>
                <c:pt idx="719">
                  <c:v>6203</c:v>
                </c:pt>
                <c:pt idx="720">
                  <c:v>6207</c:v>
                </c:pt>
                <c:pt idx="721">
                  <c:v>6262</c:v>
                </c:pt>
                <c:pt idx="722">
                  <c:v>6205</c:v>
                </c:pt>
                <c:pt idx="723">
                  <c:v>6253</c:v>
                </c:pt>
                <c:pt idx="724">
                  <c:v>6268</c:v>
                </c:pt>
                <c:pt idx="725">
                  <c:v>6266</c:v>
                </c:pt>
                <c:pt idx="726">
                  <c:v>6267</c:v>
                </c:pt>
                <c:pt idx="727">
                  <c:v>6269</c:v>
                </c:pt>
                <c:pt idx="728">
                  <c:v>6341</c:v>
                </c:pt>
                <c:pt idx="729">
                  <c:v>6266</c:v>
                </c:pt>
                <c:pt idx="730">
                  <c:v>6334</c:v>
                </c:pt>
                <c:pt idx="731">
                  <c:v>6346</c:v>
                </c:pt>
                <c:pt idx="732">
                  <c:v>6345</c:v>
                </c:pt>
                <c:pt idx="733">
                  <c:v>6259</c:v>
                </c:pt>
                <c:pt idx="734">
                  <c:v>6275</c:v>
                </c:pt>
                <c:pt idx="735">
                  <c:v>6198</c:v>
                </c:pt>
                <c:pt idx="736">
                  <c:v>6263</c:v>
                </c:pt>
                <c:pt idx="737">
                  <c:v>6262</c:v>
                </c:pt>
                <c:pt idx="738">
                  <c:v>6266</c:v>
                </c:pt>
                <c:pt idx="739">
                  <c:v>6264</c:v>
                </c:pt>
                <c:pt idx="740">
                  <c:v>6263</c:v>
                </c:pt>
                <c:pt idx="741">
                  <c:v>6269</c:v>
                </c:pt>
                <c:pt idx="742">
                  <c:v>6338</c:v>
                </c:pt>
                <c:pt idx="743">
                  <c:v>6279</c:v>
                </c:pt>
                <c:pt idx="744">
                  <c:v>6344</c:v>
                </c:pt>
                <c:pt idx="745">
                  <c:v>6338</c:v>
                </c:pt>
                <c:pt idx="746">
                  <c:v>6261</c:v>
                </c:pt>
                <c:pt idx="747">
                  <c:v>6338</c:v>
                </c:pt>
                <c:pt idx="748">
                  <c:v>6340</c:v>
                </c:pt>
                <c:pt idx="749">
                  <c:v>6329</c:v>
                </c:pt>
                <c:pt idx="750">
                  <c:v>6340</c:v>
                </c:pt>
                <c:pt idx="751">
                  <c:v>6345</c:v>
                </c:pt>
                <c:pt idx="752">
                  <c:v>6340</c:v>
                </c:pt>
                <c:pt idx="753">
                  <c:v>6343</c:v>
                </c:pt>
                <c:pt idx="754">
                  <c:v>6348</c:v>
                </c:pt>
                <c:pt idx="755">
                  <c:v>6412</c:v>
                </c:pt>
                <c:pt idx="756">
                  <c:v>6423</c:v>
                </c:pt>
                <c:pt idx="757">
                  <c:v>6500</c:v>
                </c:pt>
                <c:pt idx="758">
                  <c:v>6501</c:v>
                </c:pt>
                <c:pt idx="759">
                  <c:v>6565</c:v>
                </c:pt>
                <c:pt idx="760">
                  <c:v>6579</c:v>
                </c:pt>
                <c:pt idx="761">
                  <c:v>6566</c:v>
                </c:pt>
                <c:pt idx="762">
                  <c:v>6567</c:v>
                </c:pt>
                <c:pt idx="763">
                  <c:v>6581</c:v>
                </c:pt>
                <c:pt idx="764">
                  <c:v>6637</c:v>
                </c:pt>
                <c:pt idx="765">
                  <c:v>6641</c:v>
                </c:pt>
                <c:pt idx="766">
                  <c:v>6654</c:v>
                </c:pt>
                <c:pt idx="767">
                  <c:v>6649</c:v>
                </c:pt>
                <c:pt idx="768">
                  <c:v>6654</c:v>
                </c:pt>
                <c:pt idx="769">
                  <c:v>6655</c:v>
                </c:pt>
                <c:pt idx="770">
                  <c:v>6721</c:v>
                </c:pt>
                <c:pt idx="771">
                  <c:v>6721</c:v>
                </c:pt>
                <c:pt idx="772">
                  <c:v>6727</c:v>
                </c:pt>
                <c:pt idx="773">
                  <c:v>6717</c:v>
                </c:pt>
                <c:pt idx="774">
                  <c:v>6733</c:v>
                </c:pt>
                <c:pt idx="775">
                  <c:v>6723</c:v>
                </c:pt>
                <c:pt idx="776">
                  <c:v>6723.7558139534885</c:v>
                </c:pt>
                <c:pt idx="777">
                  <c:v>6724.5116279069771</c:v>
                </c:pt>
                <c:pt idx="778">
                  <c:v>6725.2674418604647</c:v>
                </c:pt>
                <c:pt idx="779">
                  <c:v>6726.0232558139533</c:v>
                </c:pt>
                <c:pt idx="780">
                  <c:v>6726.7790697674418</c:v>
                </c:pt>
                <c:pt idx="781">
                  <c:v>6727.5348837209303</c:v>
                </c:pt>
                <c:pt idx="782">
                  <c:v>6728.2906976744189</c:v>
                </c:pt>
                <c:pt idx="783">
                  <c:v>6729.0465116279074</c:v>
                </c:pt>
                <c:pt idx="784">
                  <c:v>6729.8023255813951</c:v>
                </c:pt>
                <c:pt idx="785">
                  <c:v>6730.5581395348836</c:v>
                </c:pt>
                <c:pt idx="786">
                  <c:v>6731.3139534883721</c:v>
                </c:pt>
                <c:pt idx="787">
                  <c:v>6732.0697674418607</c:v>
                </c:pt>
                <c:pt idx="788">
                  <c:v>6732.8255813953492</c:v>
                </c:pt>
                <c:pt idx="789">
                  <c:v>6733.5813953488368</c:v>
                </c:pt>
                <c:pt idx="790">
                  <c:v>6734.3372093023254</c:v>
                </c:pt>
                <c:pt idx="791">
                  <c:v>6735.0930232558139</c:v>
                </c:pt>
                <c:pt idx="792">
                  <c:v>6735.8488372093025</c:v>
                </c:pt>
                <c:pt idx="793">
                  <c:v>6736.604651162791</c:v>
                </c:pt>
                <c:pt idx="794">
                  <c:v>6737.3604651162786</c:v>
                </c:pt>
                <c:pt idx="795">
                  <c:v>6738.1162790697672</c:v>
                </c:pt>
                <c:pt idx="796">
                  <c:v>6738.8720930232557</c:v>
                </c:pt>
                <c:pt idx="797">
                  <c:v>6739.6279069767443</c:v>
                </c:pt>
                <c:pt idx="798">
                  <c:v>6740.3837209302328</c:v>
                </c:pt>
                <c:pt idx="799">
                  <c:v>6741.1395348837214</c:v>
                </c:pt>
                <c:pt idx="800">
                  <c:v>6741.895348837209</c:v>
                </c:pt>
                <c:pt idx="801">
                  <c:v>6742.6511627906975</c:v>
                </c:pt>
                <c:pt idx="802">
                  <c:v>6743.4069767441861</c:v>
                </c:pt>
                <c:pt idx="803">
                  <c:v>6744.1627906976746</c:v>
                </c:pt>
                <c:pt idx="804">
                  <c:v>6744.9186046511632</c:v>
                </c:pt>
                <c:pt idx="805">
                  <c:v>6745.6744186046508</c:v>
                </c:pt>
                <c:pt idx="806">
                  <c:v>6746.4302325581393</c:v>
                </c:pt>
                <c:pt idx="807">
                  <c:v>6747.1860465116279</c:v>
                </c:pt>
                <c:pt idx="808">
                  <c:v>6747.9418604651164</c:v>
                </c:pt>
                <c:pt idx="809">
                  <c:v>6748.6976744186049</c:v>
                </c:pt>
                <c:pt idx="810">
                  <c:v>6749.4534883720926</c:v>
                </c:pt>
                <c:pt idx="811">
                  <c:v>6750.2093023255811</c:v>
                </c:pt>
                <c:pt idx="812">
                  <c:v>6750.9651162790697</c:v>
                </c:pt>
                <c:pt idx="813">
                  <c:v>6751.7209302325582</c:v>
                </c:pt>
                <c:pt idx="814">
                  <c:v>6752.4767441860467</c:v>
                </c:pt>
                <c:pt idx="815">
                  <c:v>6753.2325581395353</c:v>
                </c:pt>
                <c:pt idx="816">
                  <c:v>6753.9883720930229</c:v>
                </c:pt>
                <c:pt idx="817">
                  <c:v>6754.7441860465115</c:v>
                </c:pt>
                <c:pt idx="818">
                  <c:v>6755.5</c:v>
                </c:pt>
                <c:pt idx="819">
                  <c:v>6756.2558139534885</c:v>
                </c:pt>
                <c:pt idx="820">
                  <c:v>6757.0116279069771</c:v>
                </c:pt>
                <c:pt idx="821">
                  <c:v>6757.7674418604647</c:v>
                </c:pt>
                <c:pt idx="822">
                  <c:v>6758.5232558139533</c:v>
                </c:pt>
                <c:pt idx="823">
                  <c:v>6759.2790697674418</c:v>
                </c:pt>
                <c:pt idx="824">
                  <c:v>6760.0348837209303</c:v>
                </c:pt>
                <c:pt idx="825">
                  <c:v>6760.7906976744189</c:v>
                </c:pt>
                <c:pt idx="826">
                  <c:v>6761.5465116279074</c:v>
                </c:pt>
                <c:pt idx="827">
                  <c:v>6762.3023255813951</c:v>
                </c:pt>
                <c:pt idx="828">
                  <c:v>6763.0581395348836</c:v>
                </c:pt>
                <c:pt idx="829">
                  <c:v>6763.8139534883721</c:v>
                </c:pt>
                <c:pt idx="830">
                  <c:v>6764.5697674418607</c:v>
                </c:pt>
                <c:pt idx="831">
                  <c:v>6765.3255813953492</c:v>
                </c:pt>
                <c:pt idx="832">
                  <c:v>6766.0813953488368</c:v>
                </c:pt>
                <c:pt idx="833">
                  <c:v>6766.8372093023254</c:v>
                </c:pt>
                <c:pt idx="834">
                  <c:v>6767.5930232558139</c:v>
                </c:pt>
                <c:pt idx="835">
                  <c:v>6768.3488372093025</c:v>
                </c:pt>
                <c:pt idx="836">
                  <c:v>6769.104651162791</c:v>
                </c:pt>
                <c:pt idx="837">
                  <c:v>6769.8604651162786</c:v>
                </c:pt>
                <c:pt idx="838">
                  <c:v>6770.6162790697672</c:v>
                </c:pt>
                <c:pt idx="839">
                  <c:v>6771.3720930232557</c:v>
                </c:pt>
                <c:pt idx="840">
                  <c:v>6772.1279069767443</c:v>
                </c:pt>
                <c:pt idx="841">
                  <c:v>6772.8837209302328</c:v>
                </c:pt>
                <c:pt idx="842">
                  <c:v>6773.6395348837214</c:v>
                </c:pt>
                <c:pt idx="843">
                  <c:v>6774.395348837209</c:v>
                </c:pt>
                <c:pt idx="844">
                  <c:v>6775.1511627906975</c:v>
                </c:pt>
                <c:pt idx="845">
                  <c:v>6775.9069767441861</c:v>
                </c:pt>
                <c:pt idx="846">
                  <c:v>6776.6627906976746</c:v>
                </c:pt>
                <c:pt idx="847">
                  <c:v>6777.4186046511632</c:v>
                </c:pt>
                <c:pt idx="848">
                  <c:v>6778.1744186046508</c:v>
                </c:pt>
                <c:pt idx="849">
                  <c:v>6778.9302325581393</c:v>
                </c:pt>
                <c:pt idx="850">
                  <c:v>6779.6860465116279</c:v>
                </c:pt>
                <c:pt idx="851">
                  <c:v>6780.4418604651164</c:v>
                </c:pt>
                <c:pt idx="852">
                  <c:v>6781.1976744186049</c:v>
                </c:pt>
                <c:pt idx="853">
                  <c:v>6781.9534883720926</c:v>
                </c:pt>
                <c:pt idx="854">
                  <c:v>6782.7093023255811</c:v>
                </c:pt>
                <c:pt idx="855">
                  <c:v>6783.4651162790697</c:v>
                </c:pt>
                <c:pt idx="856">
                  <c:v>6784.2209302325582</c:v>
                </c:pt>
                <c:pt idx="857">
                  <c:v>6784.9767441860467</c:v>
                </c:pt>
                <c:pt idx="858">
                  <c:v>6785.7325581395353</c:v>
                </c:pt>
                <c:pt idx="859">
                  <c:v>6786.4883720930229</c:v>
                </c:pt>
                <c:pt idx="860">
                  <c:v>6787.2441860465115</c:v>
                </c:pt>
                <c:pt idx="861">
                  <c:v>6788</c:v>
                </c:pt>
                <c:pt idx="862">
                  <c:v>6788</c:v>
                </c:pt>
                <c:pt idx="863">
                  <c:v>6786</c:v>
                </c:pt>
                <c:pt idx="864">
                  <c:v>6755</c:v>
                </c:pt>
                <c:pt idx="865">
                  <c:v>6778</c:v>
                </c:pt>
                <c:pt idx="866">
                  <c:v>6773</c:v>
                </c:pt>
                <c:pt idx="867">
                  <c:v>6690</c:v>
                </c:pt>
                <c:pt idx="868">
                  <c:v>6682</c:v>
                </c:pt>
                <c:pt idx="869">
                  <c:v>6676</c:v>
                </c:pt>
                <c:pt idx="870">
                  <c:v>6682</c:v>
                </c:pt>
                <c:pt idx="871">
                  <c:v>6681</c:v>
                </c:pt>
                <c:pt idx="872">
                  <c:v>6689</c:v>
                </c:pt>
                <c:pt idx="873">
                  <c:v>6708</c:v>
                </c:pt>
                <c:pt idx="874">
                  <c:v>6692</c:v>
                </c:pt>
                <c:pt idx="875">
                  <c:v>6695</c:v>
                </c:pt>
                <c:pt idx="876">
                  <c:v>6777</c:v>
                </c:pt>
                <c:pt idx="877">
                  <c:v>6693</c:v>
                </c:pt>
                <c:pt idx="878">
                  <c:v>6691</c:v>
                </c:pt>
                <c:pt idx="879">
                  <c:v>6779</c:v>
                </c:pt>
                <c:pt idx="880">
                  <c:v>6671</c:v>
                </c:pt>
                <c:pt idx="881">
                  <c:v>6701</c:v>
                </c:pt>
                <c:pt idx="882">
                  <c:v>6766</c:v>
                </c:pt>
                <c:pt idx="883">
                  <c:v>6764</c:v>
                </c:pt>
                <c:pt idx="884">
                  <c:v>6764</c:v>
                </c:pt>
                <c:pt idx="885">
                  <c:v>6684</c:v>
                </c:pt>
                <c:pt idx="886">
                  <c:v>6764</c:v>
                </c:pt>
                <c:pt idx="887">
                  <c:v>6773</c:v>
                </c:pt>
                <c:pt idx="888">
                  <c:v>6763</c:v>
                </c:pt>
                <c:pt idx="889">
                  <c:v>6777</c:v>
                </c:pt>
                <c:pt idx="890">
                  <c:v>6767</c:v>
                </c:pt>
                <c:pt idx="891">
                  <c:v>6843</c:v>
                </c:pt>
                <c:pt idx="892">
                  <c:v>6754</c:v>
                </c:pt>
                <c:pt idx="893">
                  <c:v>6839</c:v>
                </c:pt>
                <c:pt idx="894">
                  <c:v>6844</c:v>
                </c:pt>
                <c:pt idx="895">
                  <c:v>6847</c:v>
                </c:pt>
                <c:pt idx="896">
                  <c:v>6854</c:v>
                </c:pt>
                <c:pt idx="897">
                  <c:v>6923</c:v>
                </c:pt>
                <c:pt idx="898">
                  <c:v>6833</c:v>
                </c:pt>
                <c:pt idx="899">
                  <c:v>6918</c:v>
                </c:pt>
                <c:pt idx="900">
                  <c:v>6919</c:v>
                </c:pt>
                <c:pt idx="901">
                  <c:v>6830</c:v>
                </c:pt>
                <c:pt idx="902">
                  <c:v>6834</c:v>
                </c:pt>
                <c:pt idx="903">
                  <c:v>6922</c:v>
                </c:pt>
                <c:pt idx="904">
                  <c:v>6919</c:v>
                </c:pt>
                <c:pt idx="905">
                  <c:v>6916</c:v>
                </c:pt>
                <c:pt idx="906">
                  <c:v>6837</c:v>
                </c:pt>
                <c:pt idx="907">
                  <c:v>6918</c:v>
                </c:pt>
                <c:pt idx="908">
                  <c:v>6863</c:v>
                </c:pt>
                <c:pt idx="909">
                  <c:v>6919</c:v>
                </c:pt>
                <c:pt idx="910">
                  <c:v>6927</c:v>
                </c:pt>
                <c:pt idx="911">
                  <c:v>6998</c:v>
                </c:pt>
                <c:pt idx="912">
                  <c:v>6837</c:v>
                </c:pt>
                <c:pt idx="913">
                  <c:v>6912</c:v>
                </c:pt>
                <c:pt idx="914">
                  <c:v>6846</c:v>
                </c:pt>
                <c:pt idx="915">
                  <c:v>6941</c:v>
                </c:pt>
                <c:pt idx="916">
                  <c:v>6923</c:v>
                </c:pt>
                <c:pt idx="917">
                  <c:v>6923</c:v>
                </c:pt>
                <c:pt idx="918">
                  <c:v>6924</c:v>
                </c:pt>
                <c:pt idx="919">
                  <c:v>6947</c:v>
                </c:pt>
                <c:pt idx="920">
                  <c:v>6929</c:v>
                </c:pt>
                <c:pt idx="921">
                  <c:v>6926</c:v>
                </c:pt>
                <c:pt idx="922">
                  <c:v>6933</c:v>
                </c:pt>
                <c:pt idx="923">
                  <c:v>6928</c:v>
                </c:pt>
                <c:pt idx="924">
                  <c:v>6927</c:v>
                </c:pt>
                <c:pt idx="925">
                  <c:v>6931</c:v>
                </c:pt>
                <c:pt idx="926">
                  <c:v>6924</c:v>
                </c:pt>
                <c:pt idx="927">
                  <c:v>6927</c:v>
                </c:pt>
                <c:pt idx="928">
                  <c:v>6925</c:v>
                </c:pt>
                <c:pt idx="929">
                  <c:v>6939</c:v>
                </c:pt>
                <c:pt idx="930">
                  <c:v>6925</c:v>
                </c:pt>
                <c:pt idx="931">
                  <c:v>6920</c:v>
                </c:pt>
                <c:pt idx="932">
                  <c:v>6932</c:v>
                </c:pt>
                <c:pt idx="933">
                  <c:v>6931</c:v>
                </c:pt>
                <c:pt idx="934">
                  <c:v>6928</c:v>
                </c:pt>
                <c:pt idx="935">
                  <c:v>7014</c:v>
                </c:pt>
                <c:pt idx="936">
                  <c:v>7096</c:v>
                </c:pt>
                <c:pt idx="937">
                  <c:v>7098</c:v>
                </c:pt>
                <c:pt idx="938">
                  <c:v>7097</c:v>
                </c:pt>
                <c:pt idx="939">
                  <c:v>7087</c:v>
                </c:pt>
                <c:pt idx="940">
                  <c:v>7095</c:v>
                </c:pt>
                <c:pt idx="941">
                  <c:v>7015</c:v>
                </c:pt>
                <c:pt idx="942">
                  <c:v>7012</c:v>
                </c:pt>
                <c:pt idx="943">
                  <c:v>7093</c:v>
                </c:pt>
                <c:pt idx="944">
                  <c:v>7018</c:v>
                </c:pt>
                <c:pt idx="945">
                  <c:v>7020</c:v>
                </c:pt>
                <c:pt idx="946">
                  <c:v>7017</c:v>
                </c:pt>
                <c:pt idx="947">
                  <c:v>7029</c:v>
                </c:pt>
                <c:pt idx="948">
                  <c:v>7011</c:v>
                </c:pt>
                <c:pt idx="949">
                  <c:v>7034</c:v>
                </c:pt>
                <c:pt idx="950">
                  <c:v>7023</c:v>
                </c:pt>
                <c:pt idx="951">
                  <c:v>7007</c:v>
                </c:pt>
                <c:pt idx="952">
                  <c:v>6937</c:v>
                </c:pt>
                <c:pt idx="953">
                  <c:v>7021</c:v>
                </c:pt>
                <c:pt idx="954">
                  <c:v>7013</c:v>
                </c:pt>
                <c:pt idx="955">
                  <c:v>6944</c:v>
                </c:pt>
                <c:pt idx="956">
                  <c:v>6931</c:v>
                </c:pt>
                <c:pt idx="957">
                  <c:v>7009</c:v>
                </c:pt>
                <c:pt idx="958">
                  <c:v>7011</c:v>
                </c:pt>
                <c:pt idx="959">
                  <c:v>6938</c:v>
                </c:pt>
                <c:pt idx="960">
                  <c:v>6929</c:v>
                </c:pt>
                <c:pt idx="961">
                  <c:v>6931</c:v>
                </c:pt>
                <c:pt idx="962">
                  <c:v>6940</c:v>
                </c:pt>
                <c:pt idx="963">
                  <c:v>7017</c:v>
                </c:pt>
                <c:pt idx="964">
                  <c:v>6933</c:v>
                </c:pt>
                <c:pt idx="965">
                  <c:v>6939</c:v>
                </c:pt>
                <c:pt idx="966">
                  <c:v>6927</c:v>
                </c:pt>
                <c:pt idx="967">
                  <c:v>6925</c:v>
                </c:pt>
                <c:pt idx="968">
                  <c:v>6930</c:v>
                </c:pt>
                <c:pt idx="969">
                  <c:v>6917</c:v>
                </c:pt>
                <c:pt idx="970">
                  <c:v>6936</c:v>
                </c:pt>
                <c:pt idx="971">
                  <c:v>6922</c:v>
                </c:pt>
                <c:pt idx="972">
                  <c:v>6931</c:v>
                </c:pt>
                <c:pt idx="973">
                  <c:v>6934</c:v>
                </c:pt>
                <c:pt idx="974">
                  <c:v>6918</c:v>
                </c:pt>
                <c:pt idx="975">
                  <c:v>6934</c:v>
                </c:pt>
                <c:pt idx="976">
                  <c:v>6926</c:v>
                </c:pt>
                <c:pt idx="977">
                  <c:v>6938</c:v>
                </c:pt>
                <c:pt idx="978">
                  <c:v>6918</c:v>
                </c:pt>
                <c:pt idx="979">
                  <c:v>6922</c:v>
                </c:pt>
                <c:pt idx="980">
                  <c:v>6921</c:v>
                </c:pt>
                <c:pt idx="981">
                  <c:v>6930</c:v>
                </c:pt>
                <c:pt idx="982">
                  <c:v>6926</c:v>
                </c:pt>
                <c:pt idx="983">
                  <c:v>6933</c:v>
                </c:pt>
                <c:pt idx="984">
                  <c:v>6839</c:v>
                </c:pt>
                <c:pt idx="985">
                  <c:v>6849</c:v>
                </c:pt>
                <c:pt idx="986">
                  <c:v>6933</c:v>
                </c:pt>
                <c:pt idx="987">
                  <c:v>6933</c:v>
                </c:pt>
                <c:pt idx="988">
                  <c:v>6839</c:v>
                </c:pt>
                <c:pt idx="989">
                  <c:v>6869</c:v>
                </c:pt>
                <c:pt idx="990">
                  <c:v>6922</c:v>
                </c:pt>
                <c:pt idx="991">
                  <c:v>6841</c:v>
                </c:pt>
                <c:pt idx="992">
                  <c:v>6845</c:v>
                </c:pt>
                <c:pt idx="993">
                  <c:v>6767</c:v>
                </c:pt>
                <c:pt idx="994">
                  <c:v>6835</c:v>
                </c:pt>
                <c:pt idx="995">
                  <c:v>6845</c:v>
                </c:pt>
                <c:pt idx="996">
                  <c:v>6849</c:v>
                </c:pt>
                <c:pt idx="997">
                  <c:v>6866</c:v>
                </c:pt>
                <c:pt idx="998">
                  <c:v>6856</c:v>
                </c:pt>
                <c:pt idx="999">
                  <c:v>6849</c:v>
                </c:pt>
                <c:pt idx="1000">
                  <c:v>6767</c:v>
                </c:pt>
                <c:pt idx="1001">
                  <c:v>6852</c:v>
                </c:pt>
                <c:pt idx="1002">
                  <c:v>6759</c:v>
                </c:pt>
                <c:pt idx="1003">
                  <c:v>6847</c:v>
                </c:pt>
                <c:pt idx="1004">
                  <c:v>6930</c:v>
                </c:pt>
                <c:pt idx="1005">
                  <c:v>6854</c:v>
                </c:pt>
                <c:pt idx="1006">
                  <c:v>6933</c:v>
                </c:pt>
                <c:pt idx="1007">
                  <c:v>6853</c:v>
                </c:pt>
                <c:pt idx="1008">
                  <c:v>6850</c:v>
                </c:pt>
                <c:pt idx="1009">
                  <c:v>6932</c:v>
                </c:pt>
                <c:pt idx="1010">
                  <c:v>6847</c:v>
                </c:pt>
                <c:pt idx="1011">
                  <c:v>6776</c:v>
                </c:pt>
                <c:pt idx="1012">
                  <c:v>6781</c:v>
                </c:pt>
                <c:pt idx="1013">
                  <c:v>6763</c:v>
                </c:pt>
                <c:pt idx="1014">
                  <c:v>6783</c:v>
                </c:pt>
                <c:pt idx="1015">
                  <c:v>6850</c:v>
                </c:pt>
                <c:pt idx="1016">
                  <c:v>6782</c:v>
                </c:pt>
                <c:pt idx="1017">
                  <c:v>6781</c:v>
                </c:pt>
                <c:pt idx="1018">
                  <c:v>6788</c:v>
                </c:pt>
                <c:pt idx="1019">
                  <c:v>6778</c:v>
                </c:pt>
                <c:pt idx="1020">
                  <c:v>6777</c:v>
                </c:pt>
                <c:pt idx="1021">
                  <c:v>6777</c:v>
                </c:pt>
                <c:pt idx="1022">
                  <c:v>6784</c:v>
                </c:pt>
                <c:pt idx="1023">
                  <c:v>6778</c:v>
                </c:pt>
                <c:pt idx="1024">
                  <c:v>6768</c:v>
                </c:pt>
                <c:pt idx="1025">
                  <c:v>6780</c:v>
                </c:pt>
                <c:pt idx="1026">
                  <c:v>6782</c:v>
                </c:pt>
                <c:pt idx="1027">
                  <c:v>6767</c:v>
                </c:pt>
                <c:pt idx="1028">
                  <c:v>6774</c:v>
                </c:pt>
                <c:pt idx="1029">
                  <c:v>6773</c:v>
                </c:pt>
                <c:pt idx="1030">
                  <c:v>6774</c:v>
                </c:pt>
                <c:pt idx="1031">
                  <c:v>6768</c:v>
                </c:pt>
                <c:pt idx="1032">
                  <c:v>6775</c:v>
                </c:pt>
                <c:pt idx="1033">
                  <c:v>6766</c:v>
                </c:pt>
                <c:pt idx="1034">
                  <c:v>6775</c:v>
                </c:pt>
                <c:pt idx="1035">
                  <c:v>6765</c:v>
                </c:pt>
                <c:pt idx="1036">
                  <c:v>6772</c:v>
                </c:pt>
                <c:pt idx="1037">
                  <c:v>6781</c:v>
                </c:pt>
                <c:pt idx="1038">
                  <c:v>6674</c:v>
                </c:pt>
                <c:pt idx="1039">
                  <c:v>6753</c:v>
                </c:pt>
                <c:pt idx="1040">
                  <c:v>6773</c:v>
                </c:pt>
                <c:pt idx="1041">
                  <c:v>6761</c:v>
                </c:pt>
                <c:pt idx="1042">
                  <c:v>6673</c:v>
                </c:pt>
                <c:pt idx="1043">
                  <c:v>6763</c:v>
                </c:pt>
                <c:pt idx="1044">
                  <c:v>6777</c:v>
                </c:pt>
                <c:pt idx="1045">
                  <c:v>6780</c:v>
                </c:pt>
                <c:pt idx="1046">
                  <c:v>6779</c:v>
                </c:pt>
                <c:pt idx="1047">
                  <c:v>6730</c:v>
                </c:pt>
                <c:pt idx="1048">
                  <c:v>6775</c:v>
                </c:pt>
                <c:pt idx="1049">
                  <c:v>6782</c:v>
                </c:pt>
                <c:pt idx="1050">
                  <c:v>6777</c:v>
                </c:pt>
                <c:pt idx="1051">
                  <c:v>6780</c:v>
                </c:pt>
                <c:pt idx="1052">
                  <c:v>6679</c:v>
                </c:pt>
                <c:pt idx="1053">
                  <c:v>6832</c:v>
                </c:pt>
                <c:pt idx="1054">
                  <c:v>6755</c:v>
                </c:pt>
                <c:pt idx="1055">
                  <c:v>6767</c:v>
                </c:pt>
                <c:pt idx="1056">
                  <c:v>6761</c:v>
                </c:pt>
                <c:pt idx="1057">
                  <c:v>6849</c:v>
                </c:pt>
                <c:pt idx="1058">
                  <c:v>6925</c:v>
                </c:pt>
                <c:pt idx="1059">
                  <c:v>6849</c:v>
                </c:pt>
                <c:pt idx="1060">
                  <c:v>6846</c:v>
                </c:pt>
                <c:pt idx="1061">
                  <c:v>6848</c:v>
                </c:pt>
                <c:pt idx="1062">
                  <c:v>6853</c:v>
                </c:pt>
                <c:pt idx="1063">
                  <c:v>6764</c:v>
                </c:pt>
                <c:pt idx="1064">
                  <c:v>6770</c:v>
                </c:pt>
                <c:pt idx="1065">
                  <c:v>6773</c:v>
                </c:pt>
                <c:pt idx="1066">
                  <c:v>6757</c:v>
                </c:pt>
                <c:pt idx="1067">
                  <c:v>6778</c:v>
                </c:pt>
                <c:pt idx="1068">
                  <c:v>6841</c:v>
                </c:pt>
                <c:pt idx="1069">
                  <c:v>6778</c:v>
                </c:pt>
                <c:pt idx="1070">
                  <c:v>6780</c:v>
                </c:pt>
                <c:pt idx="1071">
                  <c:v>6678</c:v>
                </c:pt>
                <c:pt idx="1072">
                  <c:v>6755</c:v>
                </c:pt>
                <c:pt idx="1073">
                  <c:v>6777</c:v>
                </c:pt>
                <c:pt idx="1074">
                  <c:v>6780</c:v>
                </c:pt>
              </c:numCache>
            </c:numRef>
          </c:val>
          <c:smooth val="0"/>
          <c:extLst>
            <c:ext xmlns:c16="http://schemas.microsoft.com/office/drawing/2014/chart" uri="{C3380CC4-5D6E-409C-BE32-E72D297353CC}">
              <c16:uniqueId val="{00000000-9BF3-4E8C-96EC-ABCD03B65EF9}"/>
            </c:ext>
          </c:extLst>
        </c:ser>
        <c:dLbls>
          <c:showLegendKey val="0"/>
          <c:showVal val="0"/>
          <c:showCatName val="0"/>
          <c:showSerName val="0"/>
          <c:showPercent val="0"/>
          <c:showBubbleSize val="0"/>
        </c:dLbls>
        <c:smooth val="0"/>
        <c:axId val="310470144"/>
        <c:axId val="310482624"/>
      </c:lineChart>
      <c:catAx>
        <c:axId val="3104701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310482624"/>
        <c:crosses val="autoZero"/>
        <c:auto val="1"/>
        <c:lblAlgn val="ctr"/>
        <c:lblOffset val="100"/>
        <c:noMultiLvlLbl val="0"/>
      </c:catAx>
      <c:valAx>
        <c:axId val="31048262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31047014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userShapes r:id="rId4"/>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ja-JP" altLang="en-US" dirty="0"/>
              <a:t>照射後３秒ごとの平均縮瞳率</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ja-JP"/>
        </a:p>
      </c:txPr>
    </c:title>
    <c:autoTitleDeleted val="0"/>
    <c:plotArea>
      <c:layout/>
      <c:lineChart>
        <c:grouping val="standard"/>
        <c:varyColors val="0"/>
        <c:ser>
          <c:idx val="0"/>
          <c:order val="0"/>
          <c:tx>
            <c:strRef>
              <c:f>'Sheet1 (2)'!$AC$83</c:f>
              <c:strCache>
                <c:ptCount val="1"/>
                <c:pt idx="0">
                  <c:v>90.29 cd/m²</c:v>
                </c:pt>
              </c:strCache>
            </c:strRef>
          </c:tx>
          <c:spPr>
            <a:ln w="28575" cap="rnd">
              <a:solidFill>
                <a:schemeClr val="accent1"/>
              </a:solidFill>
              <a:round/>
            </a:ln>
            <a:effectLst/>
          </c:spPr>
          <c:marker>
            <c:symbol val="none"/>
          </c:marker>
          <c:cat>
            <c:strRef>
              <c:f>'Sheet1 (2)'!$AD$82:$AI$82</c:f>
              <c:strCache>
                <c:ptCount val="6"/>
                <c:pt idx="0">
                  <c:v>3s</c:v>
                </c:pt>
                <c:pt idx="1">
                  <c:v>6s</c:v>
                </c:pt>
                <c:pt idx="2">
                  <c:v>9s</c:v>
                </c:pt>
                <c:pt idx="3">
                  <c:v>12s</c:v>
                </c:pt>
                <c:pt idx="4">
                  <c:v>15s</c:v>
                </c:pt>
                <c:pt idx="5">
                  <c:v>18s</c:v>
                </c:pt>
              </c:strCache>
            </c:strRef>
          </c:cat>
          <c:val>
            <c:numRef>
              <c:f>'Sheet1 (2)'!$AD$83:$AI$83</c:f>
              <c:numCache>
                <c:formatCode>General</c:formatCode>
                <c:ptCount val="6"/>
                <c:pt idx="0">
                  <c:v>0.34467779153959632</c:v>
                </c:pt>
                <c:pt idx="1">
                  <c:v>0.2400524685117863</c:v>
                </c:pt>
                <c:pt idx="2">
                  <c:v>0.1872118838479713</c:v>
                </c:pt>
                <c:pt idx="3">
                  <c:v>0.15724475068387156</c:v>
                </c:pt>
                <c:pt idx="4">
                  <c:v>0.14169499671031782</c:v>
                </c:pt>
                <c:pt idx="5">
                  <c:v>0.1144607554617391</c:v>
                </c:pt>
              </c:numCache>
            </c:numRef>
          </c:val>
          <c:smooth val="0"/>
          <c:extLst>
            <c:ext xmlns:c16="http://schemas.microsoft.com/office/drawing/2014/chart" uri="{C3380CC4-5D6E-409C-BE32-E72D297353CC}">
              <c16:uniqueId val="{00000000-1AEE-4CFE-920A-9B6C7D43DE72}"/>
            </c:ext>
          </c:extLst>
        </c:ser>
        <c:ser>
          <c:idx val="1"/>
          <c:order val="1"/>
          <c:tx>
            <c:strRef>
              <c:f>'Sheet1 (2)'!$AC$84</c:f>
              <c:strCache>
                <c:ptCount val="1"/>
                <c:pt idx="0">
                  <c:v>217.2 cd/m²</c:v>
                </c:pt>
              </c:strCache>
            </c:strRef>
          </c:tx>
          <c:spPr>
            <a:ln w="28575" cap="rnd">
              <a:solidFill>
                <a:schemeClr val="accent2"/>
              </a:solidFill>
              <a:round/>
            </a:ln>
            <a:effectLst/>
          </c:spPr>
          <c:marker>
            <c:symbol val="none"/>
          </c:marker>
          <c:cat>
            <c:strRef>
              <c:f>'Sheet1 (2)'!$AD$82:$AI$82</c:f>
              <c:strCache>
                <c:ptCount val="6"/>
                <c:pt idx="0">
                  <c:v>3s</c:v>
                </c:pt>
                <c:pt idx="1">
                  <c:v>6s</c:v>
                </c:pt>
                <c:pt idx="2">
                  <c:v>9s</c:v>
                </c:pt>
                <c:pt idx="3">
                  <c:v>12s</c:v>
                </c:pt>
                <c:pt idx="4">
                  <c:v>15s</c:v>
                </c:pt>
                <c:pt idx="5">
                  <c:v>18s</c:v>
                </c:pt>
              </c:strCache>
            </c:strRef>
          </c:cat>
          <c:val>
            <c:numRef>
              <c:f>'Sheet1 (2)'!$AD$84:$AI$84</c:f>
              <c:numCache>
                <c:formatCode>General</c:formatCode>
                <c:ptCount val="6"/>
                <c:pt idx="0">
                  <c:v>0.35796896218678265</c:v>
                </c:pt>
                <c:pt idx="1">
                  <c:v>0.24008680615916975</c:v>
                </c:pt>
                <c:pt idx="2">
                  <c:v>0.17726800273757418</c:v>
                </c:pt>
                <c:pt idx="3">
                  <c:v>0.14307012982522005</c:v>
                </c:pt>
                <c:pt idx="4">
                  <c:v>0.12466079690680804</c:v>
                </c:pt>
                <c:pt idx="5">
                  <c:v>0.11315231179860116</c:v>
                </c:pt>
              </c:numCache>
            </c:numRef>
          </c:val>
          <c:smooth val="0"/>
          <c:extLst>
            <c:ext xmlns:c16="http://schemas.microsoft.com/office/drawing/2014/chart" uri="{C3380CC4-5D6E-409C-BE32-E72D297353CC}">
              <c16:uniqueId val="{00000001-1AEE-4CFE-920A-9B6C7D43DE72}"/>
            </c:ext>
          </c:extLst>
        </c:ser>
        <c:ser>
          <c:idx val="2"/>
          <c:order val="2"/>
          <c:tx>
            <c:strRef>
              <c:f>'Sheet1 (2)'!$AC$85</c:f>
              <c:strCache>
                <c:ptCount val="1"/>
                <c:pt idx="0">
                  <c:v>310.0 cd/m²</c:v>
                </c:pt>
              </c:strCache>
            </c:strRef>
          </c:tx>
          <c:spPr>
            <a:ln w="28575" cap="rnd">
              <a:solidFill>
                <a:schemeClr val="accent3"/>
              </a:solidFill>
              <a:round/>
            </a:ln>
            <a:effectLst/>
          </c:spPr>
          <c:marker>
            <c:symbol val="none"/>
          </c:marker>
          <c:cat>
            <c:strRef>
              <c:f>'Sheet1 (2)'!$AD$82:$AI$82</c:f>
              <c:strCache>
                <c:ptCount val="6"/>
                <c:pt idx="0">
                  <c:v>3s</c:v>
                </c:pt>
                <c:pt idx="1">
                  <c:v>6s</c:v>
                </c:pt>
                <c:pt idx="2">
                  <c:v>9s</c:v>
                </c:pt>
                <c:pt idx="3">
                  <c:v>12s</c:v>
                </c:pt>
                <c:pt idx="4">
                  <c:v>15s</c:v>
                </c:pt>
                <c:pt idx="5">
                  <c:v>18s</c:v>
                </c:pt>
              </c:strCache>
            </c:strRef>
          </c:cat>
          <c:val>
            <c:numRef>
              <c:f>'Sheet1 (2)'!$AD$85:$AI$85</c:f>
              <c:numCache>
                <c:formatCode>General</c:formatCode>
                <c:ptCount val="6"/>
                <c:pt idx="0">
                  <c:v>0.37619176285848127</c:v>
                </c:pt>
                <c:pt idx="1">
                  <c:v>0.24634978188890688</c:v>
                </c:pt>
                <c:pt idx="2">
                  <c:v>0.18523128618346871</c:v>
                </c:pt>
                <c:pt idx="3">
                  <c:v>0.14075385214559286</c:v>
                </c:pt>
                <c:pt idx="4">
                  <c:v>0.14087331851830173</c:v>
                </c:pt>
                <c:pt idx="5">
                  <c:v>0.13489649373916271</c:v>
                </c:pt>
              </c:numCache>
            </c:numRef>
          </c:val>
          <c:smooth val="0"/>
          <c:extLst>
            <c:ext xmlns:c16="http://schemas.microsoft.com/office/drawing/2014/chart" uri="{C3380CC4-5D6E-409C-BE32-E72D297353CC}">
              <c16:uniqueId val="{00000002-1AEE-4CFE-920A-9B6C7D43DE72}"/>
            </c:ext>
          </c:extLst>
        </c:ser>
        <c:dLbls>
          <c:showLegendKey val="0"/>
          <c:showVal val="0"/>
          <c:showCatName val="0"/>
          <c:showSerName val="0"/>
          <c:showPercent val="0"/>
          <c:showBubbleSize val="0"/>
        </c:dLbls>
        <c:smooth val="0"/>
        <c:axId val="521690056"/>
        <c:axId val="521687176"/>
      </c:lineChart>
      <c:catAx>
        <c:axId val="5216900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ja-JP"/>
          </a:p>
        </c:txPr>
        <c:crossAx val="521687176"/>
        <c:crosses val="autoZero"/>
        <c:auto val="1"/>
        <c:lblAlgn val="ctr"/>
        <c:lblOffset val="100"/>
        <c:noMultiLvlLbl val="0"/>
      </c:catAx>
      <c:valAx>
        <c:axId val="52168717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52169005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ja-JP" altLang="en-US"/>
              <a:t>分光波長</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ja-JP"/>
        </a:p>
      </c:txPr>
    </c:title>
    <c:autoTitleDeleted val="0"/>
    <c:plotArea>
      <c:layout/>
      <c:lineChart>
        <c:grouping val="standard"/>
        <c:varyColors val="0"/>
        <c:ser>
          <c:idx val="0"/>
          <c:order val="0"/>
          <c:tx>
            <c:strRef>
              <c:f>'Sheet1 (2)'!$E$1</c:f>
              <c:strCache>
                <c:ptCount val="1"/>
                <c:pt idx="0">
                  <c:v>B48.8</c:v>
                </c:pt>
              </c:strCache>
            </c:strRef>
          </c:tx>
          <c:spPr>
            <a:ln w="28575" cap="rnd">
              <a:solidFill>
                <a:schemeClr val="accent4"/>
              </a:solidFill>
              <a:round/>
            </a:ln>
            <a:effectLst/>
          </c:spPr>
          <c:marker>
            <c:symbol val="none"/>
          </c:marker>
          <c:cat>
            <c:strRef>
              <c:f>'Sheet1 (2)'!$A$2:$A$222</c:f>
              <c:strCache>
                <c:ptCount val="221"/>
                <c:pt idx="0">
                  <c:v>380(nm)</c:v>
                </c:pt>
                <c:pt idx="1">
                  <c:v>381(nm)</c:v>
                </c:pt>
                <c:pt idx="2">
                  <c:v>382(nm)</c:v>
                </c:pt>
                <c:pt idx="3">
                  <c:v>383(nm)</c:v>
                </c:pt>
                <c:pt idx="4">
                  <c:v>384(nm)</c:v>
                </c:pt>
                <c:pt idx="5">
                  <c:v>385(nm)</c:v>
                </c:pt>
                <c:pt idx="6">
                  <c:v>386(nm)</c:v>
                </c:pt>
                <c:pt idx="7">
                  <c:v>387(nm)</c:v>
                </c:pt>
                <c:pt idx="8">
                  <c:v>388(nm)</c:v>
                </c:pt>
                <c:pt idx="9">
                  <c:v>389(nm)</c:v>
                </c:pt>
                <c:pt idx="10">
                  <c:v>390(nm)</c:v>
                </c:pt>
                <c:pt idx="11">
                  <c:v>391(nm)</c:v>
                </c:pt>
                <c:pt idx="12">
                  <c:v>392(nm)</c:v>
                </c:pt>
                <c:pt idx="13">
                  <c:v>393(nm)</c:v>
                </c:pt>
                <c:pt idx="14">
                  <c:v>394(nm)</c:v>
                </c:pt>
                <c:pt idx="15">
                  <c:v>395(nm)</c:v>
                </c:pt>
                <c:pt idx="16">
                  <c:v>396(nm)</c:v>
                </c:pt>
                <c:pt idx="17">
                  <c:v>397(nm)</c:v>
                </c:pt>
                <c:pt idx="18">
                  <c:v>398(nm)</c:v>
                </c:pt>
                <c:pt idx="19">
                  <c:v>399(nm)</c:v>
                </c:pt>
                <c:pt idx="20">
                  <c:v>400(nm)</c:v>
                </c:pt>
                <c:pt idx="21">
                  <c:v>401(nm)</c:v>
                </c:pt>
                <c:pt idx="22">
                  <c:v>402(nm)</c:v>
                </c:pt>
                <c:pt idx="23">
                  <c:v>403(nm)</c:v>
                </c:pt>
                <c:pt idx="24">
                  <c:v>404(nm)</c:v>
                </c:pt>
                <c:pt idx="25">
                  <c:v>405(nm)</c:v>
                </c:pt>
                <c:pt idx="26">
                  <c:v>406(nm)</c:v>
                </c:pt>
                <c:pt idx="27">
                  <c:v>407(nm)</c:v>
                </c:pt>
                <c:pt idx="28">
                  <c:v>408(nm)</c:v>
                </c:pt>
                <c:pt idx="29">
                  <c:v>409(nm)</c:v>
                </c:pt>
                <c:pt idx="30">
                  <c:v>410(nm)</c:v>
                </c:pt>
                <c:pt idx="31">
                  <c:v>411(nm)</c:v>
                </c:pt>
                <c:pt idx="32">
                  <c:v>412(nm)</c:v>
                </c:pt>
                <c:pt idx="33">
                  <c:v>413(nm)</c:v>
                </c:pt>
                <c:pt idx="34">
                  <c:v>414(nm)</c:v>
                </c:pt>
                <c:pt idx="35">
                  <c:v>415(nm)</c:v>
                </c:pt>
                <c:pt idx="36">
                  <c:v>416(nm)</c:v>
                </c:pt>
                <c:pt idx="37">
                  <c:v>417(nm)</c:v>
                </c:pt>
                <c:pt idx="38">
                  <c:v>418(nm)</c:v>
                </c:pt>
                <c:pt idx="39">
                  <c:v>419(nm)</c:v>
                </c:pt>
                <c:pt idx="40">
                  <c:v>420(nm)</c:v>
                </c:pt>
                <c:pt idx="41">
                  <c:v>421(nm)</c:v>
                </c:pt>
                <c:pt idx="42">
                  <c:v>422(nm)</c:v>
                </c:pt>
                <c:pt idx="43">
                  <c:v>423(nm)</c:v>
                </c:pt>
                <c:pt idx="44">
                  <c:v>424(nm)</c:v>
                </c:pt>
                <c:pt idx="45">
                  <c:v>425(nm)</c:v>
                </c:pt>
                <c:pt idx="46">
                  <c:v>426(nm)</c:v>
                </c:pt>
                <c:pt idx="47">
                  <c:v>427(nm)</c:v>
                </c:pt>
                <c:pt idx="48">
                  <c:v>428(nm)</c:v>
                </c:pt>
                <c:pt idx="49">
                  <c:v>429(nm)</c:v>
                </c:pt>
                <c:pt idx="50">
                  <c:v>430(nm)</c:v>
                </c:pt>
                <c:pt idx="51">
                  <c:v>431(nm)</c:v>
                </c:pt>
                <c:pt idx="52">
                  <c:v>432(nm)</c:v>
                </c:pt>
                <c:pt idx="53">
                  <c:v>433(nm)</c:v>
                </c:pt>
                <c:pt idx="54">
                  <c:v>434(nm)</c:v>
                </c:pt>
                <c:pt idx="55">
                  <c:v>435(nm)</c:v>
                </c:pt>
                <c:pt idx="56">
                  <c:v>436(nm)</c:v>
                </c:pt>
                <c:pt idx="57">
                  <c:v>437(nm)</c:v>
                </c:pt>
                <c:pt idx="58">
                  <c:v>438(nm)</c:v>
                </c:pt>
                <c:pt idx="59">
                  <c:v>439(nm)</c:v>
                </c:pt>
                <c:pt idx="60">
                  <c:v>440(nm)</c:v>
                </c:pt>
                <c:pt idx="61">
                  <c:v>441(nm)</c:v>
                </c:pt>
                <c:pt idx="62">
                  <c:v>442(nm)</c:v>
                </c:pt>
                <c:pt idx="63">
                  <c:v>443(nm)</c:v>
                </c:pt>
                <c:pt idx="64">
                  <c:v>444(nm)</c:v>
                </c:pt>
                <c:pt idx="65">
                  <c:v>445(nm)</c:v>
                </c:pt>
                <c:pt idx="66">
                  <c:v>446(nm)</c:v>
                </c:pt>
                <c:pt idx="67">
                  <c:v>447(nm)</c:v>
                </c:pt>
                <c:pt idx="68">
                  <c:v>448(nm)</c:v>
                </c:pt>
                <c:pt idx="69">
                  <c:v>449(nm)</c:v>
                </c:pt>
                <c:pt idx="70">
                  <c:v>450(nm)</c:v>
                </c:pt>
                <c:pt idx="71">
                  <c:v>451(nm)</c:v>
                </c:pt>
                <c:pt idx="72">
                  <c:v>452(nm)</c:v>
                </c:pt>
                <c:pt idx="73">
                  <c:v>453(nm)</c:v>
                </c:pt>
                <c:pt idx="74">
                  <c:v>454(nm)</c:v>
                </c:pt>
                <c:pt idx="75">
                  <c:v>455(nm)</c:v>
                </c:pt>
                <c:pt idx="76">
                  <c:v>456(nm)</c:v>
                </c:pt>
                <c:pt idx="77">
                  <c:v>457(nm)</c:v>
                </c:pt>
                <c:pt idx="78">
                  <c:v>458(nm)</c:v>
                </c:pt>
                <c:pt idx="79">
                  <c:v>459(nm)</c:v>
                </c:pt>
                <c:pt idx="80">
                  <c:v>460(nm)</c:v>
                </c:pt>
                <c:pt idx="81">
                  <c:v>461(nm)</c:v>
                </c:pt>
                <c:pt idx="82">
                  <c:v>462(nm)</c:v>
                </c:pt>
                <c:pt idx="83">
                  <c:v>463(nm)</c:v>
                </c:pt>
                <c:pt idx="84">
                  <c:v>464(nm)</c:v>
                </c:pt>
                <c:pt idx="85">
                  <c:v>465(nm)</c:v>
                </c:pt>
                <c:pt idx="86">
                  <c:v>466(nm)</c:v>
                </c:pt>
                <c:pt idx="87">
                  <c:v>467(nm)</c:v>
                </c:pt>
                <c:pt idx="88">
                  <c:v>468(nm)</c:v>
                </c:pt>
                <c:pt idx="89">
                  <c:v>469(nm)</c:v>
                </c:pt>
                <c:pt idx="90">
                  <c:v>470(nm)</c:v>
                </c:pt>
                <c:pt idx="91">
                  <c:v>471(nm)</c:v>
                </c:pt>
                <c:pt idx="92">
                  <c:v>472(nm)</c:v>
                </c:pt>
                <c:pt idx="93">
                  <c:v>473(nm)</c:v>
                </c:pt>
                <c:pt idx="94">
                  <c:v>474(nm)</c:v>
                </c:pt>
                <c:pt idx="95">
                  <c:v>475(nm)</c:v>
                </c:pt>
                <c:pt idx="96">
                  <c:v>476(nm)</c:v>
                </c:pt>
                <c:pt idx="97">
                  <c:v>477(nm)</c:v>
                </c:pt>
                <c:pt idx="98">
                  <c:v>478(nm)</c:v>
                </c:pt>
                <c:pt idx="99">
                  <c:v>479(nm)</c:v>
                </c:pt>
                <c:pt idx="100">
                  <c:v>480(nm)</c:v>
                </c:pt>
                <c:pt idx="101">
                  <c:v>481(nm)</c:v>
                </c:pt>
                <c:pt idx="102">
                  <c:v>482(nm)</c:v>
                </c:pt>
                <c:pt idx="103">
                  <c:v>483(nm)</c:v>
                </c:pt>
                <c:pt idx="104">
                  <c:v>484(nm)</c:v>
                </c:pt>
                <c:pt idx="105">
                  <c:v>485(nm)</c:v>
                </c:pt>
                <c:pt idx="106">
                  <c:v>486(nm)</c:v>
                </c:pt>
                <c:pt idx="107">
                  <c:v>487(nm)</c:v>
                </c:pt>
                <c:pt idx="108">
                  <c:v>488(nm)</c:v>
                </c:pt>
                <c:pt idx="109">
                  <c:v>489(nm)</c:v>
                </c:pt>
                <c:pt idx="110">
                  <c:v>490(nm)</c:v>
                </c:pt>
                <c:pt idx="111">
                  <c:v>491(nm)</c:v>
                </c:pt>
                <c:pt idx="112">
                  <c:v>492(nm)</c:v>
                </c:pt>
                <c:pt idx="113">
                  <c:v>493(nm)</c:v>
                </c:pt>
                <c:pt idx="114">
                  <c:v>494(nm)</c:v>
                </c:pt>
                <c:pt idx="115">
                  <c:v>495(nm)</c:v>
                </c:pt>
                <c:pt idx="116">
                  <c:v>496(nm)</c:v>
                </c:pt>
                <c:pt idx="117">
                  <c:v>497(nm)</c:v>
                </c:pt>
                <c:pt idx="118">
                  <c:v>498(nm)</c:v>
                </c:pt>
                <c:pt idx="119">
                  <c:v>499(nm)</c:v>
                </c:pt>
                <c:pt idx="120">
                  <c:v>500(nm)</c:v>
                </c:pt>
                <c:pt idx="121">
                  <c:v>501(nm)</c:v>
                </c:pt>
                <c:pt idx="122">
                  <c:v>502(nm)</c:v>
                </c:pt>
                <c:pt idx="123">
                  <c:v>503(nm)</c:v>
                </c:pt>
                <c:pt idx="124">
                  <c:v>504(nm)</c:v>
                </c:pt>
                <c:pt idx="125">
                  <c:v>505(nm)</c:v>
                </c:pt>
                <c:pt idx="126">
                  <c:v>506(nm)</c:v>
                </c:pt>
                <c:pt idx="127">
                  <c:v>507(nm)</c:v>
                </c:pt>
                <c:pt idx="128">
                  <c:v>508(nm)</c:v>
                </c:pt>
                <c:pt idx="129">
                  <c:v>509(nm)</c:v>
                </c:pt>
                <c:pt idx="130">
                  <c:v>510(nm)</c:v>
                </c:pt>
                <c:pt idx="131">
                  <c:v>511(nm)</c:v>
                </c:pt>
                <c:pt idx="132">
                  <c:v>512(nm)</c:v>
                </c:pt>
                <c:pt idx="133">
                  <c:v>513(nm)</c:v>
                </c:pt>
                <c:pt idx="134">
                  <c:v>514(nm)</c:v>
                </c:pt>
                <c:pt idx="135">
                  <c:v>515(nm)</c:v>
                </c:pt>
                <c:pt idx="136">
                  <c:v>516(nm)</c:v>
                </c:pt>
                <c:pt idx="137">
                  <c:v>517(nm)</c:v>
                </c:pt>
                <c:pt idx="138">
                  <c:v>518(nm)</c:v>
                </c:pt>
                <c:pt idx="139">
                  <c:v>519(nm)</c:v>
                </c:pt>
                <c:pt idx="140">
                  <c:v>520(nm)</c:v>
                </c:pt>
                <c:pt idx="141">
                  <c:v>521(nm)</c:v>
                </c:pt>
                <c:pt idx="142">
                  <c:v>522(nm)</c:v>
                </c:pt>
                <c:pt idx="143">
                  <c:v>523(nm)</c:v>
                </c:pt>
                <c:pt idx="144">
                  <c:v>524(nm)</c:v>
                </c:pt>
                <c:pt idx="145">
                  <c:v>525(nm)</c:v>
                </c:pt>
                <c:pt idx="146">
                  <c:v>526(nm)</c:v>
                </c:pt>
                <c:pt idx="147">
                  <c:v>527(nm)</c:v>
                </c:pt>
                <c:pt idx="148">
                  <c:v>528(nm)</c:v>
                </c:pt>
                <c:pt idx="149">
                  <c:v>529(nm)</c:v>
                </c:pt>
                <c:pt idx="150">
                  <c:v>530(nm)</c:v>
                </c:pt>
                <c:pt idx="151">
                  <c:v>531(nm)</c:v>
                </c:pt>
                <c:pt idx="152">
                  <c:v>532(nm)</c:v>
                </c:pt>
                <c:pt idx="153">
                  <c:v>533(nm)</c:v>
                </c:pt>
                <c:pt idx="154">
                  <c:v>534(nm)</c:v>
                </c:pt>
                <c:pt idx="155">
                  <c:v>535(nm)</c:v>
                </c:pt>
                <c:pt idx="156">
                  <c:v>536(nm)</c:v>
                </c:pt>
                <c:pt idx="157">
                  <c:v>537(nm)</c:v>
                </c:pt>
                <c:pt idx="158">
                  <c:v>538(nm)</c:v>
                </c:pt>
                <c:pt idx="159">
                  <c:v>539(nm)</c:v>
                </c:pt>
                <c:pt idx="160">
                  <c:v>540(nm)</c:v>
                </c:pt>
                <c:pt idx="161">
                  <c:v>541(nm)</c:v>
                </c:pt>
                <c:pt idx="162">
                  <c:v>542(nm)</c:v>
                </c:pt>
                <c:pt idx="163">
                  <c:v>543(nm)</c:v>
                </c:pt>
                <c:pt idx="164">
                  <c:v>544(nm)</c:v>
                </c:pt>
                <c:pt idx="165">
                  <c:v>545(nm)</c:v>
                </c:pt>
                <c:pt idx="166">
                  <c:v>546(nm)</c:v>
                </c:pt>
                <c:pt idx="167">
                  <c:v>547(nm)</c:v>
                </c:pt>
                <c:pt idx="168">
                  <c:v>548(nm)</c:v>
                </c:pt>
                <c:pt idx="169">
                  <c:v>549(nm)</c:v>
                </c:pt>
                <c:pt idx="170">
                  <c:v>550(nm)</c:v>
                </c:pt>
                <c:pt idx="171">
                  <c:v>551(nm)</c:v>
                </c:pt>
                <c:pt idx="172">
                  <c:v>552(nm)</c:v>
                </c:pt>
                <c:pt idx="173">
                  <c:v>553(nm)</c:v>
                </c:pt>
                <c:pt idx="174">
                  <c:v>554(nm)</c:v>
                </c:pt>
                <c:pt idx="175">
                  <c:v>555(nm)</c:v>
                </c:pt>
                <c:pt idx="176">
                  <c:v>556(nm)</c:v>
                </c:pt>
                <c:pt idx="177">
                  <c:v>557(nm)</c:v>
                </c:pt>
                <c:pt idx="178">
                  <c:v>558(nm)</c:v>
                </c:pt>
                <c:pt idx="179">
                  <c:v>559(nm)</c:v>
                </c:pt>
                <c:pt idx="180">
                  <c:v>560(nm)</c:v>
                </c:pt>
                <c:pt idx="181">
                  <c:v>561(nm)</c:v>
                </c:pt>
                <c:pt idx="182">
                  <c:v>562(nm)</c:v>
                </c:pt>
                <c:pt idx="183">
                  <c:v>563(nm)</c:v>
                </c:pt>
                <c:pt idx="184">
                  <c:v>564(nm)</c:v>
                </c:pt>
                <c:pt idx="185">
                  <c:v>565(nm)</c:v>
                </c:pt>
                <c:pt idx="186">
                  <c:v>566(nm)</c:v>
                </c:pt>
                <c:pt idx="187">
                  <c:v>567(nm)</c:v>
                </c:pt>
                <c:pt idx="188">
                  <c:v>568(nm)</c:v>
                </c:pt>
                <c:pt idx="189">
                  <c:v>569(nm)</c:v>
                </c:pt>
                <c:pt idx="190">
                  <c:v>570(nm)</c:v>
                </c:pt>
                <c:pt idx="191">
                  <c:v>571(nm)</c:v>
                </c:pt>
                <c:pt idx="192">
                  <c:v>572(nm)</c:v>
                </c:pt>
                <c:pt idx="193">
                  <c:v>573(nm)</c:v>
                </c:pt>
                <c:pt idx="194">
                  <c:v>574(nm)</c:v>
                </c:pt>
                <c:pt idx="195">
                  <c:v>575(nm)</c:v>
                </c:pt>
                <c:pt idx="196">
                  <c:v>576(nm)</c:v>
                </c:pt>
                <c:pt idx="197">
                  <c:v>577(nm)</c:v>
                </c:pt>
                <c:pt idx="198">
                  <c:v>578(nm)</c:v>
                </c:pt>
                <c:pt idx="199">
                  <c:v>579(nm)</c:v>
                </c:pt>
                <c:pt idx="200">
                  <c:v>580(nm)</c:v>
                </c:pt>
                <c:pt idx="201">
                  <c:v>581(nm)</c:v>
                </c:pt>
                <c:pt idx="202">
                  <c:v>582(nm)</c:v>
                </c:pt>
                <c:pt idx="203">
                  <c:v>583(nm)</c:v>
                </c:pt>
                <c:pt idx="204">
                  <c:v>584(nm)</c:v>
                </c:pt>
                <c:pt idx="205">
                  <c:v>585(nm)</c:v>
                </c:pt>
                <c:pt idx="206">
                  <c:v>586(nm)</c:v>
                </c:pt>
                <c:pt idx="207">
                  <c:v>587(nm)</c:v>
                </c:pt>
                <c:pt idx="208">
                  <c:v>588(nm)</c:v>
                </c:pt>
                <c:pt idx="209">
                  <c:v>589(nm)</c:v>
                </c:pt>
                <c:pt idx="210">
                  <c:v>590(nm)</c:v>
                </c:pt>
                <c:pt idx="211">
                  <c:v>591(nm)</c:v>
                </c:pt>
                <c:pt idx="212">
                  <c:v>592(nm)</c:v>
                </c:pt>
                <c:pt idx="213">
                  <c:v>593(nm)</c:v>
                </c:pt>
                <c:pt idx="214">
                  <c:v>594(nm)</c:v>
                </c:pt>
                <c:pt idx="215">
                  <c:v>595(nm)</c:v>
                </c:pt>
                <c:pt idx="216">
                  <c:v>596(nm)</c:v>
                </c:pt>
                <c:pt idx="217">
                  <c:v>597(nm)</c:v>
                </c:pt>
                <c:pt idx="218">
                  <c:v>598(nm)</c:v>
                </c:pt>
                <c:pt idx="219">
                  <c:v>599(nm)</c:v>
                </c:pt>
                <c:pt idx="220">
                  <c:v>600(nm)</c:v>
                </c:pt>
              </c:strCache>
            </c:strRef>
          </c:cat>
          <c:val>
            <c:numRef>
              <c:f>'Sheet1 (2)'!$E$2:$E$222</c:f>
              <c:numCache>
                <c:formatCode>0.0000000000_ </c:formatCode>
                <c:ptCount val="221"/>
                <c:pt idx="0">
                  <c:v>1.254134E-4</c:v>
                </c:pt>
                <c:pt idx="1">
                  <c:v>1.6863499999999999E-4</c:v>
                </c:pt>
                <c:pt idx="2">
                  <c:v>1.246613E-4</c:v>
                </c:pt>
                <c:pt idx="3">
                  <c:v>1.0968560000000001E-4</c:v>
                </c:pt>
                <c:pt idx="4">
                  <c:v>9.7211000000000002E-5</c:v>
                </c:pt>
                <c:pt idx="5">
                  <c:v>1.307014E-4</c:v>
                </c:pt>
                <c:pt idx="6">
                  <c:v>9.7438280000000004E-5</c:v>
                </c:pt>
                <c:pt idx="7">
                  <c:v>1.146278E-4</c:v>
                </c:pt>
                <c:pt idx="8">
                  <c:v>1.083523E-4</c:v>
                </c:pt>
                <c:pt idx="9">
                  <c:v>1.005374E-4</c:v>
                </c:pt>
                <c:pt idx="10">
                  <c:v>1.008186E-4</c:v>
                </c:pt>
                <c:pt idx="11">
                  <c:v>1.0252899999999999E-4</c:v>
                </c:pt>
                <c:pt idx="12">
                  <c:v>8.8787560000000001E-5</c:v>
                </c:pt>
                <c:pt idx="13">
                  <c:v>9.9395350000000004E-5</c:v>
                </c:pt>
                <c:pt idx="14">
                  <c:v>9.1368229999999999E-5</c:v>
                </c:pt>
                <c:pt idx="15">
                  <c:v>9.9035289999999996E-5</c:v>
                </c:pt>
                <c:pt idx="16">
                  <c:v>1.019191E-4</c:v>
                </c:pt>
                <c:pt idx="17">
                  <c:v>9.1578840000000001E-5</c:v>
                </c:pt>
                <c:pt idx="18">
                  <c:v>9.1121199999999998E-5</c:v>
                </c:pt>
                <c:pt idx="19">
                  <c:v>1.044042E-4</c:v>
                </c:pt>
                <c:pt idx="20">
                  <c:v>1.032757E-4</c:v>
                </c:pt>
                <c:pt idx="21">
                  <c:v>1.1140769999999999E-4</c:v>
                </c:pt>
                <c:pt idx="22">
                  <c:v>1.138633E-4</c:v>
                </c:pt>
                <c:pt idx="23">
                  <c:v>1.219871E-4</c:v>
                </c:pt>
                <c:pt idx="24">
                  <c:v>1.2362119999999999E-4</c:v>
                </c:pt>
                <c:pt idx="25">
                  <c:v>1.316492E-4</c:v>
                </c:pt>
                <c:pt idx="26">
                  <c:v>1.452519E-4</c:v>
                </c:pt>
                <c:pt idx="27">
                  <c:v>1.5998109999999999E-4</c:v>
                </c:pt>
                <c:pt idx="28">
                  <c:v>1.6502079999999999E-4</c:v>
                </c:pt>
                <c:pt idx="29">
                  <c:v>1.8448419999999999E-4</c:v>
                </c:pt>
                <c:pt idx="30">
                  <c:v>2.070854E-4</c:v>
                </c:pt>
                <c:pt idx="31">
                  <c:v>2.3522850000000001E-4</c:v>
                </c:pt>
                <c:pt idx="32">
                  <c:v>2.5436440000000001E-4</c:v>
                </c:pt>
                <c:pt idx="33">
                  <c:v>2.9836290000000002E-4</c:v>
                </c:pt>
                <c:pt idx="34">
                  <c:v>3.4327510000000002E-4</c:v>
                </c:pt>
                <c:pt idx="35">
                  <c:v>3.990536E-4</c:v>
                </c:pt>
                <c:pt idx="36">
                  <c:v>4.7175180000000002E-4</c:v>
                </c:pt>
                <c:pt idx="37">
                  <c:v>5.5933790000000001E-4</c:v>
                </c:pt>
                <c:pt idx="38">
                  <c:v>6.5983920000000002E-4</c:v>
                </c:pt>
                <c:pt idx="39">
                  <c:v>7.6523960000000001E-4</c:v>
                </c:pt>
                <c:pt idx="40">
                  <c:v>9.0367979999999995E-4</c:v>
                </c:pt>
                <c:pt idx="41">
                  <c:v>1.047854E-3</c:v>
                </c:pt>
                <c:pt idx="42">
                  <c:v>1.2685750000000001E-3</c:v>
                </c:pt>
                <c:pt idx="43">
                  <c:v>1.511009E-3</c:v>
                </c:pt>
                <c:pt idx="44">
                  <c:v>1.7712100000000001E-3</c:v>
                </c:pt>
                <c:pt idx="45">
                  <c:v>2.097547E-3</c:v>
                </c:pt>
                <c:pt idx="46">
                  <c:v>2.5114109999999999E-3</c:v>
                </c:pt>
                <c:pt idx="47">
                  <c:v>2.9993659999999998E-3</c:v>
                </c:pt>
                <c:pt idx="48">
                  <c:v>3.582624E-3</c:v>
                </c:pt>
                <c:pt idx="49">
                  <c:v>4.2523250000000004E-3</c:v>
                </c:pt>
                <c:pt idx="50">
                  <c:v>5.0012199999999998E-3</c:v>
                </c:pt>
                <c:pt idx="51">
                  <c:v>5.8947380000000001E-3</c:v>
                </c:pt>
                <c:pt idx="52">
                  <c:v>6.8913969999999996E-3</c:v>
                </c:pt>
                <c:pt idx="53">
                  <c:v>8.1621650000000007E-3</c:v>
                </c:pt>
                <c:pt idx="54">
                  <c:v>9.4992129999999994E-3</c:v>
                </c:pt>
                <c:pt idx="55">
                  <c:v>1.097828E-2</c:v>
                </c:pt>
                <c:pt idx="56">
                  <c:v>1.272363E-2</c:v>
                </c:pt>
                <c:pt idx="57">
                  <c:v>1.464529E-2</c:v>
                </c:pt>
                <c:pt idx="58">
                  <c:v>1.6688000000000001E-2</c:v>
                </c:pt>
                <c:pt idx="59">
                  <c:v>1.9021380000000001E-2</c:v>
                </c:pt>
                <c:pt idx="60">
                  <c:v>2.1647639999999999E-2</c:v>
                </c:pt>
                <c:pt idx="61">
                  <c:v>2.438454E-2</c:v>
                </c:pt>
                <c:pt idx="62">
                  <c:v>2.7381900000000001E-2</c:v>
                </c:pt>
                <c:pt idx="63">
                  <c:v>3.0368240000000001E-2</c:v>
                </c:pt>
                <c:pt idx="64">
                  <c:v>3.3730169999999997E-2</c:v>
                </c:pt>
                <c:pt idx="65">
                  <c:v>3.7163559999999998E-2</c:v>
                </c:pt>
                <c:pt idx="66">
                  <c:v>4.071607E-2</c:v>
                </c:pt>
                <c:pt idx="67">
                  <c:v>4.4357029999999999E-2</c:v>
                </c:pt>
                <c:pt idx="68">
                  <c:v>4.7695059999999997E-2</c:v>
                </c:pt>
                <c:pt idx="69">
                  <c:v>5.0885609999999998E-2</c:v>
                </c:pt>
                <c:pt idx="70">
                  <c:v>5.3711879999999997E-2</c:v>
                </c:pt>
                <c:pt idx="71">
                  <c:v>5.6054939999999998E-2</c:v>
                </c:pt>
                <c:pt idx="72">
                  <c:v>5.7604799999999998E-2</c:v>
                </c:pt>
                <c:pt idx="73">
                  <c:v>5.8481239999999997E-2</c:v>
                </c:pt>
                <c:pt idx="74">
                  <c:v>5.8459940000000002E-2</c:v>
                </c:pt>
                <c:pt idx="75">
                  <c:v>5.7472269999999999E-2</c:v>
                </c:pt>
                <c:pt idx="76">
                  <c:v>5.5790300000000001E-2</c:v>
                </c:pt>
                <c:pt idx="77">
                  <c:v>5.3580969999999999E-2</c:v>
                </c:pt>
                <c:pt idx="78">
                  <c:v>5.058725E-2</c:v>
                </c:pt>
                <c:pt idx="79">
                  <c:v>4.7249899999999997E-2</c:v>
                </c:pt>
                <c:pt idx="80">
                  <c:v>4.352926E-2</c:v>
                </c:pt>
                <c:pt idx="81">
                  <c:v>3.9674859999999999E-2</c:v>
                </c:pt>
                <c:pt idx="82">
                  <c:v>3.6024569999999999E-2</c:v>
                </c:pt>
                <c:pt idx="83">
                  <c:v>3.2605299999999997E-2</c:v>
                </c:pt>
                <c:pt idx="84">
                  <c:v>2.9519009999999998E-2</c:v>
                </c:pt>
                <c:pt idx="85">
                  <c:v>2.6782819999999999E-2</c:v>
                </c:pt>
                <c:pt idx="86">
                  <c:v>2.420104E-2</c:v>
                </c:pt>
                <c:pt idx="87">
                  <c:v>2.2067940000000001E-2</c:v>
                </c:pt>
                <c:pt idx="88">
                  <c:v>2.0097070000000002E-2</c:v>
                </c:pt>
                <c:pt idx="89">
                  <c:v>1.8330949999999999E-2</c:v>
                </c:pt>
                <c:pt idx="90">
                  <c:v>1.679742E-2</c:v>
                </c:pt>
                <c:pt idx="91">
                  <c:v>1.5361949999999999E-2</c:v>
                </c:pt>
                <c:pt idx="92">
                  <c:v>1.397312E-2</c:v>
                </c:pt>
                <c:pt idx="93">
                  <c:v>1.272213E-2</c:v>
                </c:pt>
                <c:pt idx="94">
                  <c:v>1.1627129999999999E-2</c:v>
                </c:pt>
                <c:pt idx="95">
                  <c:v>1.044666E-2</c:v>
                </c:pt>
                <c:pt idx="96">
                  <c:v>9.4655720000000002E-3</c:v>
                </c:pt>
                <c:pt idx="97">
                  <c:v>8.5063359999999998E-3</c:v>
                </c:pt>
                <c:pt idx="98">
                  <c:v>7.6210289999999997E-3</c:v>
                </c:pt>
                <c:pt idx="99">
                  <c:v>6.8925100000000001E-3</c:v>
                </c:pt>
                <c:pt idx="100">
                  <c:v>6.1952769999999999E-3</c:v>
                </c:pt>
                <c:pt idx="101">
                  <c:v>5.5654169999999996E-3</c:v>
                </c:pt>
                <c:pt idx="102">
                  <c:v>4.9882950000000002E-3</c:v>
                </c:pt>
                <c:pt idx="103">
                  <c:v>4.5153779999999996E-3</c:v>
                </c:pt>
                <c:pt idx="104">
                  <c:v>4.0844870000000004E-3</c:v>
                </c:pt>
                <c:pt idx="105">
                  <c:v>3.7433760000000001E-3</c:v>
                </c:pt>
                <c:pt idx="106">
                  <c:v>3.413461E-3</c:v>
                </c:pt>
                <c:pt idx="107">
                  <c:v>3.131773E-3</c:v>
                </c:pt>
                <c:pt idx="108">
                  <c:v>2.8353179999999999E-3</c:v>
                </c:pt>
                <c:pt idx="109">
                  <c:v>2.5765919999999999E-3</c:v>
                </c:pt>
                <c:pt idx="110">
                  <c:v>2.3560730000000002E-3</c:v>
                </c:pt>
                <c:pt idx="111">
                  <c:v>2.157412E-3</c:v>
                </c:pt>
                <c:pt idx="112">
                  <c:v>1.9586690000000001E-3</c:v>
                </c:pt>
                <c:pt idx="113">
                  <c:v>1.7810149999999999E-3</c:v>
                </c:pt>
                <c:pt idx="114">
                  <c:v>1.6603639999999999E-3</c:v>
                </c:pt>
                <c:pt idx="115">
                  <c:v>1.4909820000000001E-3</c:v>
                </c:pt>
                <c:pt idx="116">
                  <c:v>1.342336E-3</c:v>
                </c:pt>
                <c:pt idx="117">
                  <c:v>1.2172929999999999E-3</c:v>
                </c:pt>
                <c:pt idx="118">
                  <c:v>1.13754E-3</c:v>
                </c:pt>
                <c:pt idx="119">
                  <c:v>1.022357E-3</c:v>
                </c:pt>
                <c:pt idx="120">
                  <c:v>9.3578219999999998E-4</c:v>
                </c:pt>
                <c:pt idx="121">
                  <c:v>8.6597289999999999E-4</c:v>
                </c:pt>
                <c:pt idx="122">
                  <c:v>7.9288160000000004E-4</c:v>
                </c:pt>
                <c:pt idx="123">
                  <c:v>7.2419740000000002E-4</c:v>
                </c:pt>
                <c:pt idx="124">
                  <c:v>6.739793E-4</c:v>
                </c:pt>
                <c:pt idx="125">
                  <c:v>6.2995429999999995E-4</c:v>
                </c:pt>
                <c:pt idx="126">
                  <c:v>5.8965190000000005E-4</c:v>
                </c:pt>
                <c:pt idx="127">
                  <c:v>5.4391759999999998E-4</c:v>
                </c:pt>
                <c:pt idx="128">
                  <c:v>4.9959679999999999E-4</c:v>
                </c:pt>
                <c:pt idx="129">
                  <c:v>4.7776410000000002E-4</c:v>
                </c:pt>
                <c:pt idx="130">
                  <c:v>4.3960409999999999E-4</c:v>
                </c:pt>
                <c:pt idx="131">
                  <c:v>4.1823179999999998E-4</c:v>
                </c:pt>
                <c:pt idx="132">
                  <c:v>3.9193909999999998E-4</c:v>
                </c:pt>
                <c:pt idx="133">
                  <c:v>3.6755339999999998E-4</c:v>
                </c:pt>
                <c:pt idx="134">
                  <c:v>3.4062719999999999E-4</c:v>
                </c:pt>
                <c:pt idx="135">
                  <c:v>3.3356930000000003E-4</c:v>
                </c:pt>
                <c:pt idx="136">
                  <c:v>3.0728660000000003E-4</c:v>
                </c:pt>
                <c:pt idx="137">
                  <c:v>2.9662230000000001E-4</c:v>
                </c:pt>
                <c:pt idx="138">
                  <c:v>2.803762E-4</c:v>
                </c:pt>
                <c:pt idx="139">
                  <c:v>2.6862430000000002E-4</c:v>
                </c:pt>
                <c:pt idx="140">
                  <c:v>2.5543000000000001E-4</c:v>
                </c:pt>
                <c:pt idx="141">
                  <c:v>2.4651110000000002E-4</c:v>
                </c:pt>
                <c:pt idx="142">
                  <c:v>2.3793649999999999E-4</c:v>
                </c:pt>
                <c:pt idx="143">
                  <c:v>2.297477E-4</c:v>
                </c:pt>
                <c:pt idx="144">
                  <c:v>2.1790700000000001E-4</c:v>
                </c:pt>
                <c:pt idx="145">
                  <c:v>2.099758E-4</c:v>
                </c:pt>
                <c:pt idx="146">
                  <c:v>2.0191689999999999E-4</c:v>
                </c:pt>
                <c:pt idx="147">
                  <c:v>1.9267700000000001E-4</c:v>
                </c:pt>
                <c:pt idx="148">
                  <c:v>1.8741060000000001E-4</c:v>
                </c:pt>
                <c:pt idx="149">
                  <c:v>1.907337E-4</c:v>
                </c:pt>
                <c:pt idx="150">
                  <c:v>1.7981050000000001E-4</c:v>
                </c:pt>
                <c:pt idx="151">
                  <c:v>1.81316E-4</c:v>
                </c:pt>
                <c:pt idx="152">
                  <c:v>1.671264E-4</c:v>
                </c:pt>
                <c:pt idx="153">
                  <c:v>1.631743E-4</c:v>
                </c:pt>
                <c:pt idx="154">
                  <c:v>1.6046729999999999E-4</c:v>
                </c:pt>
                <c:pt idx="155">
                  <c:v>1.736652E-4</c:v>
                </c:pt>
                <c:pt idx="156">
                  <c:v>1.613234E-4</c:v>
                </c:pt>
                <c:pt idx="157">
                  <c:v>1.5535089999999999E-4</c:v>
                </c:pt>
                <c:pt idx="158">
                  <c:v>1.5176990000000001E-4</c:v>
                </c:pt>
                <c:pt idx="159">
                  <c:v>1.4851409999999999E-4</c:v>
                </c:pt>
                <c:pt idx="160">
                  <c:v>1.46725E-4</c:v>
                </c:pt>
                <c:pt idx="161">
                  <c:v>1.462925E-4</c:v>
                </c:pt>
                <c:pt idx="162">
                  <c:v>1.4237040000000001E-4</c:v>
                </c:pt>
                <c:pt idx="163">
                  <c:v>1.339042E-4</c:v>
                </c:pt>
                <c:pt idx="164">
                  <c:v>1.3134950000000001E-4</c:v>
                </c:pt>
                <c:pt idx="165">
                  <c:v>1.330135E-4</c:v>
                </c:pt>
                <c:pt idx="166">
                  <c:v>1.3495940000000001E-4</c:v>
                </c:pt>
                <c:pt idx="167">
                  <c:v>1.2951830000000001E-4</c:v>
                </c:pt>
                <c:pt idx="168">
                  <c:v>1.2975580000000001E-4</c:v>
                </c:pt>
                <c:pt idx="169">
                  <c:v>1.208192E-4</c:v>
                </c:pt>
                <c:pt idx="170">
                  <c:v>1.2443710000000001E-4</c:v>
                </c:pt>
                <c:pt idx="171">
                  <c:v>1.325868E-4</c:v>
                </c:pt>
                <c:pt idx="172">
                  <c:v>1.236221E-4</c:v>
                </c:pt>
                <c:pt idx="173">
                  <c:v>1.203919E-4</c:v>
                </c:pt>
                <c:pt idx="174">
                  <c:v>1.221049E-4</c:v>
                </c:pt>
                <c:pt idx="175">
                  <c:v>1.178278E-4</c:v>
                </c:pt>
                <c:pt idx="176">
                  <c:v>1.1618800000000001E-4</c:v>
                </c:pt>
                <c:pt idx="177">
                  <c:v>1.1516569999999999E-4</c:v>
                </c:pt>
                <c:pt idx="178">
                  <c:v>1.176078E-4</c:v>
                </c:pt>
                <c:pt idx="179">
                  <c:v>1.095592E-4</c:v>
                </c:pt>
                <c:pt idx="180">
                  <c:v>1.056914E-4</c:v>
                </c:pt>
                <c:pt idx="181">
                  <c:v>1.074357E-4</c:v>
                </c:pt>
                <c:pt idx="182">
                  <c:v>1.046681E-4</c:v>
                </c:pt>
                <c:pt idx="183">
                  <c:v>1.093531E-4</c:v>
                </c:pt>
                <c:pt idx="184">
                  <c:v>1.0852769999999999E-4</c:v>
                </c:pt>
                <c:pt idx="185">
                  <c:v>1.119196E-4</c:v>
                </c:pt>
                <c:pt idx="186">
                  <c:v>1.082969E-4</c:v>
                </c:pt>
                <c:pt idx="187">
                  <c:v>1.077443E-4</c:v>
                </c:pt>
                <c:pt idx="188">
                  <c:v>1.0600279999999999E-4</c:v>
                </c:pt>
                <c:pt idx="189">
                  <c:v>1.075336E-4</c:v>
                </c:pt>
                <c:pt idx="190">
                  <c:v>1.046846E-4</c:v>
                </c:pt>
                <c:pt idx="191">
                  <c:v>1.033252E-4</c:v>
                </c:pt>
                <c:pt idx="192">
                  <c:v>1.067774E-4</c:v>
                </c:pt>
                <c:pt idx="193">
                  <c:v>1.0832019999999999E-4</c:v>
                </c:pt>
                <c:pt idx="194">
                  <c:v>1.051933E-4</c:v>
                </c:pt>
                <c:pt idx="195">
                  <c:v>1.058884E-4</c:v>
                </c:pt>
                <c:pt idx="196">
                  <c:v>1.055304E-4</c:v>
                </c:pt>
                <c:pt idx="197">
                  <c:v>1.048682E-4</c:v>
                </c:pt>
                <c:pt idx="198">
                  <c:v>9.7336800000000006E-5</c:v>
                </c:pt>
                <c:pt idx="199">
                  <c:v>1.0267330000000001E-4</c:v>
                </c:pt>
                <c:pt idx="200">
                  <c:v>1.010716E-4</c:v>
                </c:pt>
                <c:pt idx="201">
                  <c:v>1.059395E-4</c:v>
                </c:pt>
                <c:pt idx="202">
                  <c:v>1.075827E-4</c:v>
                </c:pt>
                <c:pt idx="203">
                  <c:v>1.07984E-4</c:v>
                </c:pt>
                <c:pt idx="204">
                  <c:v>1.0356970000000001E-4</c:v>
                </c:pt>
                <c:pt idx="205">
                  <c:v>1.003339E-4</c:v>
                </c:pt>
                <c:pt idx="206">
                  <c:v>1.104266E-4</c:v>
                </c:pt>
                <c:pt idx="207">
                  <c:v>1.087888E-4</c:v>
                </c:pt>
                <c:pt idx="208">
                  <c:v>1.028213E-4</c:v>
                </c:pt>
                <c:pt idx="209">
                  <c:v>1.0347169999999999E-4</c:v>
                </c:pt>
                <c:pt idx="210">
                  <c:v>1.079797E-4</c:v>
                </c:pt>
                <c:pt idx="211">
                  <c:v>1.0482549999999999E-4</c:v>
                </c:pt>
                <c:pt idx="212">
                  <c:v>1.054201E-4</c:v>
                </c:pt>
                <c:pt idx="213">
                  <c:v>1.0489290000000001E-4</c:v>
                </c:pt>
                <c:pt idx="214">
                  <c:v>1.110223E-4</c:v>
                </c:pt>
                <c:pt idx="215">
                  <c:v>1.050063E-4</c:v>
                </c:pt>
                <c:pt idx="216">
                  <c:v>1.005432E-4</c:v>
                </c:pt>
                <c:pt idx="217">
                  <c:v>1.0984660000000001E-4</c:v>
                </c:pt>
                <c:pt idx="218">
                  <c:v>1.109455E-4</c:v>
                </c:pt>
                <c:pt idx="219">
                  <c:v>1.03731E-4</c:v>
                </c:pt>
                <c:pt idx="220">
                  <c:v>1.07339E-4</c:v>
                </c:pt>
              </c:numCache>
            </c:numRef>
          </c:val>
          <c:smooth val="0"/>
          <c:extLst>
            <c:ext xmlns:c16="http://schemas.microsoft.com/office/drawing/2014/chart" uri="{C3380CC4-5D6E-409C-BE32-E72D297353CC}">
              <c16:uniqueId val="{00000000-5842-42A7-AF50-5AB2847066EC}"/>
            </c:ext>
          </c:extLst>
        </c:ser>
        <c:ser>
          <c:idx val="1"/>
          <c:order val="1"/>
          <c:tx>
            <c:strRef>
              <c:f>'Sheet1 (2)'!$G$1</c:f>
              <c:strCache>
                <c:ptCount val="1"/>
                <c:pt idx="0">
                  <c:v>G18.0</c:v>
                </c:pt>
              </c:strCache>
            </c:strRef>
          </c:tx>
          <c:spPr>
            <a:ln w="28575" cap="rnd">
              <a:solidFill>
                <a:schemeClr val="accent3"/>
              </a:solidFill>
              <a:round/>
            </a:ln>
            <a:effectLst/>
          </c:spPr>
          <c:marker>
            <c:symbol val="none"/>
          </c:marker>
          <c:cat>
            <c:strRef>
              <c:f>'Sheet1 (2)'!$A$2:$A$222</c:f>
              <c:strCache>
                <c:ptCount val="221"/>
                <c:pt idx="0">
                  <c:v>380(nm)</c:v>
                </c:pt>
                <c:pt idx="1">
                  <c:v>381(nm)</c:v>
                </c:pt>
                <c:pt idx="2">
                  <c:v>382(nm)</c:v>
                </c:pt>
                <c:pt idx="3">
                  <c:v>383(nm)</c:v>
                </c:pt>
                <c:pt idx="4">
                  <c:v>384(nm)</c:v>
                </c:pt>
                <c:pt idx="5">
                  <c:v>385(nm)</c:v>
                </c:pt>
                <c:pt idx="6">
                  <c:v>386(nm)</c:v>
                </c:pt>
                <c:pt idx="7">
                  <c:v>387(nm)</c:v>
                </c:pt>
                <c:pt idx="8">
                  <c:v>388(nm)</c:v>
                </c:pt>
                <c:pt idx="9">
                  <c:v>389(nm)</c:v>
                </c:pt>
                <c:pt idx="10">
                  <c:v>390(nm)</c:v>
                </c:pt>
                <c:pt idx="11">
                  <c:v>391(nm)</c:v>
                </c:pt>
                <c:pt idx="12">
                  <c:v>392(nm)</c:v>
                </c:pt>
                <c:pt idx="13">
                  <c:v>393(nm)</c:v>
                </c:pt>
                <c:pt idx="14">
                  <c:v>394(nm)</c:v>
                </c:pt>
                <c:pt idx="15">
                  <c:v>395(nm)</c:v>
                </c:pt>
                <c:pt idx="16">
                  <c:v>396(nm)</c:v>
                </c:pt>
                <c:pt idx="17">
                  <c:v>397(nm)</c:v>
                </c:pt>
                <c:pt idx="18">
                  <c:v>398(nm)</c:v>
                </c:pt>
                <c:pt idx="19">
                  <c:v>399(nm)</c:v>
                </c:pt>
                <c:pt idx="20">
                  <c:v>400(nm)</c:v>
                </c:pt>
                <c:pt idx="21">
                  <c:v>401(nm)</c:v>
                </c:pt>
                <c:pt idx="22">
                  <c:v>402(nm)</c:v>
                </c:pt>
                <c:pt idx="23">
                  <c:v>403(nm)</c:v>
                </c:pt>
                <c:pt idx="24">
                  <c:v>404(nm)</c:v>
                </c:pt>
                <c:pt idx="25">
                  <c:v>405(nm)</c:v>
                </c:pt>
                <c:pt idx="26">
                  <c:v>406(nm)</c:v>
                </c:pt>
                <c:pt idx="27">
                  <c:v>407(nm)</c:v>
                </c:pt>
                <c:pt idx="28">
                  <c:v>408(nm)</c:v>
                </c:pt>
                <c:pt idx="29">
                  <c:v>409(nm)</c:v>
                </c:pt>
                <c:pt idx="30">
                  <c:v>410(nm)</c:v>
                </c:pt>
                <c:pt idx="31">
                  <c:v>411(nm)</c:v>
                </c:pt>
                <c:pt idx="32">
                  <c:v>412(nm)</c:v>
                </c:pt>
                <c:pt idx="33">
                  <c:v>413(nm)</c:v>
                </c:pt>
                <c:pt idx="34">
                  <c:v>414(nm)</c:v>
                </c:pt>
                <c:pt idx="35">
                  <c:v>415(nm)</c:v>
                </c:pt>
                <c:pt idx="36">
                  <c:v>416(nm)</c:v>
                </c:pt>
                <c:pt idx="37">
                  <c:v>417(nm)</c:v>
                </c:pt>
                <c:pt idx="38">
                  <c:v>418(nm)</c:v>
                </c:pt>
                <c:pt idx="39">
                  <c:v>419(nm)</c:v>
                </c:pt>
                <c:pt idx="40">
                  <c:v>420(nm)</c:v>
                </c:pt>
                <c:pt idx="41">
                  <c:v>421(nm)</c:v>
                </c:pt>
                <c:pt idx="42">
                  <c:v>422(nm)</c:v>
                </c:pt>
                <c:pt idx="43">
                  <c:v>423(nm)</c:v>
                </c:pt>
                <c:pt idx="44">
                  <c:v>424(nm)</c:v>
                </c:pt>
                <c:pt idx="45">
                  <c:v>425(nm)</c:v>
                </c:pt>
                <c:pt idx="46">
                  <c:v>426(nm)</c:v>
                </c:pt>
                <c:pt idx="47">
                  <c:v>427(nm)</c:v>
                </c:pt>
                <c:pt idx="48">
                  <c:v>428(nm)</c:v>
                </c:pt>
                <c:pt idx="49">
                  <c:v>429(nm)</c:v>
                </c:pt>
                <c:pt idx="50">
                  <c:v>430(nm)</c:v>
                </c:pt>
                <c:pt idx="51">
                  <c:v>431(nm)</c:v>
                </c:pt>
                <c:pt idx="52">
                  <c:v>432(nm)</c:v>
                </c:pt>
                <c:pt idx="53">
                  <c:v>433(nm)</c:v>
                </c:pt>
                <c:pt idx="54">
                  <c:v>434(nm)</c:v>
                </c:pt>
                <c:pt idx="55">
                  <c:v>435(nm)</c:v>
                </c:pt>
                <c:pt idx="56">
                  <c:v>436(nm)</c:v>
                </c:pt>
                <c:pt idx="57">
                  <c:v>437(nm)</c:v>
                </c:pt>
                <c:pt idx="58">
                  <c:v>438(nm)</c:v>
                </c:pt>
                <c:pt idx="59">
                  <c:v>439(nm)</c:v>
                </c:pt>
                <c:pt idx="60">
                  <c:v>440(nm)</c:v>
                </c:pt>
                <c:pt idx="61">
                  <c:v>441(nm)</c:v>
                </c:pt>
                <c:pt idx="62">
                  <c:v>442(nm)</c:v>
                </c:pt>
                <c:pt idx="63">
                  <c:v>443(nm)</c:v>
                </c:pt>
                <c:pt idx="64">
                  <c:v>444(nm)</c:v>
                </c:pt>
                <c:pt idx="65">
                  <c:v>445(nm)</c:v>
                </c:pt>
                <c:pt idx="66">
                  <c:v>446(nm)</c:v>
                </c:pt>
                <c:pt idx="67">
                  <c:v>447(nm)</c:v>
                </c:pt>
                <c:pt idx="68">
                  <c:v>448(nm)</c:v>
                </c:pt>
                <c:pt idx="69">
                  <c:v>449(nm)</c:v>
                </c:pt>
                <c:pt idx="70">
                  <c:v>450(nm)</c:v>
                </c:pt>
                <c:pt idx="71">
                  <c:v>451(nm)</c:v>
                </c:pt>
                <c:pt idx="72">
                  <c:v>452(nm)</c:v>
                </c:pt>
                <c:pt idx="73">
                  <c:v>453(nm)</c:v>
                </c:pt>
                <c:pt idx="74">
                  <c:v>454(nm)</c:v>
                </c:pt>
                <c:pt idx="75">
                  <c:v>455(nm)</c:v>
                </c:pt>
                <c:pt idx="76">
                  <c:v>456(nm)</c:v>
                </c:pt>
                <c:pt idx="77">
                  <c:v>457(nm)</c:v>
                </c:pt>
                <c:pt idx="78">
                  <c:v>458(nm)</c:v>
                </c:pt>
                <c:pt idx="79">
                  <c:v>459(nm)</c:v>
                </c:pt>
                <c:pt idx="80">
                  <c:v>460(nm)</c:v>
                </c:pt>
                <c:pt idx="81">
                  <c:v>461(nm)</c:v>
                </c:pt>
                <c:pt idx="82">
                  <c:v>462(nm)</c:v>
                </c:pt>
                <c:pt idx="83">
                  <c:v>463(nm)</c:v>
                </c:pt>
                <c:pt idx="84">
                  <c:v>464(nm)</c:v>
                </c:pt>
                <c:pt idx="85">
                  <c:v>465(nm)</c:v>
                </c:pt>
                <c:pt idx="86">
                  <c:v>466(nm)</c:v>
                </c:pt>
                <c:pt idx="87">
                  <c:v>467(nm)</c:v>
                </c:pt>
                <c:pt idx="88">
                  <c:v>468(nm)</c:v>
                </c:pt>
                <c:pt idx="89">
                  <c:v>469(nm)</c:v>
                </c:pt>
                <c:pt idx="90">
                  <c:v>470(nm)</c:v>
                </c:pt>
                <c:pt idx="91">
                  <c:v>471(nm)</c:v>
                </c:pt>
                <c:pt idx="92">
                  <c:v>472(nm)</c:v>
                </c:pt>
                <c:pt idx="93">
                  <c:v>473(nm)</c:v>
                </c:pt>
                <c:pt idx="94">
                  <c:v>474(nm)</c:v>
                </c:pt>
                <c:pt idx="95">
                  <c:v>475(nm)</c:v>
                </c:pt>
                <c:pt idx="96">
                  <c:v>476(nm)</c:v>
                </c:pt>
                <c:pt idx="97">
                  <c:v>477(nm)</c:v>
                </c:pt>
                <c:pt idx="98">
                  <c:v>478(nm)</c:v>
                </c:pt>
                <c:pt idx="99">
                  <c:v>479(nm)</c:v>
                </c:pt>
                <c:pt idx="100">
                  <c:v>480(nm)</c:v>
                </c:pt>
                <c:pt idx="101">
                  <c:v>481(nm)</c:v>
                </c:pt>
                <c:pt idx="102">
                  <c:v>482(nm)</c:v>
                </c:pt>
                <c:pt idx="103">
                  <c:v>483(nm)</c:v>
                </c:pt>
                <c:pt idx="104">
                  <c:v>484(nm)</c:v>
                </c:pt>
                <c:pt idx="105">
                  <c:v>485(nm)</c:v>
                </c:pt>
                <c:pt idx="106">
                  <c:v>486(nm)</c:v>
                </c:pt>
                <c:pt idx="107">
                  <c:v>487(nm)</c:v>
                </c:pt>
                <c:pt idx="108">
                  <c:v>488(nm)</c:v>
                </c:pt>
                <c:pt idx="109">
                  <c:v>489(nm)</c:v>
                </c:pt>
                <c:pt idx="110">
                  <c:v>490(nm)</c:v>
                </c:pt>
                <c:pt idx="111">
                  <c:v>491(nm)</c:v>
                </c:pt>
                <c:pt idx="112">
                  <c:v>492(nm)</c:v>
                </c:pt>
                <c:pt idx="113">
                  <c:v>493(nm)</c:v>
                </c:pt>
                <c:pt idx="114">
                  <c:v>494(nm)</c:v>
                </c:pt>
                <c:pt idx="115">
                  <c:v>495(nm)</c:v>
                </c:pt>
                <c:pt idx="116">
                  <c:v>496(nm)</c:v>
                </c:pt>
                <c:pt idx="117">
                  <c:v>497(nm)</c:v>
                </c:pt>
                <c:pt idx="118">
                  <c:v>498(nm)</c:v>
                </c:pt>
                <c:pt idx="119">
                  <c:v>499(nm)</c:v>
                </c:pt>
                <c:pt idx="120">
                  <c:v>500(nm)</c:v>
                </c:pt>
                <c:pt idx="121">
                  <c:v>501(nm)</c:v>
                </c:pt>
                <c:pt idx="122">
                  <c:v>502(nm)</c:v>
                </c:pt>
                <c:pt idx="123">
                  <c:v>503(nm)</c:v>
                </c:pt>
                <c:pt idx="124">
                  <c:v>504(nm)</c:v>
                </c:pt>
                <c:pt idx="125">
                  <c:v>505(nm)</c:v>
                </c:pt>
                <c:pt idx="126">
                  <c:v>506(nm)</c:v>
                </c:pt>
                <c:pt idx="127">
                  <c:v>507(nm)</c:v>
                </c:pt>
                <c:pt idx="128">
                  <c:v>508(nm)</c:v>
                </c:pt>
                <c:pt idx="129">
                  <c:v>509(nm)</c:v>
                </c:pt>
                <c:pt idx="130">
                  <c:v>510(nm)</c:v>
                </c:pt>
                <c:pt idx="131">
                  <c:v>511(nm)</c:v>
                </c:pt>
                <c:pt idx="132">
                  <c:v>512(nm)</c:v>
                </c:pt>
                <c:pt idx="133">
                  <c:v>513(nm)</c:v>
                </c:pt>
                <c:pt idx="134">
                  <c:v>514(nm)</c:v>
                </c:pt>
                <c:pt idx="135">
                  <c:v>515(nm)</c:v>
                </c:pt>
                <c:pt idx="136">
                  <c:v>516(nm)</c:v>
                </c:pt>
                <c:pt idx="137">
                  <c:v>517(nm)</c:v>
                </c:pt>
                <c:pt idx="138">
                  <c:v>518(nm)</c:v>
                </c:pt>
                <c:pt idx="139">
                  <c:v>519(nm)</c:v>
                </c:pt>
                <c:pt idx="140">
                  <c:v>520(nm)</c:v>
                </c:pt>
                <c:pt idx="141">
                  <c:v>521(nm)</c:v>
                </c:pt>
                <c:pt idx="142">
                  <c:v>522(nm)</c:v>
                </c:pt>
                <c:pt idx="143">
                  <c:v>523(nm)</c:v>
                </c:pt>
                <c:pt idx="144">
                  <c:v>524(nm)</c:v>
                </c:pt>
                <c:pt idx="145">
                  <c:v>525(nm)</c:v>
                </c:pt>
                <c:pt idx="146">
                  <c:v>526(nm)</c:v>
                </c:pt>
                <c:pt idx="147">
                  <c:v>527(nm)</c:v>
                </c:pt>
                <c:pt idx="148">
                  <c:v>528(nm)</c:v>
                </c:pt>
                <c:pt idx="149">
                  <c:v>529(nm)</c:v>
                </c:pt>
                <c:pt idx="150">
                  <c:v>530(nm)</c:v>
                </c:pt>
                <c:pt idx="151">
                  <c:v>531(nm)</c:v>
                </c:pt>
                <c:pt idx="152">
                  <c:v>532(nm)</c:v>
                </c:pt>
                <c:pt idx="153">
                  <c:v>533(nm)</c:v>
                </c:pt>
                <c:pt idx="154">
                  <c:v>534(nm)</c:v>
                </c:pt>
                <c:pt idx="155">
                  <c:v>535(nm)</c:v>
                </c:pt>
                <c:pt idx="156">
                  <c:v>536(nm)</c:v>
                </c:pt>
                <c:pt idx="157">
                  <c:v>537(nm)</c:v>
                </c:pt>
                <c:pt idx="158">
                  <c:v>538(nm)</c:v>
                </c:pt>
                <c:pt idx="159">
                  <c:v>539(nm)</c:v>
                </c:pt>
                <c:pt idx="160">
                  <c:v>540(nm)</c:v>
                </c:pt>
                <c:pt idx="161">
                  <c:v>541(nm)</c:v>
                </c:pt>
                <c:pt idx="162">
                  <c:v>542(nm)</c:v>
                </c:pt>
                <c:pt idx="163">
                  <c:v>543(nm)</c:v>
                </c:pt>
                <c:pt idx="164">
                  <c:v>544(nm)</c:v>
                </c:pt>
                <c:pt idx="165">
                  <c:v>545(nm)</c:v>
                </c:pt>
                <c:pt idx="166">
                  <c:v>546(nm)</c:v>
                </c:pt>
                <c:pt idx="167">
                  <c:v>547(nm)</c:v>
                </c:pt>
                <c:pt idx="168">
                  <c:v>548(nm)</c:v>
                </c:pt>
                <c:pt idx="169">
                  <c:v>549(nm)</c:v>
                </c:pt>
                <c:pt idx="170">
                  <c:v>550(nm)</c:v>
                </c:pt>
                <c:pt idx="171">
                  <c:v>551(nm)</c:v>
                </c:pt>
                <c:pt idx="172">
                  <c:v>552(nm)</c:v>
                </c:pt>
                <c:pt idx="173">
                  <c:v>553(nm)</c:v>
                </c:pt>
                <c:pt idx="174">
                  <c:v>554(nm)</c:v>
                </c:pt>
                <c:pt idx="175">
                  <c:v>555(nm)</c:v>
                </c:pt>
                <c:pt idx="176">
                  <c:v>556(nm)</c:v>
                </c:pt>
                <c:pt idx="177">
                  <c:v>557(nm)</c:v>
                </c:pt>
                <c:pt idx="178">
                  <c:v>558(nm)</c:v>
                </c:pt>
                <c:pt idx="179">
                  <c:v>559(nm)</c:v>
                </c:pt>
                <c:pt idx="180">
                  <c:v>560(nm)</c:v>
                </c:pt>
                <c:pt idx="181">
                  <c:v>561(nm)</c:v>
                </c:pt>
                <c:pt idx="182">
                  <c:v>562(nm)</c:v>
                </c:pt>
                <c:pt idx="183">
                  <c:v>563(nm)</c:v>
                </c:pt>
                <c:pt idx="184">
                  <c:v>564(nm)</c:v>
                </c:pt>
                <c:pt idx="185">
                  <c:v>565(nm)</c:v>
                </c:pt>
                <c:pt idx="186">
                  <c:v>566(nm)</c:v>
                </c:pt>
                <c:pt idx="187">
                  <c:v>567(nm)</c:v>
                </c:pt>
                <c:pt idx="188">
                  <c:v>568(nm)</c:v>
                </c:pt>
                <c:pt idx="189">
                  <c:v>569(nm)</c:v>
                </c:pt>
                <c:pt idx="190">
                  <c:v>570(nm)</c:v>
                </c:pt>
                <c:pt idx="191">
                  <c:v>571(nm)</c:v>
                </c:pt>
                <c:pt idx="192">
                  <c:v>572(nm)</c:v>
                </c:pt>
                <c:pt idx="193">
                  <c:v>573(nm)</c:v>
                </c:pt>
                <c:pt idx="194">
                  <c:v>574(nm)</c:v>
                </c:pt>
                <c:pt idx="195">
                  <c:v>575(nm)</c:v>
                </c:pt>
                <c:pt idx="196">
                  <c:v>576(nm)</c:v>
                </c:pt>
                <c:pt idx="197">
                  <c:v>577(nm)</c:v>
                </c:pt>
                <c:pt idx="198">
                  <c:v>578(nm)</c:v>
                </c:pt>
                <c:pt idx="199">
                  <c:v>579(nm)</c:v>
                </c:pt>
                <c:pt idx="200">
                  <c:v>580(nm)</c:v>
                </c:pt>
                <c:pt idx="201">
                  <c:v>581(nm)</c:v>
                </c:pt>
                <c:pt idx="202">
                  <c:v>582(nm)</c:v>
                </c:pt>
                <c:pt idx="203">
                  <c:v>583(nm)</c:v>
                </c:pt>
                <c:pt idx="204">
                  <c:v>584(nm)</c:v>
                </c:pt>
                <c:pt idx="205">
                  <c:v>585(nm)</c:v>
                </c:pt>
                <c:pt idx="206">
                  <c:v>586(nm)</c:v>
                </c:pt>
                <c:pt idx="207">
                  <c:v>587(nm)</c:v>
                </c:pt>
                <c:pt idx="208">
                  <c:v>588(nm)</c:v>
                </c:pt>
                <c:pt idx="209">
                  <c:v>589(nm)</c:v>
                </c:pt>
                <c:pt idx="210">
                  <c:v>590(nm)</c:v>
                </c:pt>
                <c:pt idx="211">
                  <c:v>591(nm)</c:v>
                </c:pt>
                <c:pt idx="212">
                  <c:v>592(nm)</c:v>
                </c:pt>
                <c:pt idx="213">
                  <c:v>593(nm)</c:v>
                </c:pt>
                <c:pt idx="214">
                  <c:v>594(nm)</c:v>
                </c:pt>
                <c:pt idx="215">
                  <c:v>595(nm)</c:v>
                </c:pt>
                <c:pt idx="216">
                  <c:v>596(nm)</c:v>
                </c:pt>
                <c:pt idx="217">
                  <c:v>597(nm)</c:v>
                </c:pt>
                <c:pt idx="218">
                  <c:v>598(nm)</c:v>
                </c:pt>
                <c:pt idx="219">
                  <c:v>599(nm)</c:v>
                </c:pt>
                <c:pt idx="220">
                  <c:v>600(nm)</c:v>
                </c:pt>
              </c:strCache>
            </c:strRef>
          </c:cat>
          <c:val>
            <c:numRef>
              <c:f>'Sheet1 (2)'!$G$2:$G$222</c:f>
              <c:numCache>
                <c:formatCode>0.0000000000_ </c:formatCode>
                <c:ptCount val="221"/>
                <c:pt idx="0">
                  <c:v>7.0222359999999996E-6</c:v>
                </c:pt>
                <c:pt idx="1">
                  <c:v>6.9489240000000003E-6</c:v>
                </c:pt>
                <c:pt idx="2">
                  <c:v>5.3695050000000004E-6</c:v>
                </c:pt>
                <c:pt idx="3">
                  <c:v>6.3213269999999996E-6</c:v>
                </c:pt>
                <c:pt idx="4">
                  <c:v>3.370411E-6</c:v>
                </c:pt>
                <c:pt idx="5">
                  <c:v>5.5152969999999997E-6</c:v>
                </c:pt>
                <c:pt idx="6">
                  <c:v>4.5338700000000004E-6</c:v>
                </c:pt>
                <c:pt idx="7">
                  <c:v>5.4494099999999997E-6</c:v>
                </c:pt>
                <c:pt idx="8">
                  <c:v>3.6380320000000002E-6</c:v>
                </c:pt>
                <c:pt idx="9">
                  <c:v>2.515143E-6</c:v>
                </c:pt>
                <c:pt idx="10">
                  <c:v>2.7127229999999999E-6</c:v>
                </c:pt>
                <c:pt idx="11">
                  <c:v>1.9356659999999999E-6</c:v>
                </c:pt>
                <c:pt idx="12">
                  <c:v>1.530629E-6</c:v>
                </c:pt>
                <c:pt idx="13">
                  <c:v>3.2735500000000002E-6</c:v>
                </c:pt>
                <c:pt idx="14">
                  <c:v>1.3694519999999999E-6</c:v>
                </c:pt>
                <c:pt idx="15">
                  <c:v>2.2130619999999998E-6</c:v>
                </c:pt>
                <c:pt idx="16">
                  <c:v>2.76355E-6</c:v>
                </c:pt>
                <c:pt idx="17">
                  <c:v>2.4783629999999999E-6</c:v>
                </c:pt>
                <c:pt idx="18">
                  <c:v>3.549645E-6</c:v>
                </c:pt>
                <c:pt idx="19">
                  <c:v>1.758326E-6</c:v>
                </c:pt>
                <c:pt idx="20">
                  <c:v>6.7552779999999998E-7</c:v>
                </c:pt>
                <c:pt idx="21">
                  <c:v>1.087025E-6</c:v>
                </c:pt>
                <c:pt idx="22">
                  <c:v>1.5468829999999999E-6</c:v>
                </c:pt>
                <c:pt idx="23">
                  <c:v>9.7496510000000001E-7</c:v>
                </c:pt>
                <c:pt idx="24">
                  <c:v>1.9520760000000001E-6</c:v>
                </c:pt>
                <c:pt idx="25">
                  <c:v>1.2231110000000001E-6</c:v>
                </c:pt>
                <c:pt idx="26">
                  <c:v>1.882808E-6</c:v>
                </c:pt>
                <c:pt idx="27">
                  <c:v>2.1025479999999998E-6</c:v>
                </c:pt>
                <c:pt idx="28">
                  <c:v>2.7249509999999999E-6</c:v>
                </c:pt>
                <c:pt idx="29">
                  <c:v>1.673381E-6</c:v>
                </c:pt>
                <c:pt idx="30">
                  <c:v>1.612928E-6</c:v>
                </c:pt>
                <c:pt idx="31">
                  <c:v>2.1890009999999999E-6</c:v>
                </c:pt>
                <c:pt idx="32">
                  <c:v>1.9480959999999999E-6</c:v>
                </c:pt>
                <c:pt idx="33">
                  <c:v>2.1249120000000001E-6</c:v>
                </c:pt>
                <c:pt idx="34">
                  <c:v>1.6502460000000001E-6</c:v>
                </c:pt>
                <c:pt idx="35">
                  <c:v>1.868301E-6</c:v>
                </c:pt>
                <c:pt idx="36">
                  <c:v>1.6329770000000001E-6</c:v>
                </c:pt>
                <c:pt idx="37">
                  <c:v>2.3701450000000002E-6</c:v>
                </c:pt>
                <c:pt idx="38">
                  <c:v>1.9908480000000001E-6</c:v>
                </c:pt>
                <c:pt idx="39">
                  <c:v>1.8931309999999999E-6</c:v>
                </c:pt>
                <c:pt idx="40">
                  <c:v>2.3493830000000001E-6</c:v>
                </c:pt>
                <c:pt idx="41">
                  <c:v>2.0014259999999999E-6</c:v>
                </c:pt>
                <c:pt idx="42">
                  <c:v>2.6506859999999999E-6</c:v>
                </c:pt>
                <c:pt idx="43">
                  <c:v>2.4005379999999999E-6</c:v>
                </c:pt>
                <c:pt idx="44">
                  <c:v>1.4669099999999999E-6</c:v>
                </c:pt>
                <c:pt idx="45">
                  <c:v>1.643991E-6</c:v>
                </c:pt>
                <c:pt idx="46">
                  <c:v>1.8084989999999999E-6</c:v>
                </c:pt>
                <c:pt idx="47">
                  <c:v>3.159523E-6</c:v>
                </c:pt>
                <c:pt idx="48">
                  <c:v>2.364056E-6</c:v>
                </c:pt>
                <c:pt idx="49">
                  <c:v>2.5067449999999998E-6</c:v>
                </c:pt>
                <c:pt idx="50">
                  <c:v>2.3918180000000002E-6</c:v>
                </c:pt>
                <c:pt idx="51">
                  <c:v>2.5220339999999998E-6</c:v>
                </c:pt>
                <c:pt idx="52">
                  <c:v>3.0477920000000001E-6</c:v>
                </c:pt>
                <c:pt idx="53">
                  <c:v>2.829096E-6</c:v>
                </c:pt>
                <c:pt idx="54">
                  <c:v>2.5023390000000002E-6</c:v>
                </c:pt>
                <c:pt idx="55">
                  <c:v>3.2469600000000002E-6</c:v>
                </c:pt>
                <c:pt idx="56">
                  <c:v>3.2179909999999999E-6</c:v>
                </c:pt>
                <c:pt idx="57">
                  <c:v>2.749165E-6</c:v>
                </c:pt>
                <c:pt idx="58">
                  <c:v>3.096341E-6</c:v>
                </c:pt>
                <c:pt idx="59">
                  <c:v>3.6382760000000001E-6</c:v>
                </c:pt>
                <c:pt idx="60">
                  <c:v>3.0253999999999999E-6</c:v>
                </c:pt>
                <c:pt idx="61">
                  <c:v>3.7397049999999999E-6</c:v>
                </c:pt>
                <c:pt idx="62">
                  <c:v>3.8092030000000002E-6</c:v>
                </c:pt>
                <c:pt idx="63">
                  <c:v>3.3845259999999998E-6</c:v>
                </c:pt>
                <c:pt idx="64">
                  <c:v>3.069532E-6</c:v>
                </c:pt>
                <c:pt idx="65">
                  <c:v>3.155894E-6</c:v>
                </c:pt>
                <c:pt idx="66">
                  <c:v>3.6140110000000001E-6</c:v>
                </c:pt>
                <c:pt idx="67">
                  <c:v>4.2902939999999997E-6</c:v>
                </c:pt>
                <c:pt idx="68">
                  <c:v>3.35081E-6</c:v>
                </c:pt>
                <c:pt idx="69">
                  <c:v>3.4729100000000001E-6</c:v>
                </c:pt>
                <c:pt idx="70">
                  <c:v>4.1743720000000003E-6</c:v>
                </c:pt>
                <c:pt idx="71">
                  <c:v>3.8718769999999997E-6</c:v>
                </c:pt>
                <c:pt idx="72">
                  <c:v>4.3718149999999996E-6</c:v>
                </c:pt>
                <c:pt idx="73">
                  <c:v>4.3614859999999997E-6</c:v>
                </c:pt>
                <c:pt idx="74">
                  <c:v>4.3989969999999999E-6</c:v>
                </c:pt>
                <c:pt idx="75">
                  <c:v>5.1493559999999998E-6</c:v>
                </c:pt>
                <c:pt idx="76">
                  <c:v>4.3442540000000001E-6</c:v>
                </c:pt>
                <c:pt idx="77">
                  <c:v>5.9383109999999996E-6</c:v>
                </c:pt>
                <c:pt idx="78">
                  <c:v>5.9336609999999996E-6</c:v>
                </c:pt>
                <c:pt idx="79">
                  <c:v>5.1507620000000001E-6</c:v>
                </c:pt>
                <c:pt idx="80">
                  <c:v>4.8856780000000003E-6</c:v>
                </c:pt>
                <c:pt idx="81">
                  <c:v>5.633548E-6</c:v>
                </c:pt>
                <c:pt idx="82">
                  <c:v>6.467778E-6</c:v>
                </c:pt>
                <c:pt idx="83">
                  <c:v>6.1595899999999996E-6</c:v>
                </c:pt>
                <c:pt idx="84">
                  <c:v>6.4941920000000002E-6</c:v>
                </c:pt>
                <c:pt idx="85">
                  <c:v>6.5180519999999998E-6</c:v>
                </c:pt>
                <c:pt idx="86">
                  <c:v>6.9094019999999999E-6</c:v>
                </c:pt>
                <c:pt idx="87">
                  <c:v>7.8678499999999996E-6</c:v>
                </c:pt>
                <c:pt idx="88">
                  <c:v>8.3177550000000005E-6</c:v>
                </c:pt>
                <c:pt idx="89">
                  <c:v>9.8568270000000008E-6</c:v>
                </c:pt>
                <c:pt idx="90">
                  <c:v>9.8890690000000001E-6</c:v>
                </c:pt>
                <c:pt idx="91">
                  <c:v>9.6754679999999999E-6</c:v>
                </c:pt>
                <c:pt idx="92">
                  <c:v>1.100644E-5</c:v>
                </c:pt>
                <c:pt idx="93">
                  <c:v>1.205996E-5</c:v>
                </c:pt>
                <c:pt idx="94">
                  <c:v>1.403233E-5</c:v>
                </c:pt>
                <c:pt idx="95">
                  <c:v>1.445198E-5</c:v>
                </c:pt>
                <c:pt idx="96">
                  <c:v>1.483269E-5</c:v>
                </c:pt>
                <c:pt idx="97">
                  <c:v>1.7151969999999999E-5</c:v>
                </c:pt>
                <c:pt idx="98">
                  <c:v>1.8888210000000001E-5</c:v>
                </c:pt>
                <c:pt idx="99">
                  <c:v>2.0618449999999999E-5</c:v>
                </c:pt>
                <c:pt idx="100">
                  <c:v>2.3726030000000002E-5</c:v>
                </c:pt>
                <c:pt idx="101">
                  <c:v>2.6269320000000001E-5</c:v>
                </c:pt>
                <c:pt idx="102">
                  <c:v>2.944102E-5</c:v>
                </c:pt>
                <c:pt idx="103">
                  <c:v>3.2340420000000001E-5</c:v>
                </c:pt>
                <c:pt idx="104">
                  <c:v>3.6654299999999999E-5</c:v>
                </c:pt>
                <c:pt idx="105">
                  <c:v>4.0704989999999997E-5</c:v>
                </c:pt>
                <c:pt idx="106">
                  <c:v>4.6245429999999998E-5</c:v>
                </c:pt>
                <c:pt idx="107">
                  <c:v>5.087612E-5</c:v>
                </c:pt>
                <c:pt idx="108">
                  <c:v>5.7404380000000001E-5</c:v>
                </c:pt>
                <c:pt idx="109">
                  <c:v>6.5638660000000003E-5</c:v>
                </c:pt>
                <c:pt idx="110">
                  <c:v>7.3792810000000003E-5</c:v>
                </c:pt>
                <c:pt idx="111">
                  <c:v>8.3791690000000005E-5</c:v>
                </c:pt>
                <c:pt idx="112">
                  <c:v>9.4435810000000002E-5</c:v>
                </c:pt>
                <c:pt idx="113">
                  <c:v>1.06597E-4</c:v>
                </c:pt>
                <c:pt idx="114">
                  <c:v>1.192829E-4</c:v>
                </c:pt>
                <c:pt idx="115">
                  <c:v>1.346769E-4</c:v>
                </c:pt>
                <c:pt idx="116">
                  <c:v>1.526171E-4</c:v>
                </c:pt>
                <c:pt idx="117">
                  <c:v>1.701501E-4</c:v>
                </c:pt>
                <c:pt idx="118">
                  <c:v>1.8986949999999999E-4</c:v>
                </c:pt>
                <c:pt idx="119">
                  <c:v>2.1105289999999999E-4</c:v>
                </c:pt>
                <c:pt idx="120">
                  <c:v>2.3562379999999999E-4</c:v>
                </c:pt>
                <c:pt idx="121">
                  <c:v>2.6101329999999998E-4</c:v>
                </c:pt>
                <c:pt idx="122">
                  <c:v>2.8786149999999999E-4</c:v>
                </c:pt>
                <c:pt idx="123">
                  <c:v>3.173815E-4</c:v>
                </c:pt>
                <c:pt idx="124">
                  <c:v>3.46726E-4</c:v>
                </c:pt>
                <c:pt idx="125">
                  <c:v>3.7914099999999999E-4</c:v>
                </c:pt>
                <c:pt idx="126">
                  <c:v>4.1317490000000002E-4</c:v>
                </c:pt>
                <c:pt idx="127">
                  <c:v>4.4790420000000001E-4</c:v>
                </c:pt>
                <c:pt idx="128">
                  <c:v>4.7981610000000002E-4</c:v>
                </c:pt>
                <c:pt idx="129">
                  <c:v>5.1708289999999996E-4</c:v>
                </c:pt>
                <c:pt idx="130">
                  <c:v>5.4911469999999998E-4</c:v>
                </c:pt>
                <c:pt idx="131">
                  <c:v>5.799787E-4</c:v>
                </c:pt>
                <c:pt idx="132">
                  <c:v>6.1183899999999998E-4</c:v>
                </c:pt>
                <c:pt idx="133">
                  <c:v>6.4561100000000004E-4</c:v>
                </c:pt>
                <c:pt idx="134">
                  <c:v>6.7131329999999998E-4</c:v>
                </c:pt>
                <c:pt idx="135">
                  <c:v>7.0168360000000003E-4</c:v>
                </c:pt>
                <c:pt idx="136">
                  <c:v>7.2368550000000002E-4</c:v>
                </c:pt>
                <c:pt idx="137">
                  <c:v>7.4813790000000005E-4</c:v>
                </c:pt>
                <c:pt idx="138">
                  <c:v>7.6772720000000002E-4</c:v>
                </c:pt>
                <c:pt idx="139">
                  <c:v>7.8394809999999995E-4</c:v>
                </c:pt>
                <c:pt idx="140">
                  <c:v>7.9081509999999998E-4</c:v>
                </c:pt>
                <c:pt idx="141">
                  <c:v>7.9477829999999999E-4</c:v>
                </c:pt>
                <c:pt idx="142">
                  <c:v>7.9929930000000005E-4</c:v>
                </c:pt>
                <c:pt idx="143">
                  <c:v>7.9701559999999997E-4</c:v>
                </c:pt>
                <c:pt idx="144">
                  <c:v>7.9049549999999995E-4</c:v>
                </c:pt>
                <c:pt idx="145">
                  <c:v>7.8336720000000005E-4</c:v>
                </c:pt>
                <c:pt idx="146">
                  <c:v>7.679373E-4</c:v>
                </c:pt>
                <c:pt idx="147">
                  <c:v>7.4869699999999999E-4</c:v>
                </c:pt>
                <c:pt idx="148">
                  <c:v>7.3041350000000002E-4</c:v>
                </c:pt>
                <c:pt idx="149">
                  <c:v>7.0886069999999998E-4</c:v>
                </c:pt>
                <c:pt idx="150">
                  <c:v>6.805693E-4</c:v>
                </c:pt>
                <c:pt idx="151">
                  <c:v>6.5272379999999997E-4</c:v>
                </c:pt>
                <c:pt idx="152">
                  <c:v>6.2843260000000005E-4</c:v>
                </c:pt>
                <c:pt idx="153">
                  <c:v>6.007241E-4</c:v>
                </c:pt>
                <c:pt idx="154">
                  <c:v>5.7368589999999998E-4</c:v>
                </c:pt>
                <c:pt idx="155">
                  <c:v>5.4143330000000001E-4</c:v>
                </c:pt>
                <c:pt idx="156">
                  <c:v>5.1684509999999997E-4</c:v>
                </c:pt>
                <c:pt idx="157">
                  <c:v>4.8684219999999999E-4</c:v>
                </c:pt>
                <c:pt idx="158">
                  <c:v>4.5842659999999999E-4</c:v>
                </c:pt>
                <c:pt idx="159">
                  <c:v>4.3077989999999999E-4</c:v>
                </c:pt>
                <c:pt idx="160">
                  <c:v>4.0554239999999997E-4</c:v>
                </c:pt>
                <c:pt idx="161">
                  <c:v>3.8652080000000001E-4</c:v>
                </c:pt>
                <c:pt idx="162">
                  <c:v>3.6559709999999998E-4</c:v>
                </c:pt>
                <c:pt idx="163">
                  <c:v>3.4243650000000001E-4</c:v>
                </c:pt>
                <c:pt idx="164">
                  <c:v>3.2539739999999998E-4</c:v>
                </c:pt>
                <c:pt idx="165">
                  <c:v>3.1083309999999998E-4</c:v>
                </c:pt>
                <c:pt idx="166">
                  <c:v>2.9212010000000002E-4</c:v>
                </c:pt>
                <c:pt idx="167">
                  <c:v>2.7705999999999998E-4</c:v>
                </c:pt>
                <c:pt idx="168">
                  <c:v>2.6322679999999998E-4</c:v>
                </c:pt>
                <c:pt idx="169">
                  <c:v>2.4872689999999999E-4</c:v>
                </c:pt>
                <c:pt idx="170">
                  <c:v>2.3685700000000001E-4</c:v>
                </c:pt>
                <c:pt idx="171">
                  <c:v>2.2272820000000001E-4</c:v>
                </c:pt>
                <c:pt idx="172">
                  <c:v>2.109655E-4</c:v>
                </c:pt>
                <c:pt idx="173">
                  <c:v>1.9889110000000001E-4</c:v>
                </c:pt>
                <c:pt idx="174">
                  <c:v>1.8768079999999999E-4</c:v>
                </c:pt>
                <c:pt idx="175">
                  <c:v>1.768866E-4</c:v>
                </c:pt>
                <c:pt idx="176">
                  <c:v>1.632537E-4</c:v>
                </c:pt>
                <c:pt idx="177">
                  <c:v>1.559384E-4</c:v>
                </c:pt>
                <c:pt idx="178">
                  <c:v>1.4770979999999999E-4</c:v>
                </c:pt>
                <c:pt idx="179">
                  <c:v>1.401374E-4</c:v>
                </c:pt>
                <c:pt idx="180">
                  <c:v>1.3234149999999999E-4</c:v>
                </c:pt>
                <c:pt idx="181">
                  <c:v>1.252301E-4</c:v>
                </c:pt>
                <c:pt idx="182">
                  <c:v>1.193178E-4</c:v>
                </c:pt>
                <c:pt idx="183">
                  <c:v>1.1232289999999999E-4</c:v>
                </c:pt>
                <c:pt idx="184">
                  <c:v>1.080005E-4</c:v>
                </c:pt>
                <c:pt idx="185">
                  <c:v>1.025279E-4</c:v>
                </c:pt>
                <c:pt idx="186">
                  <c:v>9.6944490000000006E-5</c:v>
                </c:pt>
                <c:pt idx="187">
                  <c:v>9.3339429999999998E-5</c:v>
                </c:pt>
                <c:pt idx="188">
                  <c:v>8.985482E-5</c:v>
                </c:pt>
                <c:pt idx="189">
                  <c:v>8.6338070000000004E-5</c:v>
                </c:pt>
                <c:pt idx="190">
                  <c:v>8.2039659999999997E-5</c:v>
                </c:pt>
                <c:pt idx="191">
                  <c:v>7.8412500000000002E-5</c:v>
                </c:pt>
                <c:pt idx="192">
                  <c:v>7.5723979999999994E-5</c:v>
                </c:pt>
                <c:pt idx="193">
                  <c:v>7.2840499999999995E-5</c:v>
                </c:pt>
                <c:pt idx="194">
                  <c:v>6.9927100000000003E-5</c:v>
                </c:pt>
                <c:pt idx="195">
                  <c:v>6.8862140000000002E-5</c:v>
                </c:pt>
                <c:pt idx="196">
                  <c:v>6.5440830000000001E-5</c:v>
                </c:pt>
                <c:pt idx="197">
                  <c:v>6.2687879999999999E-5</c:v>
                </c:pt>
                <c:pt idx="198">
                  <c:v>6.0646280000000001E-5</c:v>
                </c:pt>
                <c:pt idx="199">
                  <c:v>5.8905220000000001E-5</c:v>
                </c:pt>
                <c:pt idx="200">
                  <c:v>5.6159619999999998E-5</c:v>
                </c:pt>
                <c:pt idx="201">
                  <c:v>5.3278059999999998E-5</c:v>
                </c:pt>
                <c:pt idx="202">
                  <c:v>5.2200400000000003E-5</c:v>
                </c:pt>
                <c:pt idx="203">
                  <c:v>5.2476640000000001E-5</c:v>
                </c:pt>
                <c:pt idx="204">
                  <c:v>4.9407080000000002E-5</c:v>
                </c:pt>
                <c:pt idx="205">
                  <c:v>5.0146319999999999E-5</c:v>
                </c:pt>
                <c:pt idx="206">
                  <c:v>4.935504E-5</c:v>
                </c:pt>
                <c:pt idx="207">
                  <c:v>4.7165310000000001E-5</c:v>
                </c:pt>
                <c:pt idx="208">
                  <c:v>4.639812E-5</c:v>
                </c:pt>
                <c:pt idx="209">
                  <c:v>4.6004999999999997E-5</c:v>
                </c:pt>
                <c:pt idx="210">
                  <c:v>4.5291280000000003E-5</c:v>
                </c:pt>
                <c:pt idx="211">
                  <c:v>4.5777240000000002E-5</c:v>
                </c:pt>
                <c:pt idx="212">
                  <c:v>4.4905250000000002E-5</c:v>
                </c:pt>
                <c:pt idx="213">
                  <c:v>4.2514459999999998E-5</c:v>
                </c:pt>
                <c:pt idx="214">
                  <c:v>4.1759140000000001E-5</c:v>
                </c:pt>
                <c:pt idx="215">
                  <c:v>4.323749E-5</c:v>
                </c:pt>
                <c:pt idx="216">
                  <c:v>4.1680800000000002E-5</c:v>
                </c:pt>
                <c:pt idx="217">
                  <c:v>4.1654840000000002E-5</c:v>
                </c:pt>
                <c:pt idx="218">
                  <c:v>4.1715909999999999E-5</c:v>
                </c:pt>
                <c:pt idx="219">
                  <c:v>4.1170359999999999E-5</c:v>
                </c:pt>
                <c:pt idx="220">
                  <c:v>4.154196E-5</c:v>
                </c:pt>
              </c:numCache>
            </c:numRef>
          </c:val>
          <c:smooth val="0"/>
          <c:extLst>
            <c:ext xmlns:c16="http://schemas.microsoft.com/office/drawing/2014/chart" uri="{C3380CC4-5D6E-409C-BE32-E72D297353CC}">
              <c16:uniqueId val="{00000001-5842-42A7-AF50-5AB2847066EC}"/>
            </c:ext>
          </c:extLst>
        </c:ser>
        <c:ser>
          <c:idx val="2"/>
          <c:order val="2"/>
          <c:tx>
            <c:strRef>
              <c:f>'Sheet1 (2)'!$H$1</c:f>
              <c:strCache>
                <c:ptCount val="1"/>
                <c:pt idx="0">
                  <c:v>G53.1</c:v>
                </c:pt>
              </c:strCache>
            </c:strRef>
          </c:tx>
          <c:spPr>
            <a:ln w="28575" cap="rnd">
              <a:solidFill>
                <a:schemeClr val="accent6"/>
              </a:solidFill>
              <a:round/>
            </a:ln>
            <a:effectLst/>
          </c:spPr>
          <c:marker>
            <c:symbol val="none"/>
          </c:marker>
          <c:cat>
            <c:strRef>
              <c:f>'Sheet1 (2)'!$A$2:$A$222</c:f>
              <c:strCache>
                <c:ptCount val="221"/>
                <c:pt idx="0">
                  <c:v>380(nm)</c:v>
                </c:pt>
                <c:pt idx="1">
                  <c:v>381(nm)</c:v>
                </c:pt>
                <c:pt idx="2">
                  <c:v>382(nm)</c:v>
                </c:pt>
                <c:pt idx="3">
                  <c:v>383(nm)</c:v>
                </c:pt>
                <c:pt idx="4">
                  <c:v>384(nm)</c:v>
                </c:pt>
                <c:pt idx="5">
                  <c:v>385(nm)</c:v>
                </c:pt>
                <c:pt idx="6">
                  <c:v>386(nm)</c:v>
                </c:pt>
                <c:pt idx="7">
                  <c:v>387(nm)</c:v>
                </c:pt>
                <c:pt idx="8">
                  <c:v>388(nm)</c:v>
                </c:pt>
                <c:pt idx="9">
                  <c:v>389(nm)</c:v>
                </c:pt>
                <c:pt idx="10">
                  <c:v>390(nm)</c:v>
                </c:pt>
                <c:pt idx="11">
                  <c:v>391(nm)</c:v>
                </c:pt>
                <c:pt idx="12">
                  <c:v>392(nm)</c:v>
                </c:pt>
                <c:pt idx="13">
                  <c:v>393(nm)</c:v>
                </c:pt>
                <c:pt idx="14">
                  <c:v>394(nm)</c:v>
                </c:pt>
                <c:pt idx="15">
                  <c:v>395(nm)</c:v>
                </c:pt>
                <c:pt idx="16">
                  <c:v>396(nm)</c:v>
                </c:pt>
                <c:pt idx="17">
                  <c:v>397(nm)</c:v>
                </c:pt>
                <c:pt idx="18">
                  <c:v>398(nm)</c:v>
                </c:pt>
                <c:pt idx="19">
                  <c:v>399(nm)</c:v>
                </c:pt>
                <c:pt idx="20">
                  <c:v>400(nm)</c:v>
                </c:pt>
                <c:pt idx="21">
                  <c:v>401(nm)</c:v>
                </c:pt>
                <c:pt idx="22">
                  <c:v>402(nm)</c:v>
                </c:pt>
                <c:pt idx="23">
                  <c:v>403(nm)</c:v>
                </c:pt>
                <c:pt idx="24">
                  <c:v>404(nm)</c:v>
                </c:pt>
                <c:pt idx="25">
                  <c:v>405(nm)</c:v>
                </c:pt>
                <c:pt idx="26">
                  <c:v>406(nm)</c:v>
                </c:pt>
                <c:pt idx="27">
                  <c:v>407(nm)</c:v>
                </c:pt>
                <c:pt idx="28">
                  <c:v>408(nm)</c:v>
                </c:pt>
                <c:pt idx="29">
                  <c:v>409(nm)</c:v>
                </c:pt>
                <c:pt idx="30">
                  <c:v>410(nm)</c:v>
                </c:pt>
                <c:pt idx="31">
                  <c:v>411(nm)</c:v>
                </c:pt>
                <c:pt idx="32">
                  <c:v>412(nm)</c:v>
                </c:pt>
                <c:pt idx="33">
                  <c:v>413(nm)</c:v>
                </c:pt>
                <c:pt idx="34">
                  <c:v>414(nm)</c:v>
                </c:pt>
                <c:pt idx="35">
                  <c:v>415(nm)</c:v>
                </c:pt>
                <c:pt idx="36">
                  <c:v>416(nm)</c:v>
                </c:pt>
                <c:pt idx="37">
                  <c:v>417(nm)</c:v>
                </c:pt>
                <c:pt idx="38">
                  <c:v>418(nm)</c:v>
                </c:pt>
                <c:pt idx="39">
                  <c:v>419(nm)</c:v>
                </c:pt>
                <c:pt idx="40">
                  <c:v>420(nm)</c:v>
                </c:pt>
                <c:pt idx="41">
                  <c:v>421(nm)</c:v>
                </c:pt>
                <c:pt idx="42">
                  <c:v>422(nm)</c:v>
                </c:pt>
                <c:pt idx="43">
                  <c:v>423(nm)</c:v>
                </c:pt>
                <c:pt idx="44">
                  <c:v>424(nm)</c:v>
                </c:pt>
                <c:pt idx="45">
                  <c:v>425(nm)</c:v>
                </c:pt>
                <c:pt idx="46">
                  <c:v>426(nm)</c:v>
                </c:pt>
                <c:pt idx="47">
                  <c:v>427(nm)</c:v>
                </c:pt>
                <c:pt idx="48">
                  <c:v>428(nm)</c:v>
                </c:pt>
                <c:pt idx="49">
                  <c:v>429(nm)</c:v>
                </c:pt>
                <c:pt idx="50">
                  <c:v>430(nm)</c:v>
                </c:pt>
                <c:pt idx="51">
                  <c:v>431(nm)</c:v>
                </c:pt>
                <c:pt idx="52">
                  <c:v>432(nm)</c:v>
                </c:pt>
                <c:pt idx="53">
                  <c:v>433(nm)</c:v>
                </c:pt>
                <c:pt idx="54">
                  <c:v>434(nm)</c:v>
                </c:pt>
                <c:pt idx="55">
                  <c:v>435(nm)</c:v>
                </c:pt>
                <c:pt idx="56">
                  <c:v>436(nm)</c:v>
                </c:pt>
                <c:pt idx="57">
                  <c:v>437(nm)</c:v>
                </c:pt>
                <c:pt idx="58">
                  <c:v>438(nm)</c:v>
                </c:pt>
                <c:pt idx="59">
                  <c:v>439(nm)</c:v>
                </c:pt>
                <c:pt idx="60">
                  <c:v>440(nm)</c:v>
                </c:pt>
                <c:pt idx="61">
                  <c:v>441(nm)</c:v>
                </c:pt>
                <c:pt idx="62">
                  <c:v>442(nm)</c:v>
                </c:pt>
                <c:pt idx="63">
                  <c:v>443(nm)</c:v>
                </c:pt>
                <c:pt idx="64">
                  <c:v>444(nm)</c:v>
                </c:pt>
                <c:pt idx="65">
                  <c:v>445(nm)</c:v>
                </c:pt>
                <c:pt idx="66">
                  <c:v>446(nm)</c:v>
                </c:pt>
                <c:pt idx="67">
                  <c:v>447(nm)</c:v>
                </c:pt>
                <c:pt idx="68">
                  <c:v>448(nm)</c:v>
                </c:pt>
                <c:pt idx="69">
                  <c:v>449(nm)</c:v>
                </c:pt>
                <c:pt idx="70">
                  <c:v>450(nm)</c:v>
                </c:pt>
                <c:pt idx="71">
                  <c:v>451(nm)</c:v>
                </c:pt>
                <c:pt idx="72">
                  <c:v>452(nm)</c:v>
                </c:pt>
                <c:pt idx="73">
                  <c:v>453(nm)</c:v>
                </c:pt>
                <c:pt idx="74">
                  <c:v>454(nm)</c:v>
                </c:pt>
                <c:pt idx="75">
                  <c:v>455(nm)</c:v>
                </c:pt>
                <c:pt idx="76">
                  <c:v>456(nm)</c:v>
                </c:pt>
                <c:pt idx="77">
                  <c:v>457(nm)</c:v>
                </c:pt>
                <c:pt idx="78">
                  <c:v>458(nm)</c:v>
                </c:pt>
                <c:pt idx="79">
                  <c:v>459(nm)</c:v>
                </c:pt>
                <c:pt idx="80">
                  <c:v>460(nm)</c:v>
                </c:pt>
                <c:pt idx="81">
                  <c:v>461(nm)</c:v>
                </c:pt>
                <c:pt idx="82">
                  <c:v>462(nm)</c:v>
                </c:pt>
                <c:pt idx="83">
                  <c:v>463(nm)</c:v>
                </c:pt>
                <c:pt idx="84">
                  <c:v>464(nm)</c:v>
                </c:pt>
                <c:pt idx="85">
                  <c:v>465(nm)</c:v>
                </c:pt>
                <c:pt idx="86">
                  <c:v>466(nm)</c:v>
                </c:pt>
                <c:pt idx="87">
                  <c:v>467(nm)</c:v>
                </c:pt>
                <c:pt idx="88">
                  <c:v>468(nm)</c:v>
                </c:pt>
                <c:pt idx="89">
                  <c:v>469(nm)</c:v>
                </c:pt>
                <c:pt idx="90">
                  <c:v>470(nm)</c:v>
                </c:pt>
                <c:pt idx="91">
                  <c:v>471(nm)</c:v>
                </c:pt>
                <c:pt idx="92">
                  <c:v>472(nm)</c:v>
                </c:pt>
                <c:pt idx="93">
                  <c:v>473(nm)</c:v>
                </c:pt>
                <c:pt idx="94">
                  <c:v>474(nm)</c:v>
                </c:pt>
                <c:pt idx="95">
                  <c:v>475(nm)</c:v>
                </c:pt>
                <c:pt idx="96">
                  <c:v>476(nm)</c:v>
                </c:pt>
                <c:pt idx="97">
                  <c:v>477(nm)</c:v>
                </c:pt>
                <c:pt idx="98">
                  <c:v>478(nm)</c:v>
                </c:pt>
                <c:pt idx="99">
                  <c:v>479(nm)</c:v>
                </c:pt>
                <c:pt idx="100">
                  <c:v>480(nm)</c:v>
                </c:pt>
                <c:pt idx="101">
                  <c:v>481(nm)</c:v>
                </c:pt>
                <c:pt idx="102">
                  <c:v>482(nm)</c:v>
                </c:pt>
                <c:pt idx="103">
                  <c:v>483(nm)</c:v>
                </c:pt>
                <c:pt idx="104">
                  <c:v>484(nm)</c:v>
                </c:pt>
                <c:pt idx="105">
                  <c:v>485(nm)</c:v>
                </c:pt>
                <c:pt idx="106">
                  <c:v>486(nm)</c:v>
                </c:pt>
                <c:pt idx="107">
                  <c:v>487(nm)</c:v>
                </c:pt>
                <c:pt idx="108">
                  <c:v>488(nm)</c:v>
                </c:pt>
                <c:pt idx="109">
                  <c:v>489(nm)</c:v>
                </c:pt>
                <c:pt idx="110">
                  <c:v>490(nm)</c:v>
                </c:pt>
                <c:pt idx="111">
                  <c:v>491(nm)</c:v>
                </c:pt>
                <c:pt idx="112">
                  <c:v>492(nm)</c:v>
                </c:pt>
                <c:pt idx="113">
                  <c:v>493(nm)</c:v>
                </c:pt>
                <c:pt idx="114">
                  <c:v>494(nm)</c:v>
                </c:pt>
                <c:pt idx="115">
                  <c:v>495(nm)</c:v>
                </c:pt>
                <c:pt idx="116">
                  <c:v>496(nm)</c:v>
                </c:pt>
                <c:pt idx="117">
                  <c:v>497(nm)</c:v>
                </c:pt>
                <c:pt idx="118">
                  <c:v>498(nm)</c:v>
                </c:pt>
                <c:pt idx="119">
                  <c:v>499(nm)</c:v>
                </c:pt>
                <c:pt idx="120">
                  <c:v>500(nm)</c:v>
                </c:pt>
                <c:pt idx="121">
                  <c:v>501(nm)</c:v>
                </c:pt>
                <c:pt idx="122">
                  <c:v>502(nm)</c:v>
                </c:pt>
                <c:pt idx="123">
                  <c:v>503(nm)</c:v>
                </c:pt>
                <c:pt idx="124">
                  <c:v>504(nm)</c:v>
                </c:pt>
                <c:pt idx="125">
                  <c:v>505(nm)</c:v>
                </c:pt>
                <c:pt idx="126">
                  <c:v>506(nm)</c:v>
                </c:pt>
                <c:pt idx="127">
                  <c:v>507(nm)</c:v>
                </c:pt>
                <c:pt idx="128">
                  <c:v>508(nm)</c:v>
                </c:pt>
                <c:pt idx="129">
                  <c:v>509(nm)</c:v>
                </c:pt>
                <c:pt idx="130">
                  <c:v>510(nm)</c:v>
                </c:pt>
                <c:pt idx="131">
                  <c:v>511(nm)</c:v>
                </c:pt>
                <c:pt idx="132">
                  <c:v>512(nm)</c:v>
                </c:pt>
                <c:pt idx="133">
                  <c:v>513(nm)</c:v>
                </c:pt>
                <c:pt idx="134">
                  <c:v>514(nm)</c:v>
                </c:pt>
                <c:pt idx="135">
                  <c:v>515(nm)</c:v>
                </c:pt>
                <c:pt idx="136">
                  <c:v>516(nm)</c:v>
                </c:pt>
                <c:pt idx="137">
                  <c:v>517(nm)</c:v>
                </c:pt>
                <c:pt idx="138">
                  <c:v>518(nm)</c:v>
                </c:pt>
                <c:pt idx="139">
                  <c:v>519(nm)</c:v>
                </c:pt>
                <c:pt idx="140">
                  <c:v>520(nm)</c:v>
                </c:pt>
                <c:pt idx="141">
                  <c:v>521(nm)</c:v>
                </c:pt>
                <c:pt idx="142">
                  <c:v>522(nm)</c:v>
                </c:pt>
                <c:pt idx="143">
                  <c:v>523(nm)</c:v>
                </c:pt>
                <c:pt idx="144">
                  <c:v>524(nm)</c:v>
                </c:pt>
                <c:pt idx="145">
                  <c:v>525(nm)</c:v>
                </c:pt>
                <c:pt idx="146">
                  <c:v>526(nm)</c:v>
                </c:pt>
                <c:pt idx="147">
                  <c:v>527(nm)</c:v>
                </c:pt>
                <c:pt idx="148">
                  <c:v>528(nm)</c:v>
                </c:pt>
                <c:pt idx="149">
                  <c:v>529(nm)</c:v>
                </c:pt>
                <c:pt idx="150">
                  <c:v>530(nm)</c:v>
                </c:pt>
                <c:pt idx="151">
                  <c:v>531(nm)</c:v>
                </c:pt>
                <c:pt idx="152">
                  <c:v>532(nm)</c:v>
                </c:pt>
                <c:pt idx="153">
                  <c:v>533(nm)</c:v>
                </c:pt>
                <c:pt idx="154">
                  <c:v>534(nm)</c:v>
                </c:pt>
                <c:pt idx="155">
                  <c:v>535(nm)</c:v>
                </c:pt>
                <c:pt idx="156">
                  <c:v>536(nm)</c:v>
                </c:pt>
                <c:pt idx="157">
                  <c:v>537(nm)</c:v>
                </c:pt>
                <c:pt idx="158">
                  <c:v>538(nm)</c:v>
                </c:pt>
                <c:pt idx="159">
                  <c:v>539(nm)</c:v>
                </c:pt>
                <c:pt idx="160">
                  <c:v>540(nm)</c:v>
                </c:pt>
                <c:pt idx="161">
                  <c:v>541(nm)</c:v>
                </c:pt>
                <c:pt idx="162">
                  <c:v>542(nm)</c:v>
                </c:pt>
                <c:pt idx="163">
                  <c:v>543(nm)</c:v>
                </c:pt>
                <c:pt idx="164">
                  <c:v>544(nm)</c:v>
                </c:pt>
                <c:pt idx="165">
                  <c:v>545(nm)</c:v>
                </c:pt>
                <c:pt idx="166">
                  <c:v>546(nm)</c:v>
                </c:pt>
                <c:pt idx="167">
                  <c:v>547(nm)</c:v>
                </c:pt>
                <c:pt idx="168">
                  <c:v>548(nm)</c:v>
                </c:pt>
                <c:pt idx="169">
                  <c:v>549(nm)</c:v>
                </c:pt>
                <c:pt idx="170">
                  <c:v>550(nm)</c:v>
                </c:pt>
                <c:pt idx="171">
                  <c:v>551(nm)</c:v>
                </c:pt>
                <c:pt idx="172">
                  <c:v>552(nm)</c:v>
                </c:pt>
                <c:pt idx="173">
                  <c:v>553(nm)</c:v>
                </c:pt>
                <c:pt idx="174">
                  <c:v>554(nm)</c:v>
                </c:pt>
                <c:pt idx="175">
                  <c:v>555(nm)</c:v>
                </c:pt>
                <c:pt idx="176">
                  <c:v>556(nm)</c:v>
                </c:pt>
                <c:pt idx="177">
                  <c:v>557(nm)</c:v>
                </c:pt>
                <c:pt idx="178">
                  <c:v>558(nm)</c:v>
                </c:pt>
                <c:pt idx="179">
                  <c:v>559(nm)</c:v>
                </c:pt>
                <c:pt idx="180">
                  <c:v>560(nm)</c:v>
                </c:pt>
                <c:pt idx="181">
                  <c:v>561(nm)</c:v>
                </c:pt>
                <c:pt idx="182">
                  <c:v>562(nm)</c:v>
                </c:pt>
                <c:pt idx="183">
                  <c:v>563(nm)</c:v>
                </c:pt>
                <c:pt idx="184">
                  <c:v>564(nm)</c:v>
                </c:pt>
                <c:pt idx="185">
                  <c:v>565(nm)</c:v>
                </c:pt>
                <c:pt idx="186">
                  <c:v>566(nm)</c:v>
                </c:pt>
                <c:pt idx="187">
                  <c:v>567(nm)</c:v>
                </c:pt>
                <c:pt idx="188">
                  <c:v>568(nm)</c:v>
                </c:pt>
                <c:pt idx="189">
                  <c:v>569(nm)</c:v>
                </c:pt>
                <c:pt idx="190">
                  <c:v>570(nm)</c:v>
                </c:pt>
                <c:pt idx="191">
                  <c:v>571(nm)</c:v>
                </c:pt>
                <c:pt idx="192">
                  <c:v>572(nm)</c:v>
                </c:pt>
                <c:pt idx="193">
                  <c:v>573(nm)</c:v>
                </c:pt>
                <c:pt idx="194">
                  <c:v>574(nm)</c:v>
                </c:pt>
                <c:pt idx="195">
                  <c:v>575(nm)</c:v>
                </c:pt>
                <c:pt idx="196">
                  <c:v>576(nm)</c:v>
                </c:pt>
                <c:pt idx="197">
                  <c:v>577(nm)</c:v>
                </c:pt>
                <c:pt idx="198">
                  <c:v>578(nm)</c:v>
                </c:pt>
                <c:pt idx="199">
                  <c:v>579(nm)</c:v>
                </c:pt>
                <c:pt idx="200">
                  <c:v>580(nm)</c:v>
                </c:pt>
                <c:pt idx="201">
                  <c:v>581(nm)</c:v>
                </c:pt>
                <c:pt idx="202">
                  <c:v>582(nm)</c:v>
                </c:pt>
                <c:pt idx="203">
                  <c:v>583(nm)</c:v>
                </c:pt>
                <c:pt idx="204">
                  <c:v>584(nm)</c:v>
                </c:pt>
                <c:pt idx="205">
                  <c:v>585(nm)</c:v>
                </c:pt>
                <c:pt idx="206">
                  <c:v>586(nm)</c:v>
                </c:pt>
                <c:pt idx="207">
                  <c:v>587(nm)</c:v>
                </c:pt>
                <c:pt idx="208">
                  <c:v>588(nm)</c:v>
                </c:pt>
                <c:pt idx="209">
                  <c:v>589(nm)</c:v>
                </c:pt>
                <c:pt idx="210">
                  <c:v>590(nm)</c:v>
                </c:pt>
                <c:pt idx="211">
                  <c:v>591(nm)</c:v>
                </c:pt>
                <c:pt idx="212">
                  <c:v>592(nm)</c:v>
                </c:pt>
                <c:pt idx="213">
                  <c:v>593(nm)</c:v>
                </c:pt>
                <c:pt idx="214">
                  <c:v>594(nm)</c:v>
                </c:pt>
                <c:pt idx="215">
                  <c:v>595(nm)</c:v>
                </c:pt>
                <c:pt idx="216">
                  <c:v>596(nm)</c:v>
                </c:pt>
                <c:pt idx="217">
                  <c:v>597(nm)</c:v>
                </c:pt>
                <c:pt idx="218">
                  <c:v>598(nm)</c:v>
                </c:pt>
                <c:pt idx="219">
                  <c:v>599(nm)</c:v>
                </c:pt>
                <c:pt idx="220">
                  <c:v>600(nm)</c:v>
                </c:pt>
              </c:strCache>
            </c:strRef>
          </c:cat>
          <c:val>
            <c:numRef>
              <c:f>'Sheet1 (2)'!$H$2:$H$222</c:f>
              <c:numCache>
                <c:formatCode>0.0000000000_ </c:formatCode>
                <c:ptCount val="221"/>
                <c:pt idx="0">
                  <c:v>1.8233809999999999E-5</c:v>
                </c:pt>
                <c:pt idx="1">
                  <c:v>1.786733E-5</c:v>
                </c:pt>
                <c:pt idx="2">
                  <c:v>1.866716E-5</c:v>
                </c:pt>
                <c:pt idx="3">
                  <c:v>1.5199860000000001E-5</c:v>
                </c:pt>
                <c:pt idx="4">
                  <c:v>1.303299E-5</c:v>
                </c:pt>
                <c:pt idx="5">
                  <c:v>1.258037E-5</c:v>
                </c:pt>
                <c:pt idx="6">
                  <c:v>1.0828759999999999E-5</c:v>
                </c:pt>
                <c:pt idx="7">
                  <c:v>1.1128799999999999E-5</c:v>
                </c:pt>
                <c:pt idx="8">
                  <c:v>1.0501279999999999E-5</c:v>
                </c:pt>
                <c:pt idx="9">
                  <c:v>1.0064659999999999E-5</c:v>
                </c:pt>
                <c:pt idx="10">
                  <c:v>6.8108019999999997E-6</c:v>
                </c:pt>
                <c:pt idx="11">
                  <c:v>5.89542E-6</c:v>
                </c:pt>
                <c:pt idx="12">
                  <c:v>7.6312739999999998E-6</c:v>
                </c:pt>
                <c:pt idx="13">
                  <c:v>8.6423259999999997E-6</c:v>
                </c:pt>
                <c:pt idx="14">
                  <c:v>6.6231710000000002E-6</c:v>
                </c:pt>
                <c:pt idx="15">
                  <c:v>6.874684E-6</c:v>
                </c:pt>
                <c:pt idx="16">
                  <c:v>6.4647899999999996E-6</c:v>
                </c:pt>
                <c:pt idx="17">
                  <c:v>6.201858E-6</c:v>
                </c:pt>
                <c:pt idx="18">
                  <c:v>6.3083710000000003E-6</c:v>
                </c:pt>
                <c:pt idx="19">
                  <c:v>6.8950900000000004E-6</c:v>
                </c:pt>
                <c:pt idx="20">
                  <c:v>5.4438910000000001E-6</c:v>
                </c:pt>
                <c:pt idx="21">
                  <c:v>5.572852E-6</c:v>
                </c:pt>
                <c:pt idx="22">
                  <c:v>6.8158250000000001E-6</c:v>
                </c:pt>
                <c:pt idx="23">
                  <c:v>4.9398679999999999E-6</c:v>
                </c:pt>
                <c:pt idx="24">
                  <c:v>5.4240320000000001E-6</c:v>
                </c:pt>
                <c:pt idx="25">
                  <c:v>6.8123040000000001E-6</c:v>
                </c:pt>
                <c:pt idx="26">
                  <c:v>4.2382039999999996E-6</c:v>
                </c:pt>
                <c:pt idx="27">
                  <c:v>4.9770669999999999E-6</c:v>
                </c:pt>
                <c:pt idx="28">
                  <c:v>3.9829910000000002E-6</c:v>
                </c:pt>
                <c:pt idx="29">
                  <c:v>4.5592710000000004E-6</c:v>
                </c:pt>
                <c:pt idx="30">
                  <c:v>5.2830260000000004E-6</c:v>
                </c:pt>
                <c:pt idx="31">
                  <c:v>4.5446700000000003E-6</c:v>
                </c:pt>
                <c:pt idx="32">
                  <c:v>4.503135E-6</c:v>
                </c:pt>
                <c:pt idx="33">
                  <c:v>4.6330009999999998E-6</c:v>
                </c:pt>
                <c:pt idx="34">
                  <c:v>4.3684140000000004E-6</c:v>
                </c:pt>
                <c:pt idx="35">
                  <c:v>5.333016E-6</c:v>
                </c:pt>
                <c:pt idx="36">
                  <c:v>5.3925280000000004E-6</c:v>
                </c:pt>
                <c:pt idx="37">
                  <c:v>5.2494000000000001E-6</c:v>
                </c:pt>
                <c:pt idx="38">
                  <c:v>5.2262619999999996E-6</c:v>
                </c:pt>
                <c:pt idx="39">
                  <c:v>5.1136959999999997E-6</c:v>
                </c:pt>
                <c:pt idx="40">
                  <c:v>3.735912E-6</c:v>
                </c:pt>
                <c:pt idx="41">
                  <c:v>5.6117290000000002E-6</c:v>
                </c:pt>
                <c:pt idx="42">
                  <c:v>5.1400230000000003E-6</c:v>
                </c:pt>
                <c:pt idx="43">
                  <c:v>5.5674920000000003E-6</c:v>
                </c:pt>
                <c:pt idx="44">
                  <c:v>5.4528539999999999E-6</c:v>
                </c:pt>
                <c:pt idx="45">
                  <c:v>4.2756110000000003E-6</c:v>
                </c:pt>
                <c:pt idx="46">
                  <c:v>5.6923499999999998E-6</c:v>
                </c:pt>
                <c:pt idx="47">
                  <c:v>4.0847099999999999E-6</c:v>
                </c:pt>
                <c:pt idx="48">
                  <c:v>4.1660280000000004E-6</c:v>
                </c:pt>
                <c:pt idx="49">
                  <c:v>4.8778939999999998E-6</c:v>
                </c:pt>
                <c:pt idx="50">
                  <c:v>4.2460469999999999E-6</c:v>
                </c:pt>
                <c:pt idx="51">
                  <c:v>4.5230539999999999E-6</c:v>
                </c:pt>
                <c:pt idx="52">
                  <c:v>4.9658190000000003E-6</c:v>
                </c:pt>
                <c:pt idx="53">
                  <c:v>4.8359240000000004E-6</c:v>
                </c:pt>
                <c:pt idx="54">
                  <c:v>5.0077579999999998E-6</c:v>
                </c:pt>
                <c:pt idx="55">
                  <c:v>4.4618009999999996E-6</c:v>
                </c:pt>
                <c:pt idx="56">
                  <c:v>5.0310900000000001E-6</c:v>
                </c:pt>
                <c:pt idx="57">
                  <c:v>5.4977370000000003E-6</c:v>
                </c:pt>
                <c:pt idx="58">
                  <c:v>6.592585E-6</c:v>
                </c:pt>
                <c:pt idx="59">
                  <c:v>4.5485989999999997E-6</c:v>
                </c:pt>
                <c:pt idx="60">
                  <c:v>5.5484729999999998E-6</c:v>
                </c:pt>
                <c:pt idx="61">
                  <c:v>5.813835E-6</c:v>
                </c:pt>
                <c:pt idx="62">
                  <c:v>5.8664579999999998E-6</c:v>
                </c:pt>
                <c:pt idx="63">
                  <c:v>6.4340809999999996E-6</c:v>
                </c:pt>
                <c:pt idx="64">
                  <c:v>5.6733179999999996E-6</c:v>
                </c:pt>
                <c:pt idx="65">
                  <c:v>5.5133810000000001E-6</c:v>
                </c:pt>
                <c:pt idx="66">
                  <c:v>6.2689609999999996E-6</c:v>
                </c:pt>
                <c:pt idx="67">
                  <c:v>4.8297160000000001E-6</c:v>
                </c:pt>
                <c:pt idx="68">
                  <c:v>6.1883009999999999E-6</c:v>
                </c:pt>
                <c:pt idx="69">
                  <c:v>6.536323E-6</c:v>
                </c:pt>
                <c:pt idx="70">
                  <c:v>6.2504070000000003E-6</c:v>
                </c:pt>
                <c:pt idx="71">
                  <c:v>6.1199380000000003E-6</c:v>
                </c:pt>
                <c:pt idx="72">
                  <c:v>6.7424540000000002E-6</c:v>
                </c:pt>
                <c:pt idx="73">
                  <c:v>6.6229669999999997E-6</c:v>
                </c:pt>
                <c:pt idx="74">
                  <c:v>7.7058979999999997E-6</c:v>
                </c:pt>
                <c:pt idx="75">
                  <c:v>8.000713E-6</c:v>
                </c:pt>
                <c:pt idx="76">
                  <c:v>7.7000599999999999E-6</c:v>
                </c:pt>
                <c:pt idx="77">
                  <c:v>8.8114649999999995E-6</c:v>
                </c:pt>
                <c:pt idx="78">
                  <c:v>9.1385250000000007E-6</c:v>
                </c:pt>
                <c:pt idx="79">
                  <c:v>9.996143E-6</c:v>
                </c:pt>
                <c:pt idx="80">
                  <c:v>9.2701869999999992E-6</c:v>
                </c:pt>
                <c:pt idx="81">
                  <c:v>1.0777129999999999E-5</c:v>
                </c:pt>
                <c:pt idx="82">
                  <c:v>1.1775180000000001E-5</c:v>
                </c:pt>
                <c:pt idx="83">
                  <c:v>1.295403E-5</c:v>
                </c:pt>
                <c:pt idx="84">
                  <c:v>1.357995E-5</c:v>
                </c:pt>
                <c:pt idx="85">
                  <c:v>1.4154299999999999E-5</c:v>
                </c:pt>
                <c:pt idx="86">
                  <c:v>1.6422129999999999E-5</c:v>
                </c:pt>
                <c:pt idx="87">
                  <c:v>1.7983550000000002E-5</c:v>
                </c:pt>
                <c:pt idx="88">
                  <c:v>1.9286970000000001E-5</c:v>
                </c:pt>
                <c:pt idx="89">
                  <c:v>2.1895990000000001E-5</c:v>
                </c:pt>
                <c:pt idx="90">
                  <c:v>2.4603159999999999E-5</c:v>
                </c:pt>
                <c:pt idx="91">
                  <c:v>2.6307350000000001E-5</c:v>
                </c:pt>
                <c:pt idx="92">
                  <c:v>2.946399E-5</c:v>
                </c:pt>
                <c:pt idx="93">
                  <c:v>3.3231230000000003E-5</c:v>
                </c:pt>
                <c:pt idx="94">
                  <c:v>3.6599259999999998E-5</c:v>
                </c:pt>
                <c:pt idx="95">
                  <c:v>4.214088E-5</c:v>
                </c:pt>
                <c:pt idx="96">
                  <c:v>4.6726559999999998E-5</c:v>
                </c:pt>
                <c:pt idx="97">
                  <c:v>5.2722729999999998E-5</c:v>
                </c:pt>
                <c:pt idx="98">
                  <c:v>6.0085279999999997E-5</c:v>
                </c:pt>
                <c:pt idx="99">
                  <c:v>6.7439879999999996E-5</c:v>
                </c:pt>
                <c:pt idx="100">
                  <c:v>7.6696840000000003E-5</c:v>
                </c:pt>
                <c:pt idx="101">
                  <c:v>8.6283319999999996E-5</c:v>
                </c:pt>
                <c:pt idx="102">
                  <c:v>9.8405760000000003E-5</c:v>
                </c:pt>
                <c:pt idx="103">
                  <c:v>1.121631E-4</c:v>
                </c:pt>
                <c:pt idx="104">
                  <c:v>1.2826210000000001E-4</c:v>
                </c:pt>
                <c:pt idx="105">
                  <c:v>1.450465E-4</c:v>
                </c:pt>
                <c:pt idx="106">
                  <c:v>1.6645949999999999E-4</c:v>
                </c:pt>
                <c:pt idx="107">
                  <c:v>1.8733700000000001E-4</c:v>
                </c:pt>
                <c:pt idx="108">
                  <c:v>2.120832E-4</c:v>
                </c:pt>
                <c:pt idx="109">
                  <c:v>2.4160189999999999E-4</c:v>
                </c:pt>
                <c:pt idx="110">
                  <c:v>2.7521719999999998E-4</c:v>
                </c:pt>
                <c:pt idx="111">
                  <c:v>3.1182429999999998E-4</c:v>
                </c:pt>
                <c:pt idx="112">
                  <c:v>3.5443550000000001E-4</c:v>
                </c:pt>
                <c:pt idx="113">
                  <c:v>4.008239E-4</c:v>
                </c:pt>
                <c:pt idx="114">
                  <c:v>4.5132259999999997E-4</c:v>
                </c:pt>
                <c:pt idx="115">
                  <c:v>5.1043029999999997E-4</c:v>
                </c:pt>
                <c:pt idx="116">
                  <c:v>5.7425749999999995E-4</c:v>
                </c:pt>
                <c:pt idx="117">
                  <c:v>6.409753E-4</c:v>
                </c:pt>
                <c:pt idx="118">
                  <c:v>7.1838770000000004E-4</c:v>
                </c:pt>
                <c:pt idx="119">
                  <c:v>7.9619350000000001E-4</c:v>
                </c:pt>
                <c:pt idx="120">
                  <c:v>8.8529539999999995E-4</c:v>
                </c:pt>
                <c:pt idx="121">
                  <c:v>9.7915580000000006E-4</c:v>
                </c:pt>
                <c:pt idx="122">
                  <c:v>1.075622E-3</c:v>
                </c:pt>
                <c:pt idx="123">
                  <c:v>1.1773039999999999E-3</c:v>
                </c:pt>
                <c:pt idx="124">
                  <c:v>1.2806219999999999E-3</c:v>
                </c:pt>
                <c:pt idx="125">
                  <c:v>1.3881690000000001E-3</c:v>
                </c:pt>
                <c:pt idx="126">
                  <c:v>1.493543E-3</c:v>
                </c:pt>
                <c:pt idx="127">
                  <c:v>1.609933E-3</c:v>
                </c:pt>
                <c:pt idx="128">
                  <c:v>1.717168E-3</c:v>
                </c:pt>
                <c:pt idx="129">
                  <c:v>1.821128E-3</c:v>
                </c:pt>
                <c:pt idx="130">
                  <c:v>1.9241309999999999E-3</c:v>
                </c:pt>
                <c:pt idx="131">
                  <c:v>2.0172089999999998E-3</c:v>
                </c:pt>
                <c:pt idx="132">
                  <c:v>2.1049720000000001E-3</c:v>
                </c:pt>
                <c:pt idx="133">
                  <c:v>2.1892259999999998E-3</c:v>
                </c:pt>
                <c:pt idx="134">
                  <c:v>2.2599870000000002E-3</c:v>
                </c:pt>
                <c:pt idx="135">
                  <c:v>2.319724E-3</c:v>
                </c:pt>
                <c:pt idx="136">
                  <c:v>2.381565E-3</c:v>
                </c:pt>
                <c:pt idx="137">
                  <c:v>2.4308839999999999E-3</c:v>
                </c:pt>
                <c:pt idx="138">
                  <c:v>2.4595839999999999E-3</c:v>
                </c:pt>
                <c:pt idx="139">
                  <c:v>2.4833450000000001E-3</c:v>
                </c:pt>
                <c:pt idx="140">
                  <c:v>2.47957E-3</c:v>
                </c:pt>
                <c:pt idx="141">
                  <c:v>2.4714440000000002E-3</c:v>
                </c:pt>
                <c:pt idx="142">
                  <c:v>2.4548270000000001E-3</c:v>
                </c:pt>
                <c:pt idx="143">
                  <c:v>2.4171420000000002E-3</c:v>
                </c:pt>
                <c:pt idx="144">
                  <c:v>2.378635E-3</c:v>
                </c:pt>
                <c:pt idx="145">
                  <c:v>2.3251999999999999E-3</c:v>
                </c:pt>
                <c:pt idx="146">
                  <c:v>2.2700340000000002E-3</c:v>
                </c:pt>
                <c:pt idx="147">
                  <c:v>2.2025220000000002E-3</c:v>
                </c:pt>
                <c:pt idx="148">
                  <c:v>2.124815E-3</c:v>
                </c:pt>
                <c:pt idx="149">
                  <c:v>2.041682E-3</c:v>
                </c:pt>
                <c:pt idx="150">
                  <c:v>1.9584419999999999E-3</c:v>
                </c:pt>
                <c:pt idx="151">
                  <c:v>1.8714339999999999E-3</c:v>
                </c:pt>
                <c:pt idx="152">
                  <c:v>1.7831800000000001E-3</c:v>
                </c:pt>
                <c:pt idx="153">
                  <c:v>1.7013519999999999E-3</c:v>
                </c:pt>
                <c:pt idx="154">
                  <c:v>1.6116679999999999E-3</c:v>
                </c:pt>
                <c:pt idx="155">
                  <c:v>1.5296419999999999E-3</c:v>
                </c:pt>
                <c:pt idx="156">
                  <c:v>1.4438529999999999E-3</c:v>
                </c:pt>
                <c:pt idx="157">
                  <c:v>1.364781E-3</c:v>
                </c:pt>
                <c:pt idx="158">
                  <c:v>1.28089E-3</c:v>
                </c:pt>
                <c:pt idx="159">
                  <c:v>1.2043889999999999E-3</c:v>
                </c:pt>
                <c:pt idx="160">
                  <c:v>1.1428230000000001E-3</c:v>
                </c:pt>
                <c:pt idx="161">
                  <c:v>1.0717039999999999E-3</c:v>
                </c:pt>
                <c:pt idx="162">
                  <c:v>1.0126239999999999E-3</c:v>
                </c:pt>
                <c:pt idx="163">
                  <c:v>9.5453699999999999E-4</c:v>
                </c:pt>
                <c:pt idx="164">
                  <c:v>8.9958710000000001E-4</c:v>
                </c:pt>
                <c:pt idx="165">
                  <c:v>8.5312020000000003E-4</c:v>
                </c:pt>
                <c:pt idx="166">
                  <c:v>8.0076769999999999E-4</c:v>
                </c:pt>
                <c:pt idx="167">
                  <c:v>7.5495710000000004E-4</c:v>
                </c:pt>
                <c:pt idx="168">
                  <c:v>7.1151609999999996E-4</c:v>
                </c:pt>
                <c:pt idx="169">
                  <c:v>6.712682E-4</c:v>
                </c:pt>
                <c:pt idx="170">
                  <c:v>6.3369999999999995E-4</c:v>
                </c:pt>
                <c:pt idx="171">
                  <c:v>5.9299009999999998E-4</c:v>
                </c:pt>
                <c:pt idx="172">
                  <c:v>5.5944429999999997E-4</c:v>
                </c:pt>
                <c:pt idx="173">
                  <c:v>5.2412979999999997E-4</c:v>
                </c:pt>
                <c:pt idx="174">
                  <c:v>4.9007279999999998E-4</c:v>
                </c:pt>
                <c:pt idx="175">
                  <c:v>4.5857200000000003E-4</c:v>
                </c:pt>
                <c:pt idx="176">
                  <c:v>4.3303599999999998E-4</c:v>
                </c:pt>
                <c:pt idx="177">
                  <c:v>4.0733670000000003E-4</c:v>
                </c:pt>
                <c:pt idx="178">
                  <c:v>3.8134950000000002E-4</c:v>
                </c:pt>
                <c:pt idx="179">
                  <c:v>3.5614970000000002E-4</c:v>
                </c:pt>
                <c:pt idx="180">
                  <c:v>3.3577100000000001E-4</c:v>
                </c:pt>
                <c:pt idx="181">
                  <c:v>3.1616149999999998E-4</c:v>
                </c:pt>
                <c:pt idx="182">
                  <c:v>2.9756340000000001E-4</c:v>
                </c:pt>
                <c:pt idx="183">
                  <c:v>2.8157079999999998E-4</c:v>
                </c:pt>
                <c:pt idx="184">
                  <c:v>2.6466320000000001E-4</c:v>
                </c:pt>
                <c:pt idx="185">
                  <c:v>2.5038879999999999E-4</c:v>
                </c:pt>
                <c:pt idx="186">
                  <c:v>2.3576409999999999E-4</c:v>
                </c:pt>
                <c:pt idx="187">
                  <c:v>2.2126409999999999E-4</c:v>
                </c:pt>
                <c:pt idx="188">
                  <c:v>2.0997E-4</c:v>
                </c:pt>
                <c:pt idx="189">
                  <c:v>1.9955489999999999E-4</c:v>
                </c:pt>
                <c:pt idx="190">
                  <c:v>1.887875E-4</c:v>
                </c:pt>
                <c:pt idx="191">
                  <c:v>1.7808780000000001E-4</c:v>
                </c:pt>
                <c:pt idx="192">
                  <c:v>1.697794E-4</c:v>
                </c:pt>
                <c:pt idx="193">
                  <c:v>1.622409E-4</c:v>
                </c:pt>
                <c:pt idx="194">
                  <c:v>1.5263930000000001E-4</c:v>
                </c:pt>
                <c:pt idx="195">
                  <c:v>1.4606299999999999E-4</c:v>
                </c:pt>
                <c:pt idx="196">
                  <c:v>1.3869150000000001E-4</c:v>
                </c:pt>
                <c:pt idx="197">
                  <c:v>1.306585E-4</c:v>
                </c:pt>
                <c:pt idx="198">
                  <c:v>1.24697E-4</c:v>
                </c:pt>
                <c:pt idx="199">
                  <c:v>1.164032E-4</c:v>
                </c:pt>
                <c:pt idx="200">
                  <c:v>1.119399E-4</c:v>
                </c:pt>
                <c:pt idx="201">
                  <c:v>1.068361E-4</c:v>
                </c:pt>
                <c:pt idx="202">
                  <c:v>1.0231629999999999E-4</c:v>
                </c:pt>
                <c:pt idx="203">
                  <c:v>9.7331510000000002E-5</c:v>
                </c:pt>
                <c:pt idx="204">
                  <c:v>9.280553E-5</c:v>
                </c:pt>
                <c:pt idx="205">
                  <c:v>8.8992740000000002E-5</c:v>
                </c:pt>
                <c:pt idx="206">
                  <c:v>8.7475379999999998E-5</c:v>
                </c:pt>
                <c:pt idx="207">
                  <c:v>8.4837400000000002E-5</c:v>
                </c:pt>
                <c:pt idx="208">
                  <c:v>8.0161750000000005E-5</c:v>
                </c:pt>
                <c:pt idx="209">
                  <c:v>7.7334719999999998E-5</c:v>
                </c:pt>
                <c:pt idx="210">
                  <c:v>7.5418519999999998E-5</c:v>
                </c:pt>
                <c:pt idx="211">
                  <c:v>7.4111110000000003E-5</c:v>
                </c:pt>
                <c:pt idx="212">
                  <c:v>7.0199759999999995E-5</c:v>
                </c:pt>
                <c:pt idx="213">
                  <c:v>6.8077489999999999E-5</c:v>
                </c:pt>
                <c:pt idx="214">
                  <c:v>6.521474E-5</c:v>
                </c:pt>
                <c:pt idx="215">
                  <c:v>6.41002E-5</c:v>
                </c:pt>
                <c:pt idx="216">
                  <c:v>6.3871319999999994E-5</c:v>
                </c:pt>
                <c:pt idx="217">
                  <c:v>6.3058669999999998E-5</c:v>
                </c:pt>
                <c:pt idx="218">
                  <c:v>6.0126349999999997E-5</c:v>
                </c:pt>
                <c:pt idx="219">
                  <c:v>5.9167270000000003E-5</c:v>
                </c:pt>
                <c:pt idx="220">
                  <c:v>5.7501440000000001E-5</c:v>
                </c:pt>
              </c:numCache>
            </c:numRef>
          </c:val>
          <c:smooth val="0"/>
          <c:extLst>
            <c:ext xmlns:c16="http://schemas.microsoft.com/office/drawing/2014/chart" uri="{C3380CC4-5D6E-409C-BE32-E72D297353CC}">
              <c16:uniqueId val="{00000002-5842-42A7-AF50-5AB2847066EC}"/>
            </c:ext>
          </c:extLst>
        </c:ser>
        <c:ser>
          <c:idx val="3"/>
          <c:order val="3"/>
          <c:tx>
            <c:strRef>
              <c:f>'Sheet1 (2)'!$I$1</c:f>
              <c:strCache>
                <c:ptCount val="1"/>
                <c:pt idx="0">
                  <c:v>G80.2</c:v>
                </c:pt>
              </c:strCache>
            </c:strRef>
          </c:tx>
          <c:spPr>
            <a:ln w="28575" cap="rnd">
              <a:solidFill>
                <a:schemeClr val="accent6">
                  <a:lumMod val="60000"/>
                  <a:lumOff val="40000"/>
                </a:schemeClr>
              </a:solidFill>
              <a:round/>
            </a:ln>
            <a:effectLst/>
          </c:spPr>
          <c:marker>
            <c:symbol val="none"/>
          </c:marker>
          <c:cat>
            <c:strRef>
              <c:f>'Sheet1 (2)'!$A$2:$A$222</c:f>
              <c:strCache>
                <c:ptCount val="221"/>
                <c:pt idx="0">
                  <c:v>380(nm)</c:v>
                </c:pt>
                <c:pt idx="1">
                  <c:v>381(nm)</c:v>
                </c:pt>
                <c:pt idx="2">
                  <c:v>382(nm)</c:v>
                </c:pt>
                <c:pt idx="3">
                  <c:v>383(nm)</c:v>
                </c:pt>
                <c:pt idx="4">
                  <c:v>384(nm)</c:v>
                </c:pt>
                <c:pt idx="5">
                  <c:v>385(nm)</c:v>
                </c:pt>
                <c:pt idx="6">
                  <c:v>386(nm)</c:v>
                </c:pt>
                <c:pt idx="7">
                  <c:v>387(nm)</c:v>
                </c:pt>
                <c:pt idx="8">
                  <c:v>388(nm)</c:v>
                </c:pt>
                <c:pt idx="9">
                  <c:v>389(nm)</c:v>
                </c:pt>
                <c:pt idx="10">
                  <c:v>390(nm)</c:v>
                </c:pt>
                <c:pt idx="11">
                  <c:v>391(nm)</c:v>
                </c:pt>
                <c:pt idx="12">
                  <c:v>392(nm)</c:v>
                </c:pt>
                <c:pt idx="13">
                  <c:v>393(nm)</c:v>
                </c:pt>
                <c:pt idx="14">
                  <c:v>394(nm)</c:v>
                </c:pt>
                <c:pt idx="15">
                  <c:v>395(nm)</c:v>
                </c:pt>
                <c:pt idx="16">
                  <c:v>396(nm)</c:v>
                </c:pt>
                <c:pt idx="17">
                  <c:v>397(nm)</c:v>
                </c:pt>
                <c:pt idx="18">
                  <c:v>398(nm)</c:v>
                </c:pt>
                <c:pt idx="19">
                  <c:v>399(nm)</c:v>
                </c:pt>
                <c:pt idx="20">
                  <c:v>400(nm)</c:v>
                </c:pt>
                <c:pt idx="21">
                  <c:v>401(nm)</c:v>
                </c:pt>
                <c:pt idx="22">
                  <c:v>402(nm)</c:v>
                </c:pt>
                <c:pt idx="23">
                  <c:v>403(nm)</c:v>
                </c:pt>
                <c:pt idx="24">
                  <c:v>404(nm)</c:v>
                </c:pt>
                <c:pt idx="25">
                  <c:v>405(nm)</c:v>
                </c:pt>
                <c:pt idx="26">
                  <c:v>406(nm)</c:v>
                </c:pt>
                <c:pt idx="27">
                  <c:v>407(nm)</c:v>
                </c:pt>
                <c:pt idx="28">
                  <c:v>408(nm)</c:v>
                </c:pt>
                <c:pt idx="29">
                  <c:v>409(nm)</c:v>
                </c:pt>
                <c:pt idx="30">
                  <c:v>410(nm)</c:v>
                </c:pt>
                <c:pt idx="31">
                  <c:v>411(nm)</c:v>
                </c:pt>
                <c:pt idx="32">
                  <c:v>412(nm)</c:v>
                </c:pt>
                <c:pt idx="33">
                  <c:v>413(nm)</c:v>
                </c:pt>
                <c:pt idx="34">
                  <c:v>414(nm)</c:v>
                </c:pt>
                <c:pt idx="35">
                  <c:v>415(nm)</c:v>
                </c:pt>
                <c:pt idx="36">
                  <c:v>416(nm)</c:v>
                </c:pt>
                <c:pt idx="37">
                  <c:v>417(nm)</c:v>
                </c:pt>
                <c:pt idx="38">
                  <c:v>418(nm)</c:v>
                </c:pt>
                <c:pt idx="39">
                  <c:v>419(nm)</c:v>
                </c:pt>
                <c:pt idx="40">
                  <c:v>420(nm)</c:v>
                </c:pt>
                <c:pt idx="41">
                  <c:v>421(nm)</c:v>
                </c:pt>
                <c:pt idx="42">
                  <c:v>422(nm)</c:v>
                </c:pt>
                <c:pt idx="43">
                  <c:v>423(nm)</c:v>
                </c:pt>
                <c:pt idx="44">
                  <c:v>424(nm)</c:v>
                </c:pt>
                <c:pt idx="45">
                  <c:v>425(nm)</c:v>
                </c:pt>
                <c:pt idx="46">
                  <c:v>426(nm)</c:v>
                </c:pt>
                <c:pt idx="47">
                  <c:v>427(nm)</c:v>
                </c:pt>
                <c:pt idx="48">
                  <c:v>428(nm)</c:v>
                </c:pt>
                <c:pt idx="49">
                  <c:v>429(nm)</c:v>
                </c:pt>
                <c:pt idx="50">
                  <c:v>430(nm)</c:v>
                </c:pt>
                <c:pt idx="51">
                  <c:v>431(nm)</c:v>
                </c:pt>
                <c:pt idx="52">
                  <c:v>432(nm)</c:v>
                </c:pt>
                <c:pt idx="53">
                  <c:v>433(nm)</c:v>
                </c:pt>
                <c:pt idx="54">
                  <c:v>434(nm)</c:v>
                </c:pt>
                <c:pt idx="55">
                  <c:v>435(nm)</c:v>
                </c:pt>
                <c:pt idx="56">
                  <c:v>436(nm)</c:v>
                </c:pt>
                <c:pt idx="57">
                  <c:v>437(nm)</c:v>
                </c:pt>
                <c:pt idx="58">
                  <c:v>438(nm)</c:v>
                </c:pt>
                <c:pt idx="59">
                  <c:v>439(nm)</c:v>
                </c:pt>
                <c:pt idx="60">
                  <c:v>440(nm)</c:v>
                </c:pt>
                <c:pt idx="61">
                  <c:v>441(nm)</c:v>
                </c:pt>
                <c:pt idx="62">
                  <c:v>442(nm)</c:v>
                </c:pt>
                <c:pt idx="63">
                  <c:v>443(nm)</c:v>
                </c:pt>
                <c:pt idx="64">
                  <c:v>444(nm)</c:v>
                </c:pt>
                <c:pt idx="65">
                  <c:v>445(nm)</c:v>
                </c:pt>
                <c:pt idx="66">
                  <c:v>446(nm)</c:v>
                </c:pt>
                <c:pt idx="67">
                  <c:v>447(nm)</c:v>
                </c:pt>
                <c:pt idx="68">
                  <c:v>448(nm)</c:v>
                </c:pt>
                <c:pt idx="69">
                  <c:v>449(nm)</c:v>
                </c:pt>
                <c:pt idx="70">
                  <c:v>450(nm)</c:v>
                </c:pt>
                <c:pt idx="71">
                  <c:v>451(nm)</c:v>
                </c:pt>
                <c:pt idx="72">
                  <c:v>452(nm)</c:v>
                </c:pt>
                <c:pt idx="73">
                  <c:v>453(nm)</c:v>
                </c:pt>
                <c:pt idx="74">
                  <c:v>454(nm)</c:v>
                </c:pt>
                <c:pt idx="75">
                  <c:v>455(nm)</c:v>
                </c:pt>
                <c:pt idx="76">
                  <c:v>456(nm)</c:v>
                </c:pt>
                <c:pt idx="77">
                  <c:v>457(nm)</c:v>
                </c:pt>
                <c:pt idx="78">
                  <c:v>458(nm)</c:v>
                </c:pt>
                <c:pt idx="79">
                  <c:v>459(nm)</c:v>
                </c:pt>
                <c:pt idx="80">
                  <c:v>460(nm)</c:v>
                </c:pt>
                <c:pt idx="81">
                  <c:v>461(nm)</c:v>
                </c:pt>
                <c:pt idx="82">
                  <c:v>462(nm)</c:v>
                </c:pt>
                <c:pt idx="83">
                  <c:v>463(nm)</c:v>
                </c:pt>
                <c:pt idx="84">
                  <c:v>464(nm)</c:v>
                </c:pt>
                <c:pt idx="85">
                  <c:v>465(nm)</c:v>
                </c:pt>
                <c:pt idx="86">
                  <c:v>466(nm)</c:v>
                </c:pt>
                <c:pt idx="87">
                  <c:v>467(nm)</c:v>
                </c:pt>
                <c:pt idx="88">
                  <c:v>468(nm)</c:v>
                </c:pt>
                <c:pt idx="89">
                  <c:v>469(nm)</c:v>
                </c:pt>
                <c:pt idx="90">
                  <c:v>470(nm)</c:v>
                </c:pt>
                <c:pt idx="91">
                  <c:v>471(nm)</c:v>
                </c:pt>
                <c:pt idx="92">
                  <c:v>472(nm)</c:v>
                </c:pt>
                <c:pt idx="93">
                  <c:v>473(nm)</c:v>
                </c:pt>
                <c:pt idx="94">
                  <c:v>474(nm)</c:v>
                </c:pt>
                <c:pt idx="95">
                  <c:v>475(nm)</c:v>
                </c:pt>
                <c:pt idx="96">
                  <c:v>476(nm)</c:v>
                </c:pt>
                <c:pt idx="97">
                  <c:v>477(nm)</c:v>
                </c:pt>
                <c:pt idx="98">
                  <c:v>478(nm)</c:v>
                </c:pt>
                <c:pt idx="99">
                  <c:v>479(nm)</c:v>
                </c:pt>
                <c:pt idx="100">
                  <c:v>480(nm)</c:v>
                </c:pt>
                <c:pt idx="101">
                  <c:v>481(nm)</c:v>
                </c:pt>
                <c:pt idx="102">
                  <c:v>482(nm)</c:v>
                </c:pt>
                <c:pt idx="103">
                  <c:v>483(nm)</c:v>
                </c:pt>
                <c:pt idx="104">
                  <c:v>484(nm)</c:v>
                </c:pt>
                <c:pt idx="105">
                  <c:v>485(nm)</c:v>
                </c:pt>
                <c:pt idx="106">
                  <c:v>486(nm)</c:v>
                </c:pt>
                <c:pt idx="107">
                  <c:v>487(nm)</c:v>
                </c:pt>
                <c:pt idx="108">
                  <c:v>488(nm)</c:v>
                </c:pt>
                <c:pt idx="109">
                  <c:v>489(nm)</c:v>
                </c:pt>
                <c:pt idx="110">
                  <c:v>490(nm)</c:v>
                </c:pt>
                <c:pt idx="111">
                  <c:v>491(nm)</c:v>
                </c:pt>
                <c:pt idx="112">
                  <c:v>492(nm)</c:v>
                </c:pt>
                <c:pt idx="113">
                  <c:v>493(nm)</c:v>
                </c:pt>
                <c:pt idx="114">
                  <c:v>494(nm)</c:v>
                </c:pt>
                <c:pt idx="115">
                  <c:v>495(nm)</c:v>
                </c:pt>
                <c:pt idx="116">
                  <c:v>496(nm)</c:v>
                </c:pt>
                <c:pt idx="117">
                  <c:v>497(nm)</c:v>
                </c:pt>
                <c:pt idx="118">
                  <c:v>498(nm)</c:v>
                </c:pt>
                <c:pt idx="119">
                  <c:v>499(nm)</c:v>
                </c:pt>
                <c:pt idx="120">
                  <c:v>500(nm)</c:v>
                </c:pt>
                <c:pt idx="121">
                  <c:v>501(nm)</c:v>
                </c:pt>
                <c:pt idx="122">
                  <c:v>502(nm)</c:v>
                </c:pt>
                <c:pt idx="123">
                  <c:v>503(nm)</c:v>
                </c:pt>
                <c:pt idx="124">
                  <c:v>504(nm)</c:v>
                </c:pt>
                <c:pt idx="125">
                  <c:v>505(nm)</c:v>
                </c:pt>
                <c:pt idx="126">
                  <c:v>506(nm)</c:v>
                </c:pt>
                <c:pt idx="127">
                  <c:v>507(nm)</c:v>
                </c:pt>
                <c:pt idx="128">
                  <c:v>508(nm)</c:v>
                </c:pt>
                <c:pt idx="129">
                  <c:v>509(nm)</c:v>
                </c:pt>
                <c:pt idx="130">
                  <c:v>510(nm)</c:v>
                </c:pt>
                <c:pt idx="131">
                  <c:v>511(nm)</c:v>
                </c:pt>
                <c:pt idx="132">
                  <c:v>512(nm)</c:v>
                </c:pt>
                <c:pt idx="133">
                  <c:v>513(nm)</c:v>
                </c:pt>
                <c:pt idx="134">
                  <c:v>514(nm)</c:v>
                </c:pt>
                <c:pt idx="135">
                  <c:v>515(nm)</c:v>
                </c:pt>
                <c:pt idx="136">
                  <c:v>516(nm)</c:v>
                </c:pt>
                <c:pt idx="137">
                  <c:v>517(nm)</c:v>
                </c:pt>
                <c:pt idx="138">
                  <c:v>518(nm)</c:v>
                </c:pt>
                <c:pt idx="139">
                  <c:v>519(nm)</c:v>
                </c:pt>
                <c:pt idx="140">
                  <c:v>520(nm)</c:v>
                </c:pt>
                <c:pt idx="141">
                  <c:v>521(nm)</c:v>
                </c:pt>
                <c:pt idx="142">
                  <c:v>522(nm)</c:v>
                </c:pt>
                <c:pt idx="143">
                  <c:v>523(nm)</c:v>
                </c:pt>
                <c:pt idx="144">
                  <c:v>524(nm)</c:v>
                </c:pt>
                <c:pt idx="145">
                  <c:v>525(nm)</c:v>
                </c:pt>
                <c:pt idx="146">
                  <c:v>526(nm)</c:v>
                </c:pt>
                <c:pt idx="147">
                  <c:v>527(nm)</c:v>
                </c:pt>
                <c:pt idx="148">
                  <c:v>528(nm)</c:v>
                </c:pt>
                <c:pt idx="149">
                  <c:v>529(nm)</c:v>
                </c:pt>
                <c:pt idx="150">
                  <c:v>530(nm)</c:v>
                </c:pt>
                <c:pt idx="151">
                  <c:v>531(nm)</c:v>
                </c:pt>
                <c:pt idx="152">
                  <c:v>532(nm)</c:v>
                </c:pt>
                <c:pt idx="153">
                  <c:v>533(nm)</c:v>
                </c:pt>
                <c:pt idx="154">
                  <c:v>534(nm)</c:v>
                </c:pt>
                <c:pt idx="155">
                  <c:v>535(nm)</c:v>
                </c:pt>
                <c:pt idx="156">
                  <c:v>536(nm)</c:v>
                </c:pt>
                <c:pt idx="157">
                  <c:v>537(nm)</c:v>
                </c:pt>
                <c:pt idx="158">
                  <c:v>538(nm)</c:v>
                </c:pt>
                <c:pt idx="159">
                  <c:v>539(nm)</c:v>
                </c:pt>
                <c:pt idx="160">
                  <c:v>540(nm)</c:v>
                </c:pt>
                <c:pt idx="161">
                  <c:v>541(nm)</c:v>
                </c:pt>
                <c:pt idx="162">
                  <c:v>542(nm)</c:v>
                </c:pt>
                <c:pt idx="163">
                  <c:v>543(nm)</c:v>
                </c:pt>
                <c:pt idx="164">
                  <c:v>544(nm)</c:v>
                </c:pt>
                <c:pt idx="165">
                  <c:v>545(nm)</c:v>
                </c:pt>
                <c:pt idx="166">
                  <c:v>546(nm)</c:v>
                </c:pt>
                <c:pt idx="167">
                  <c:v>547(nm)</c:v>
                </c:pt>
                <c:pt idx="168">
                  <c:v>548(nm)</c:v>
                </c:pt>
                <c:pt idx="169">
                  <c:v>549(nm)</c:v>
                </c:pt>
                <c:pt idx="170">
                  <c:v>550(nm)</c:v>
                </c:pt>
                <c:pt idx="171">
                  <c:v>551(nm)</c:v>
                </c:pt>
                <c:pt idx="172">
                  <c:v>552(nm)</c:v>
                </c:pt>
                <c:pt idx="173">
                  <c:v>553(nm)</c:v>
                </c:pt>
                <c:pt idx="174">
                  <c:v>554(nm)</c:v>
                </c:pt>
                <c:pt idx="175">
                  <c:v>555(nm)</c:v>
                </c:pt>
                <c:pt idx="176">
                  <c:v>556(nm)</c:v>
                </c:pt>
                <c:pt idx="177">
                  <c:v>557(nm)</c:v>
                </c:pt>
                <c:pt idx="178">
                  <c:v>558(nm)</c:v>
                </c:pt>
                <c:pt idx="179">
                  <c:v>559(nm)</c:v>
                </c:pt>
                <c:pt idx="180">
                  <c:v>560(nm)</c:v>
                </c:pt>
                <c:pt idx="181">
                  <c:v>561(nm)</c:v>
                </c:pt>
                <c:pt idx="182">
                  <c:v>562(nm)</c:v>
                </c:pt>
                <c:pt idx="183">
                  <c:v>563(nm)</c:v>
                </c:pt>
                <c:pt idx="184">
                  <c:v>564(nm)</c:v>
                </c:pt>
                <c:pt idx="185">
                  <c:v>565(nm)</c:v>
                </c:pt>
                <c:pt idx="186">
                  <c:v>566(nm)</c:v>
                </c:pt>
                <c:pt idx="187">
                  <c:v>567(nm)</c:v>
                </c:pt>
                <c:pt idx="188">
                  <c:v>568(nm)</c:v>
                </c:pt>
                <c:pt idx="189">
                  <c:v>569(nm)</c:v>
                </c:pt>
                <c:pt idx="190">
                  <c:v>570(nm)</c:v>
                </c:pt>
                <c:pt idx="191">
                  <c:v>571(nm)</c:v>
                </c:pt>
                <c:pt idx="192">
                  <c:v>572(nm)</c:v>
                </c:pt>
                <c:pt idx="193">
                  <c:v>573(nm)</c:v>
                </c:pt>
                <c:pt idx="194">
                  <c:v>574(nm)</c:v>
                </c:pt>
                <c:pt idx="195">
                  <c:v>575(nm)</c:v>
                </c:pt>
                <c:pt idx="196">
                  <c:v>576(nm)</c:v>
                </c:pt>
                <c:pt idx="197">
                  <c:v>577(nm)</c:v>
                </c:pt>
                <c:pt idx="198">
                  <c:v>578(nm)</c:v>
                </c:pt>
                <c:pt idx="199">
                  <c:v>579(nm)</c:v>
                </c:pt>
                <c:pt idx="200">
                  <c:v>580(nm)</c:v>
                </c:pt>
                <c:pt idx="201">
                  <c:v>581(nm)</c:v>
                </c:pt>
                <c:pt idx="202">
                  <c:v>582(nm)</c:v>
                </c:pt>
                <c:pt idx="203">
                  <c:v>583(nm)</c:v>
                </c:pt>
                <c:pt idx="204">
                  <c:v>584(nm)</c:v>
                </c:pt>
                <c:pt idx="205">
                  <c:v>585(nm)</c:v>
                </c:pt>
                <c:pt idx="206">
                  <c:v>586(nm)</c:v>
                </c:pt>
                <c:pt idx="207">
                  <c:v>587(nm)</c:v>
                </c:pt>
                <c:pt idx="208">
                  <c:v>588(nm)</c:v>
                </c:pt>
                <c:pt idx="209">
                  <c:v>589(nm)</c:v>
                </c:pt>
                <c:pt idx="210">
                  <c:v>590(nm)</c:v>
                </c:pt>
                <c:pt idx="211">
                  <c:v>591(nm)</c:v>
                </c:pt>
                <c:pt idx="212">
                  <c:v>592(nm)</c:v>
                </c:pt>
                <c:pt idx="213">
                  <c:v>593(nm)</c:v>
                </c:pt>
                <c:pt idx="214">
                  <c:v>594(nm)</c:v>
                </c:pt>
                <c:pt idx="215">
                  <c:v>595(nm)</c:v>
                </c:pt>
                <c:pt idx="216">
                  <c:v>596(nm)</c:v>
                </c:pt>
                <c:pt idx="217">
                  <c:v>597(nm)</c:v>
                </c:pt>
                <c:pt idx="218">
                  <c:v>598(nm)</c:v>
                </c:pt>
                <c:pt idx="219">
                  <c:v>599(nm)</c:v>
                </c:pt>
                <c:pt idx="220">
                  <c:v>600(nm)</c:v>
                </c:pt>
              </c:strCache>
            </c:strRef>
          </c:cat>
          <c:val>
            <c:numRef>
              <c:f>'Sheet1 (2)'!$I$2:$I$222</c:f>
              <c:numCache>
                <c:formatCode>0.0000000000_ </c:formatCode>
                <c:ptCount val="221"/>
                <c:pt idx="0">
                  <c:v>3.0304559999999998E-5</c:v>
                </c:pt>
                <c:pt idx="1">
                  <c:v>2.4416910000000001E-5</c:v>
                </c:pt>
                <c:pt idx="2">
                  <c:v>2.5641050000000001E-5</c:v>
                </c:pt>
                <c:pt idx="3">
                  <c:v>2.580024E-5</c:v>
                </c:pt>
                <c:pt idx="4">
                  <c:v>2.2800009999999999E-5</c:v>
                </c:pt>
                <c:pt idx="5">
                  <c:v>1.244057E-5</c:v>
                </c:pt>
                <c:pt idx="6">
                  <c:v>1.8704270000000001E-5</c:v>
                </c:pt>
                <c:pt idx="7">
                  <c:v>1.6524690000000001E-5</c:v>
                </c:pt>
                <c:pt idx="8">
                  <c:v>1.491022E-5</c:v>
                </c:pt>
                <c:pt idx="9">
                  <c:v>1.30475E-5</c:v>
                </c:pt>
                <c:pt idx="10">
                  <c:v>1.3923610000000001E-5</c:v>
                </c:pt>
                <c:pt idx="11">
                  <c:v>1.3983039999999999E-5</c:v>
                </c:pt>
                <c:pt idx="12">
                  <c:v>1.1666139999999999E-5</c:v>
                </c:pt>
                <c:pt idx="13">
                  <c:v>1.3963470000000001E-5</c:v>
                </c:pt>
                <c:pt idx="14">
                  <c:v>1.249023E-5</c:v>
                </c:pt>
                <c:pt idx="15">
                  <c:v>1.1566559999999999E-5</c:v>
                </c:pt>
                <c:pt idx="16">
                  <c:v>1.032543E-5</c:v>
                </c:pt>
                <c:pt idx="17">
                  <c:v>9.4389379999999993E-6</c:v>
                </c:pt>
                <c:pt idx="18">
                  <c:v>8.7827880000000005E-6</c:v>
                </c:pt>
                <c:pt idx="19">
                  <c:v>9.3324039999999999E-6</c:v>
                </c:pt>
                <c:pt idx="20">
                  <c:v>8.4996730000000004E-6</c:v>
                </c:pt>
                <c:pt idx="21">
                  <c:v>8.1421919999999995E-6</c:v>
                </c:pt>
                <c:pt idx="22">
                  <c:v>8.3414669999999994E-6</c:v>
                </c:pt>
                <c:pt idx="23">
                  <c:v>8.2164180000000007E-6</c:v>
                </c:pt>
                <c:pt idx="24">
                  <c:v>7.7952230000000008E-6</c:v>
                </c:pt>
                <c:pt idx="25">
                  <c:v>7.2662610000000002E-6</c:v>
                </c:pt>
                <c:pt idx="26">
                  <c:v>7.1767950000000001E-6</c:v>
                </c:pt>
                <c:pt idx="27">
                  <c:v>8.1621180000000002E-6</c:v>
                </c:pt>
                <c:pt idx="28">
                  <c:v>7.3597029999999999E-6</c:v>
                </c:pt>
                <c:pt idx="29">
                  <c:v>7.1145390000000003E-6</c:v>
                </c:pt>
                <c:pt idx="30">
                  <c:v>6.653143E-6</c:v>
                </c:pt>
                <c:pt idx="31">
                  <c:v>6.8705490000000004E-6</c:v>
                </c:pt>
                <c:pt idx="32">
                  <c:v>6.1106469999999998E-6</c:v>
                </c:pt>
                <c:pt idx="33">
                  <c:v>7.3143189999999999E-6</c:v>
                </c:pt>
                <c:pt idx="34">
                  <c:v>7.3188579999999996E-6</c:v>
                </c:pt>
                <c:pt idx="35">
                  <c:v>7.2350929999999996E-6</c:v>
                </c:pt>
                <c:pt idx="36">
                  <c:v>5.6834870000000002E-6</c:v>
                </c:pt>
                <c:pt idx="37">
                  <c:v>6.5523010000000002E-6</c:v>
                </c:pt>
                <c:pt idx="38">
                  <c:v>7.1381880000000002E-6</c:v>
                </c:pt>
                <c:pt idx="39">
                  <c:v>7.1688949999999997E-6</c:v>
                </c:pt>
                <c:pt idx="40">
                  <c:v>6.0819930000000004E-6</c:v>
                </c:pt>
                <c:pt idx="41">
                  <c:v>7.2138019999999999E-6</c:v>
                </c:pt>
                <c:pt idx="42">
                  <c:v>6.1822069999999998E-6</c:v>
                </c:pt>
                <c:pt idx="43">
                  <c:v>7.595785E-6</c:v>
                </c:pt>
                <c:pt idx="44">
                  <c:v>6.6497659999999998E-6</c:v>
                </c:pt>
                <c:pt idx="45">
                  <c:v>6.4309429999999998E-6</c:v>
                </c:pt>
                <c:pt idx="46">
                  <c:v>6.6383740000000004E-6</c:v>
                </c:pt>
                <c:pt idx="47">
                  <c:v>6.3680120000000002E-6</c:v>
                </c:pt>
                <c:pt idx="48">
                  <c:v>7.5092970000000004E-6</c:v>
                </c:pt>
                <c:pt idx="49">
                  <c:v>6.8053510000000002E-6</c:v>
                </c:pt>
                <c:pt idx="50">
                  <c:v>5.127919E-6</c:v>
                </c:pt>
                <c:pt idx="51">
                  <c:v>5.6106369999999997E-6</c:v>
                </c:pt>
                <c:pt idx="52">
                  <c:v>6.1932369999999998E-6</c:v>
                </c:pt>
                <c:pt idx="53">
                  <c:v>6.4138880000000002E-6</c:v>
                </c:pt>
                <c:pt idx="54">
                  <c:v>6.5470269999999999E-6</c:v>
                </c:pt>
                <c:pt idx="55">
                  <c:v>5.8892549999999999E-6</c:v>
                </c:pt>
                <c:pt idx="56">
                  <c:v>5.7228620000000001E-6</c:v>
                </c:pt>
                <c:pt idx="57">
                  <c:v>7.3253869999999996E-6</c:v>
                </c:pt>
                <c:pt idx="58">
                  <c:v>7.0676979999999996E-6</c:v>
                </c:pt>
                <c:pt idx="59">
                  <c:v>6.2333330000000004E-6</c:v>
                </c:pt>
                <c:pt idx="60">
                  <c:v>7.148612E-6</c:v>
                </c:pt>
                <c:pt idx="61">
                  <c:v>7.5045120000000002E-6</c:v>
                </c:pt>
                <c:pt idx="62">
                  <c:v>6.8457030000000002E-6</c:v>
                </c:pt>
                <c:pt idx="63">
                  <c:v>6.7006099999999997E-6</c:v>
                </c:pt>
                <c:pt idx="64">
                  <c:v>6.0165480000000004E-6</c:v>
                </c:pt>
                <c:pt idx="65">
                  <c:v>6.5492720000000002E-6</c:v>
                </c:pt>
                <c:pt idx="66">
                  <c:v>6.9475059999999997E-6</c:v>
                </c:pt>
                <c:pt idx="67">
                  <c:v>8.2057979999999998E-6</c:v>
                </c:pt>
                <c:pt idx="68">
                  <c:v>8.5259769999999998E-6</c:v>
                </c:pt>
                <c:pt idx="69">
                  <c:v>7.5062259999999997E-6</c:v>
                </c:pt>
                <c:pt idx="70">
                  <c:v>8.0795829999999999E-6</c:v>
                </c:pt>
                <c:pt idx="71">
                  <c:v>9.5602280000000003E-6</c:v>
                </c:pt>
                <c:pt idx="72">
                  <c:v>8.7507820000000001E-6</c:v>
                </c:pt>
                <c:pt idx="73">
                  <c:v>8.9987889999999992E-6</c:v>
                </c:pt>
                <c:pt idx="74">
                  <c:v>9.5522570000000007E-6</c:v>
                </c:pt>
                <c:pt idx="75">
                  <c:v>9.5788200000000002E-6</c:v>
                </c:pt>
                <c:pt idx="76">
                  <c:v>1.022631E-5</c:v>
                </c:pt>
                <c:pt idx="77">
                  <c:v>1.217494E-5</c:v>
                </c:pt>
                <c:pt idx="78">
                  <c:v>1.1999620000000001E-5</c:v>
                </c:pt>
                <c:pt idx="79">
                  <c:v>1.2804599999999999E-5</c:v>
                </c:pt>
                <c:pt idx="80">
                  <c:v>1.358258E-5</c:v>
                </c:pt>
                <c:pt idx="81">
                  <c:v>1.5230060000000001E-5</c:v>
                </c:pt>
                <c:pt idx="82">
                  <c:v>1.659418E-5</c:v>
                </c:pt>
                <c:pt idx="83">
                  <c:v>1.7654019999999999E-5</c:v>
                </c:pt>
                <c:pt idx="84">
                  <c:v>1.9409840000000001E-5</c:v>
                </c:pt>
                <c:pt idx="85">
                  <c:v>2.2170329999999999E-5</c:v>
                </c:pt>
                <c:pt idx="86">
                  <c:v>2.38825E-5</c:v>
                </c:pt>
                <c:pt idx="87">
                  <c:v>2.6227349999999999E-5</c:v>
                </c:pt>
                <c:pt idx="88">
                  <c:v>2.8407159999999999E-5</c:v>
                </c:pt>
                <c:pt idx="89">
                  <c:v>3.23686E-5</c:v>
                </c:pt>
                <c:pt idx="90">
                  <c:v>3.7163840000000001E-5</c:v>
                </c:pt>
                <c:pt idx="91">
                  <c:v>4.0546339999999998E-5</c:v>
                </c:pt>
                <c:pt idx="92">
                  <c:v>4.5882050000000002E-5</c:v>
                </c:pt>
                <c:pt idx="93">
                  <c:v>5.1101540000000001E-5</c:v>
                </c:pt>
                <c:pt idx="94">
                  <c:v>5.8766820000000003E-5</c:v>
                </c:pt>
                <c:pt idx="95">
                  <c:v>6.4273379999999999E-5</c:v>
                </c:pt>
                <c:pt idx="96">
                  <c:v>7.4545579999999999E-5</c:v>
                </c:pt>
                <c:pt idx="97">
                  <c:v>8.4645270000000006E-5</c:v>
                </c:pt>
                <c:pt idx="98">
                  <c:v>9.4880189999999999E-5</c:v>
                </c:pt>
                <c:pt idx="99">
                  <c:v>1.066091E-4</c:v>
                </c:pt>
                <c:pt idx="100">
                  <c:v>1.2246420000000001E-4</c:v>
                </c:pt>
                <c:pt idx="101">
                  <c:v>1.3965390000000001E-4</c:v>
                </c:pt>
                <c:pt idx="102">
                  <c:v>1.582969E-4</c:v>
                </c:pt>
                <c:pt idx="103">
                  <c:v>1.80607E-4</c:v>
                </c:pt>
                <c:pt idx="104">
                  <c:v>2.0345779999999999E-4</c:v>
                </c:pt>
                <c:pt idx="105">
                  <c:v>2.3377120000000001E-4</c:v>
                </c:pt>
                <c:pt idx="106">
                  <c:v>2.6546339999999999E-4</c:v>
                </c:pt>
                <c:pt idx="107">
                  <c:v>3.025263E-4</c:v>
                </c:pt>
                <c:pt idx="108">
                  <c:v>3.4231399999999998E-4</c:v>
                </c:pt>
                <c:pt idx="109">
                  <c:v>3.8957670000000001E-4</c:v>
                </c:pt>
                <c:pt idx="110">
                  <c:v>4.4770729999999998E-4</c:v>
                </c:pt>
                <c:pt idx="111">
                  <c:v>5.0556419999999997E-4</c:v>
                </c:pt>
                <c:pt idx="112">
                  <c:v>5.7441429999999997E-4</c:v>
                </c:pt>
                <c:pt idx="113">
                  <c:v>6.4769510000000003E-4</c:v>
                </c:pt>
                <c:pt idx="114">
                  <c:v>7.3327630000000004E-4</c:v>
                </c:pt>
                <c:pt idx="115">
                  <c:v>8.2243360000000001E-4</c:v>
                </c:pt>
                <c:pt idx="116">
                  <c:v>9.2556609999999999E-4</c:v>
                </c:pt>
                <c:pt idx="117">
                  <c:v>1.036382E-3</c:v>
                </c:pt>
                <c:pt idx="118">
                  <c:v>1.1605910000000001E-3</c:v>
                </c:pt>
                <c:pt idx="119">
                  <c:v>1.2877979999999999E-3</c:v>
                </c:pt>
                <c:pt idx="120">
                  <c:v>1.4234460000000001E-3</c:v>
                </c:pt>
                <c:pt idx="121">
                  <c:v>1.5654519999999999E-3</c:v>
                </c:pt>
                <c:pt idx="122">
                  <c:v>1.719262E-3</c:v>
                </c:pt>
                <c:pt idx="123">
                  <c:v>1.8762690000000001E-3</c:v>
                </c:pt>
                <c:pt idx="124">
                  <c:v>2.0399490000000001E-3</c:v>
                </c:pt>
                <c:pt idx="125">
                  <c:v>2.2035969999999998E-3</c:v>
                </c:pt>
                <c:pt idx="126">
                  <c:v>2.3726630000000001E-3</c:v>
                </c:pt>
                <c:pt idx="127">
                  <c:v>2.540427E-3</c:v>
                </c:pt>
                <c:pt idx="128">
                  <c:v>2.7058680000000002E-3</c:v>
                </c:pt>
                <c:pt idx="129">
                  <c:v>2.8664559999999999E-3</c:v>
                </c:pt>
                <c:pt idx="130">
                  <c:v>3.0083380000000002E-3</c:v>
                </c:pt>
                <c:pt idx="131">
                  <c:v>3.1470159999999999E-3</c:v>
                </c:pt>
                <c:pt idx="132">
                  <c:v>3.2752319999999999E-3</c:v>
                </c:pt>
                <c:pt idx="133">
                  <c:v>3.3844209999999999E-3</c:v>
                </c:pt>
                <c:pt idx="134">
                  <c:v>3.486393E-3</c:v>
                </c:pt>
                <c:pt idx="135">
                  <c:v>3.5707690000000001E-3</c:v>
                </c:pt>
                <c:pt idx="136">
                  <c:v>3.6529940000000001E-3</c:v>
                </c:pt>
                <c:pt idx="137">
                  <c:v>3.7073760000000001E-3</c:v>
                </c:pt>
                <c:pt idx="138">
                  <c:v>3.7379280000000002E-3</c:v>
                </c:pt>
                <c:pt idx="139">
                  <c:v>3.7568670000000001E-3</c:v>
                </c:pt>
                <c:pt idx="140">
                  <c:v>3.7415700000000001E-3</c:v>
                </c:pt>
                <c:pt idx="141">
                  <c:v>3.7107500000000001E-3</c:v>
                </c:pt>
                <c:pt idx="142">
                  <c:v>3.6716890000000001E-3</c:v>
                </c:pt>
                <c:pt idx="143">
                  <c:v>3.6088779999999998E-3</c:v>
                </c:pt>
                <c:pt idx="144">
                  <c:v>3.5474740000000001E-3</c:v>
                </c:pt>
                <c:pt idx="145">
                  <c:v>3.456476E-3</c:v>
                </c:pt>
                <c:pt idx="146">
                  <c:v>3.3623920000000001E-3</c:v>
                </c:pt>
                <c:pt idx="147">
                  <c:v>3.2560900000000001E-3</c:v>
                </c:pt>
                <c:pt idx="148">
                  <c:v>3.1333799999999998E-3</c:v>
                </c:pt>
                <c:pt idx="149">
                  <c:v>3.0198870000000002E-3</c:v>
                </c:pt>
                <c:pt idx="150">
                  <c:v>2.8817309999999998E-3</c:v>
                </c:pt>
                <c:pt idx="151">
                  <c:v>2.7462860000000001E-3</c:v>
                </c:pt>
                <c:pt idx="152">
                  <c:v>2.6144639999999999E-3</c:v>
                </c:pt>
                <c:pt idx="153">
                  <c:v>2.4908439999999999E-3</c:v>
                </c:pt>
                <c:pt idx="154">
                  <c:v>2.3598209999999998E-3</c:v>
                </c:pt>
                <c:pt idx="155">
                  <c:v>2.2388080000000001E-3</c:v>
                </c:pt>
                <c:pt idx="156">
                  <c:v>2.110439E-3</c:v>
                </c:pt>
                <c:pt idx="157">
                  <c:v>1.9927669999999999E-3</c:v>
                </c:pt>
                <c:pt idx="158">
                  <c:v>1.869686E-3</c:v>
                </c:pt>
                <c:pt idx="159">
                  <c:v>1.75931E-3</c:v>
                </c:pt>
                <c:pt idx="160">
                  <c:v>1.6632089999999999E-3</c:v>
                </c:pt>
                <c:pt idx="161">
                  <c:v>1.562543E-3</c:v>
                </c:pt>
                <c:pt idx="162">
                  <c:v>1.4756439999999999E-3</c:v>
                </c:pt>
                <c:pt idx="163">
                  <c:v>1.390662E-3</c:v>
                </c:pt>
                <c:pt idx="164">
                  <c:v>1.3141229999999999E-3</c:v>
                </c:pt>
                <c:pt idx="165">
                  <c:v>1.238854E-3</c:v>
                </c:pt>
                <c:pt idx="166">
                  <c:v>1.171257E-3</c:v>
                </c:pt>
                <c:pt idx="167">
                  <c:v>1.101243E-3</c:v>
                </c:pt>
                <c:pt idx="168">
                  <c:v>1.03495E-3</c:v>
                </c:pt>
                <c:pt idx="169">
                  <c:v>9.7279599999999995E-4</c:v>
                </c:pt>
                <c:pt idx="170">
                  <c:v>9.1595459999999995E-4</c:v>
                </c:pt>
                <c:pt idx="171">
                  <c:v>8.5602819999999996E-4</c:v>
                </c:pt>
                <c:pt idx="172">
                  <c:v>8.0600059999999996E-4</c:v>
                </c:pt>
                <c:pt idx="173">
                  <c:v>7.6017900000000004E-4</c:v>
                </c:pt>
                <c:pt idx="174">
                  <c:v>7.1108179999999997E-4</c:v>
                </c:pt>
                <c:pt idx="175">
                  <c:v>6.618107E-4</c:v>
                </c:pt>
                <c:pt idx="176">
                  <c:v>6.2192560000000005E-4</c:v>
                </c:pt>
                <c:pt idx="177">
                  <c:v>5.836859E-4</c:v>
                </c:pt>
                <c:pt idx="178">
                  <c:v>5.4675709999999996E-4</c:v>
                </c:pt>
                <c:pt idx="179">
                  <c:v>5.1297620000000002E-4</c:v>
                </c:pt>
                <c:pt idx="180">
                  <c:v>4.7984459999999998E-4</c:v>
                </c:pt>
                <c:pt idx="181">
                  <c:v>4.5000010000000002E-4</c:v>
                </c:pt>
                <c:pt idx="182">
                  <c:v>4.2757500000000003E-4</c:v>
                </c:pt>
                <c:pt idx="183">
                  <c:v>3.9934399999999999E-4</c:v>
                </c:pt>
                <c:pt idx="184">
                  <c:v>3.767822E-4</c:v>
                </c:pt>
                <c:pt idx="185">
                  <c:v>3.5389520000000003E-4</c:v>
                </c:pt>
                <c:pt idx="186">
                  <c:v>3.3205559999999998E-4</c:v>
                </c:pt>
                <c:pt idx="187">
                  <c:v>3.1316980000000003E-4</c:v>
                </c:pt>
                <c:pt idx="188">
                  <c:v>2.9715189999999998E-4</c:v>
                </c:pt>
                <c:pt idx="189">
                  <c:v>2.79857E-4</c:v>
                </c:pt>
                <c:pt idx="190">
                  <c:v>2.6428360000000002E-4</c:v>
                </c:pt>
                <c:pt idx="191">
                  <c:v>2.507292E-4</c:v>
                </c:pt>
                <c:pt idx="192">
                  <c:v>2.386148E-4</c:v>
                </c:pt>
                <c:pt idx="193">
                  <c:v>2.2762650000000001E-4</c:v>
                </c:pt>
                <c:pt idx="194">
                  <c:v>2.093884E-4</c:v>
                </c:pt>
                <c:pt idx="195">
                  <c:v>2.0058949999999999E-4</c:v>
                </c:pt>
                <c:pt idx="196">
                  <c:v>1.895868E-4</c:v>
                </c:pt>
                <c:pt idx="197">
                  <c:v>1.791017E-4</c:v>
                </c:pt>
                <c:pt idx="198">
                  <c:v>1.6936570000000001E-4</c:v>
                </c:pt>
                <c:pt idx="199">
                  <c:v>1.587998E-4</c:v>
                </c:pt>
                <c:pt idx="200">
                  <c:v>1.514768E-4</c:v>
                </c:pt>
                <c:pt idx="201">
                  <c:v>1.424664E-4</c:v>
                </c:pt>
                <c:pt idx="202">
                  <c:v>1.3550150000000001E-4</c:v>
                </c:pt>
                <c:pt idx="203">
                  <c:v>1.3024219999999999E-4</c:v>
                </c:pt>
                <c:pt idx="204">
                  <c:v>1.2612349999999999E-4</c:v>
                </c:pt>
                <c:pt idx="205">
                  <c:v>1.194373E-4</c:v>
                </c:pt>
                <c:pt idx="206">
                  <c:v>1.132288E-4</c:v>
                </c:pt>
                <c:pt idx="207">
                  <c:v>1.090218E-4</c:v>
                </c:pt>
                <c:pt idx="208">
                  <c:v>1.028494E-4</c:v>
                </c:pt>
                <c:pt idx="209">
                  <c:v>9.6892669999999999E-5</c:v>
                </c:pt>
                <c:pt idx="210">
                  <c:v>9.5222839999999995E-5</c:v>
                </c:pt>
                <c:pt idx="211">
                  <c:v>9.1968240000000001E-5</c:v>
                </c:pt>
                <c:pt idx="212">
                  <c:v>8.8776299999999999E-5</c:v>
                </c:pt>
                <c:pt idx="213">
                  <c:v>8.476201E-5</c:v>
                </c:pt>
                <c:pt idx="214">
                  <c:v>8.4441040000000003E-5</c:v>
                </c:pt>
                <c:pt idx="215">
                  <c:v>8.16042E-5</c:v>
                </c:pt>
                <c:pt idx="216">
                  <c:v>7.7977780000000003E-5</c:v>
                </c:pt>
                <c:pt idx="217">
                  <c:v>7.6518610000000004E-5</c:v>
                </c:pt>
                <c:pt idx="218">
                  <c:v>7.2699760000000002E-5</c:v>
                </c:pt>
                <c:pt idx="219">
                  <c:v>7.1903170000000004E-5</c:v>
                </c:pt>
                <c:pt idx="220">
                  <c:v>6.9214449999999996E-5</c:v>
                </c:pt>
              </c:numCache>
            </c:numRef>
          </c:val>
          <c:smooth val="0"/>
          <c:extLst>
            <c:ext xmlns:c16="http://schemas.microsoft.com/office/drawing/2014/chart" uri="{C3380CC4-5D6E-409C-BE32-E72D297353CC}">
              <c16:uniqueId val="{00000003-5842-42A7-AF50-5AB2847066EC}"/>
            </c:ext>
          </c:extLst>
        </c:ser>
        <c:dLbls>
          <c:showLegendKey val="0"/>
          <c:showVal val="0"/>
          <c:showCatName val="0"/>
          <c:showSerName val="0"/>
          <c:showPercent val="0"/>
          <c:showBubbleSize val="0"/>
        </c:dLbls>
        <c:smooth val="0"/>
        <c:axId val="1765102240"/>
        <c:axId val="1812289232"/>
      </c:lineChart>
      <c:catAx>
        <c:axId val="17651022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812289232"/>
        <c:crosses val="autoZero"/>
        <c:auto val="1"/>
        <c:lblAlgn val="ctr"/>
        <c:lblOffset val="100"/>
        <c:tickMarkSkip val="1"/>
        <c:noMultiLvlLbl val="0"/>
      </c:catAx>
      <c:valAx>
        <c:axId val="1812289232"/>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kumimoji="1" lang="ja-JP" altLang="en-US" sz="900" dirty="0"/>
                  <a:t>分光放射輝度</a:t>
                </a:r>
                <a:endParaRPr kumimoji="1" lang="en-US" altLang="ja-JP" sz="900" dirty="0"/>
              </a:p>
              <a:p>
                <a:pPr>
                  <a:defRPr/>
                </a:pPr>
                <a:r>
                  <a:rPr kumimoji="1" lang="ja-JP" altLang="en" sz="900" dirty="0"/>
                  <a:t>（</a:t>
                </a:r>
                <a:r>
                  <a:rPr kumimoji="1" lang="en" altLang="ja-JP" sz="900" dirty="0"/>
                  <a:t>W</a:t>
                </a:r>
                <a:r>
                  <a:rPr kumimoji="1" lang="ja-JP" altLang="en" sz="900" dirty="0"/>
                  <a:t>・</a:t>
                </a:r>
                <a:r>
                  <a:rPr kumimoji="1" lang="en" altLang="ja-JP" sz="900" dirty="0"/>
                  <a:t>sr⁻¹</a:t>
                </a:r>
                <a:r>
                  <a:rPr kumimoji="1" lang="ja-JP" altLang="en" sz="900" dirty="0"/>
                  <a:t>・ｍ⁻</a:t>
                </a:r>
                <a:r>
                  <a:rPr kumimoji="1" lang="en" altLang="ja-JP" sz="900" dirty="0"/>
                  <a:t>²</a:t>
                </a:r>
                <a:r>
                  <a:rPr kumimoji="1" lang="ja-JP" altLang="en" sz="900" dirty="0"/>
                  <a:t>・</a:t>
                </a:r>
                <a:r>
                  <a:rPr kumimoji="1" lang="en" altLang="ja-JP" sz="900" dirty="0"/>
                  <a:t>nm⁻¹</a:t>
                </a:r>
                <a:r>
                  <a:rPr kumimoji="1" lang="ja-JP" altLang="en" sz="900" dirty="0"/>
                  <a:t>）</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ltLang="ja-JP"/>
            </a:p>
          </c:txPr>
        </c:title>
        <c:numFmt formatCode="0.000_ "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7651022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ja-JP" altLang="en-US" dirty="0"/>
              <a:t>分光波長　中波長光拡大図</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ja-JP"/>
        </a:p>
      </c:txPr>
    </c:title>
    <c:autoTitleDeleted val="0"/>
    <c:plotArea>
      <c:layout/>
      <c:lineChart>
        <c:grouping val="standard"/>
        <c:varyColors val="0"/>
        <c:ser>
          <c:idx val="0"/>
          <c:order val="0"/>
          <c:tx>
            <c:strRef>
              <c:f>'Sheet1 (2)'!$G$1</c:f>
              <c:strCache>
                <c:ptCount val="1"/>
                <c:pt idx="0">
                  <c:v>G18.0</c:v>
                </c:pt>
              </c:strCache>
            </c:strRef>
          </c:tx>
          <c:spPr>
            <a:ln w="28575" cap="rnd">
              <a:solidFill>
                <a:schemeClr val="accent3"/>
              </a:solidFill>
              <a:round/>
            </a:ln>
            <a:effectLst/>
          </c:spPr>
          <c:marker>
            <c:symbol val="none"/>
          </c:marker>
          <c:val>
            <c:numRef>
              <c:f>'Sheet1 (2)'!$G$2:$G$402</c:f>
              <c:numCache>
                <c:formatCode>0.0000000000_ </c:formatCode>
                <c:ptCount val="401"/>
                <c:pt idx="0">
                  <c:v>7.0222359999999996E-6</c:v>
                </c:pt>
                <c:pt idx="1">
                  <c:v>6.9489240000000003E-6</c:v>
                </c:pt>
                <c:pt idx="2">
                  <c:v>5.3695050000000004E-6</c:v>
                </c:pt>
                <c:pt idx="3">
                  <c:v>6.3213269999999996E-6</c:v>
                </c:pt>
                <c:pt idx="4">
                  <c:v>3.370411E-6</c:v>
                </c:pt>
                <c:pt idx="5">
                  <c:v>5.5152969999999997E-6</c:v>
                </c:pt>
                <c:pt idx="6">
                  <c:v>4.5338700000000004E-6</c:v>
                </c:pt>
                <c:pt idx="7">
                  <c:v>5.4494099999999997E-6</c:v>
                </c:pt>
                <c:pt idx="8">
                  <c:v>3.6380320000000002E-6</c:v>
                </c:pt>
                <c:pt idx="9">
                  <c:v>2.515143E-6</c:v>
                </c:pt>
                <c:pt idx="10">
                  <c:v>2.7127229999999999E-6</c:v>
                </c:pt>
                <c:pt idx="11">
                  <c:v>1.9356659999999999E-6</c:v>
                </c:pt>
                <c:pt idx="12">
                  <c:v>1.530629E-6</c:v>
                </c:pt>
                <c:pt idx="13">
                  <c:v>3.2735500000000002E-6</c:v>
                </c:pt>
                <c:pt idx="14">
                  <c:v>1.3694519999999999E-6</c:v>
                </c:pt>
                <c:pt idx="15">
                  <c:v>2.2130619999999998E-6</c:v>
                </c:pt>
                <c:pt idx="16">
                  <c:v>2.76355E-6</c:v>
                </c:pt>
                <c:pt idx="17">
                  <c:v>2.4783629999999999E-6</c:v>
                </c:pt>
                <c:pt idx="18">
                  <c:v>3.549645E-6</c:v>
                </c:pt>
                <c:pt idx="19">
                  <c:v>1.758326E-6</c:v>
                </c:pt>
                <c:pt idx="20">
                  <c:v>6.7552779999999998E-7</c:v>
                </c:pt>
                <c:pt idx="21">
                  <c:v>1.087025E-6</c:v>
                </c:pt>
                <c:pt idx="22">
                  <c:v>1.5468829999999999E-6</c:v>
                </c:pt>
                <c:pt idx="23">
                  <c:v>9.7496510000000001E-7</c:v>
                </c:pt>
                <c:pt idx="24">
                  <c:v>1.9520760000000001E-6</c:v>
                </c:pt>
                <c:pt idx="25">
                  <c:v>1.2231110000000001E-6</c:v>
                </c:pt>
                <c:pt idx="26">
                  <c:v>1.882808E-6</c:v>
                </c:pt>
                <c:pt idx="27">
                  <c:v>2.1025479999999998E-6</c:v>
                </c:pt>
                <c:pt idx="28">
                  <c:v>2.7249509999999999E-6</c:v>
                </c:pt>
                <c:pt idx="29">
                  <c:v>1.673381E-6</c:v>
                </c:pt>
                <c:pt idx="30">
                  <c:v>1.612928E-6</c:v>
                </c:pt>
                <c:pt idx="31">
                  <c:v>2.1890009999999999E-6</c:v>
                </c:pt>
                <c:pt idx="32">
                  <c:v>1.9480959999999999E-6</c:v>
                </c:pt>
                <c:pt idx="33">
                  <c:v>2.1249120000000001E-6</c:v>
                </c:pt>
                <c:pt idx="34">
                  <c:v>1.6502460000000001E-6</c:v>
                </c:pt>
                <c:pt idx="35">
                  <c:v>1.868301E-6</c:v>
                </c:pt>
                <c:pt idx="36">
                  <c:v>1.6329770000000001E-6</c:v>
                </c:pt>
                <c:pt idx="37">
                  <c:v>2.3701450000000002E-6</c:v>
                </c:pt>
                <c:pt idx="38">
                  <c:v>1.9908480000000001E-6</c:v>
                </c:pt>
                <c:pt idx="39">
                  <c:v>1.8931309999999999E-6</c:v>
                </c:pt>
                <c:pt idx="40">
                  <c:v>2.3493830000000001E-6</c:v>
                </c:pt>
                <c:pt idx="41">
                  <c:v>2.0014259999999999E-6</c:v>
                </c:pt>
                <c:pt idx="42">
                  <c:v>2.6506859999999999E-6</c:v>
                </c:pt>
                <c:pt idx="43">
                  <c:v>2.4005379999999999E-6</c:v>
                </c:pt>
                <c:pt idx="44">
                  <c:v>1.4669099999999999E-6</c:v>
                </c:pt>
                <c:pt idx="45">
                  <c:v>1.643991E-6</c:v>
                </c:pt>
                <c:pt idx="46">
                  <c:v>1.8084989999999999E-6</c:v>
                </c:pt>
                <c:pt idx="47">
                  <c:v>3.159523E-6</c:v>
                </c:pt>
                <c:pt idx="48">
                  <c:v>2.364056E-6</c:v>
                </c:pt>
                <c:pt idx="49">
                  <c:v>2.5067449999999998E-6</c:v>
                </c:pt>
                <c:pt idx="50">
                  <c:v>2.3918180000000002E-6</c:v>
                </c:pt>
                <c:pt idx="51">
                  <c:v>2.5220339999999998E-6</c:v>
                </c:pt>
                <c:pt idx="52">
                  <c:v>3.0477920000000001E-6</c:v>
                </c:pt>
                <c:pt idx="53">
                  <c:v>2.829096E-6</c:v>
                </c:pt>
                <c:pt idx="54">
                  <c:v>2.5023390000000002E-6</c:v>
                </c:pt>
                <c:pt idx="55">
                  <c:v>3.2469600000000002E-6</c:v>
                </c:pt>
                <c:pt idx="56">
                  <c:v>3.2179909999999999E-6</c:v>
                </c:pt>
                <c:pt idx="57">
                  <c:v>2.749165E-6</c:v>
                </c:pt>
                <c:pt idx="58">
                  <c:v>3.096341E-6</c:v>
                </c:pt>
                <c:pt idx="59">
                  <c:v>3.6382760000000001E-6</c:v>
                </c:pt>
                <c:pt idx="60">
                  <c:v>3.0253999999999999E-6</c:v>
                </c:pt>
                <c:pt idx="61">
                  <c:v>3.7397049999999999E-6</c:v>
                </c:pt>
                <c:pt idx="62">
                  <c:v>3.8092030000000002E-6</c:v>
                </c:pt>
                <c:pt idx="63">
                  <c:v>3.3845259999999998E-6</c:v>
                </c:pt>
                <c:pt idx="64">
                  <c:v>3.069532E-6</c:v>
                </c:pt>
                <c:pt idx="65">
                  <c:v>3.155894E-6</c:v>
                </c:pt>
                <c:pt idx="66">
                  <c:v>3.6140110000000001E-6</c:v>
                </c:pt>
                <c:pt idx="67">
                  <c:v>4.2902939999999997E-6</c:v>
                </c:pt>
                <c:pt idx="68">
                  <c:v>3.35081E-6</c:v>
                </c:pt>
                <c:pt idx="69">
                  <c:v>3.4729100000000001E-6</c:v>
                </c:pt>
                <c:pt idx="70">
                  <c:v>4.1743720000000003E-6</c:v>
                </c:pt>
                <c:pt idx="71">
                  <c:v>3.8718769999999997E-6</c:v>
                </c:pt>
                <c:pt idx="72">
                  <c:v>4.3718149999999996E-6</c:v>
                </c:pt>
                <c:pt idx="73">
                  <c:v>4.3614859999999997E-6</c:v>
                </c:pt>
                <c:pt idx="74">
                  <c:v>4.3989969999999999E-6</c:v>
                </c:pt>
                <c:pt idx="75">
                  <c:v>5.1493559999999998E-6</c:v>
                </c:pt>
                <c:pt idx="76">
                  <c:v>4.3442540000000001E-6</c:v>
                </c:pt>
                <c:pt idx="77">
                  <c:v>5.9383109999999996E-6</c:v>
                </c:pt>
                <c:pt idx="78">
                  <c:v>5.9336609999999996E-6</c:v>
                </c:pt>
                <c:pt idx="79">
                  <c:v>5.1507620000000001E-6</c:v>
                </c:pt>
                <c:pt idx="80">
                  <c:v>4.8856780000000003E-6</c:v>
                </c:pt>
                <c:pt idx="81">
                  <c:v>5.633548E-6</c:v>
                </c:pt>
                <c:pt idx="82">
                  <c:v>6.467778E-6</c:v>
                </c:pt>
                <c:pt idx="83">
                  <c:v>6.1595899999999996E-6</c:v>
                </c:pt>
                <c:pt idx="84">
                  <c:v>6.4941920000000002E-6</c:v>
                </c:pt>
                <c:pt idx="85">
                  <c:v>6.5180519999999998E-6</c:v>
                </c:pt>
                <c:pt idx="86">
                  <c:v>6.9094019999999999E-6</c:v>
                </c:pt>
                <c:pt idx="87">
                  <c:v>7.8678499999999996E-6</c:v>
                </c:pt>
                <c:pt idx="88">
                  <c:v>8.3177550000000005E-6</c:v>
                </c:pt>
                <c:pt idx="89">
                  <c:v>9.8568270000000008E-6</c:v>
                </c:pt>
                <c:pt idx="90">
                  <c:v>9.8890690000000001E-6</c:v>
                </c:pt>
                <c:pt idx="91">
                  <c:v>9.6754679999999999E-6</c:v>
                </c:pt>
                <c:pt idx="92">
                  <c:v>1.100644E-5</c:v>
                </c:pt>
                <c:pt idx="93">
                  <c:v>1.205996E-5</c:v>
                </c:pt>
                <c:pt idx="94">
                  <c:v>1.403233E-5</c:v>
                </c:pt>
                <c:pt idx="95">
                  <c:v>1.445198E-5</c:v>
                </c:pt>
                <c:pt idx="96">
                  <c:v>1.483269E-5</c:v>
                </c:pt>
                <c:pt idx="97">
                  <c:v>1.7151969999999999E-5</c:v>
                </c:pt>
                <c:pt idx="98">
                  <c:v>1.8888210000000001E-5</c:v>
                </c:pt>
                <c:pt idx="99">
                  <c:v>2.0618449999999999E-5</c:v>
                </c:pt>
                <c:pt idx="100">
                  <c:v>2.3726030000000002E-5</c:v>
                </c:pt>
                <c:pt idx="101">
                  <c:v>2.6269320000000001E-5</c:v>
                </c:pt>
                <c:pt idx="102">
                  <c:v>2.944102E-5</c:v>
                </c:pt>
                <c:pt idx="103">
                  <c:v>3.2340420000000001E-5</c:v>
                </c:pt>
                <c:pt idx="104">
                  <c:v>3.6654299999999999E-5</c:v>
                </c:pt>
                <c:pt idx="105">
                  <c:v>4.0704989999999997E-5</c:v>
                </c:pt>
                <c:pt idx="106">
                  <c:v>4.6245429999999998E-5</c:v>
                </c:pt>
                <c:pt idx="107">
                  <c:v>5.087612E-5</c:v>
                </c:pt>
                <c:pt idx="108">
                  <c:v>5.7404380000000001E-5</c:v>
                </c:pt>
                <c:pt idx="109">
                  <c:v>6.5638660000000003E-5</c:v>
                </c:pt>
                <c:pt idx="110">
                  <c:v>7.3792810000000003E-5</c:v>
                </c:pt>
                <c:pt idx="111">
                  <c:v>8.3791690000000005E-5</c:v>
                </c:pt>
                <c:pt idx="112">
                  <c:v>9.4435810000000002E-5</c:v>
                </c:pt>
                <c:pt idx="113">
                  <c:v>1.06597E-4</c:v>
                </c:pt>
                <c:pt idx="114">
                  <c:v>1.192829E-4</c:v>
                </c:pt>
                <c:pt idx="115">
                  <c:v>1.346769E-4</c:v>
                </c:pt>
                <c:pt idx="116">
                  <c:v>1.526171E-4</c:v>
                </c:pt>
                <c:pt idx="117">
                  <c:v>1.701501E-4</c:v>
                </c:pt>
                <c:pt idx="118">
                  <c:v>1.8986949999999999E-4</c:v>
                </c:pt>
                <c:pt idx="119">
                  <c:v>2.1105289999999999E-4</c:v>
                </c:pt>
                <c:pt idx="120">
                  <c:v>2.3562379999999999E-4</c:v>
                </c:pt>
                <c:pt idx="121">
                  <c:v>2.6101329999999998E-4</c:v>
                </c:pt>
                <c:pt idx="122">
                  <c:v>2.8786149999999999E-4</c:v>
                </c:pt>
                <c:pt idx="123">
                  <c:v>3.173815E-4</c:v>
                </c:pt>
                <c:pt idx="124">
                  <c:v>3.46726E-4</c:v>
                </c:pt>
                <c:pt idx="125">
                  <c:v>3.7914099999999999E-4</c:v>
                </c:pt>
                <c:pt idx="126">
                  <c:v>4.1317490000000002E-4</c:v>
                </c:pt>
                <c:pt idx="127">
                  <c:v>4.4790420000000001E-4</c:v>
                </c:pt>
                <c:pt idx="128">
                  <c:v>4.7981610000000002E-4</c:v>
                </c:pt>
                <c:pt idx="129">
                  <c:v>5.1708289999999996E-4</c:v>
                </c:pt>
                <c:pt idx="130">
                  <c:v>5.4911469999999998E-4</c:v>
                </c:pt>
                <c:pt idx="131">
                  <c:v>5.799787E-4</c:v>
                </c:pt>
                <c:pt idx="132">
                  <c:v>6.1183899999999998E-4</c:v>
                </c:pt>
                <c:pt idx="133">
                  <c:v>6.4561100000000004E-4</c:v>
                </c:pt>
                <c:pt idx="134">
                  <c:v>6.7131329999999998E-4</c:v>
                </c:pt>
                <c:pt idx="135">
                  <c:v>7.0168360000000003E-4</c:v>
                </c:pt>
                <c:pt idx="136">
                  <c:v>7.2368550000000002E-4</c:v>
                </c:pt>
                <c:pt idx="137">
                  <c:v>7.4813790000000005E-4</c:v>
                </c:pt>
                <c:pt idx="138">
                  <c:v>7.6772720000000002E-4</c:v>
                </c:pt>
                <c:pt idx="139">
                  <c:v>7.8394809999999995E-4</c:v>
                </c:pt>
                <c:pt idx="140">
                  <c:v>7.9081509999999998E-4</c:v>
                </c:pt>
                <c:pt idx="141">
                  <c:v>7.9477829999999999E-4</c:v>
                </c:pt>
                <c:pt idx="142">
                  <c:v>7.9929930000000005E-4</c:v>
                </c:pt>
                <c:pt idx="143">
                  <c:v>7.9701559999999997E-4</c:v>
                </c:pt>
                <c:pt idx="144">
                  <c:v>7.9049549999999995E-4</c:v>
                </c:pt>
                <c:pt idx="145">
                  <c:v>7.8336720000000005E-4</c:v>
                </c:pt>
                <c:pt idx="146">
                  <c:v>7.679373E-4</c:v>
                </c:pt>
                <c:pt idx="147">
                  <c:v>7.4869699999999999E-4</c:v>
                </c:pt>
                <c:pt idx="148">
                  <c:v>7.3041350000000002E-4</c:v>
                </c:pt>
                <c:pt idx="149">
                  <c:v>7.0886069999999998E-4</c:v>
                </c:pt>
                <c:pt idx="150">
                  <c:v>6.805693E-4</c:v>
                </c:pt>
                <c:pt idx="151">
                  <c:v>6.5272379999999997E-4</c:v>
                </c:pt>
                <c:pt idx="152">
                  <c:v>6.2843260000000005E-4</c:v>
                </c:pt>
                <c:pt idx="153">
                  <c:v>6.007241E-4</c:v>
                </c:pt>
                <c:pt idx="154">
                  <c:v>5.7368589999999998E-4</c:v>
                </c:pt>
                <c:pt idx="155">
                  <c:v>5.4143330000000001E-4</c:v>
                </c:pt>
                <c:pt idx="156">
                  <c:v>5.1684509999999997E-4</c:v>
                </c:pt>
                <c:pt idx="157">
                  <c:v>4.8684219999999999E-4</c:v>
                </c:pt>
                <c:pt idx="158">
                  <c:v>4.5842659999999999E-4</c:v>
                </c:pt>
                <c:pt idx="159">
                  <c:v>4.3077989999999999E-4</c:v>
                </c:pt>
                <c:pt idx="160">
                  <c:v>4.0554239999999997E-4</c:v>
                </c:pt>
                <c:pt idx="161">
                  <c:v>3.8652080000000001E-4</c:v>
                </c:pt>
                <c:pt idx="162">
                  <c:v>3.6559709999999998E-4</c:v>
                </c:pt>
                <c:pt idx="163">
                  <c:v>3.4243650000000001E-4</c:v>
                </c:pt>
                <c:pt idx="164">
                  <c:v>3.2539739999999998E-4</c:v>
                </c:pt>
                <c:pt idx="165">
                  <c:v>3.1083309999999998E-4</c:v>
                </c:pt>
                <c:pt idx="166">
                  <c:v>2.9212010000000002E-4</c:v>
                </c:pt>
                <c:pt idx="167">
                  <c:v>2.7705999999999998E-4</c:v>
                </c:pt>
                <c:pt idx="168">
                  <c:v>2.6322679999999998E-4</c:v>
                </c:pt>
                <c:pt idx="169">
                  <c:v>2.4872689999999999E-4</c:v>
                </c:pt>
                <c:pt idx="170">
                  <c:v>2.3685700000000001E-4</c:v>
                </c:pt>
                <c:pt idx="171">
                  <c:v>2.2272820000000001E-4</c:v>
                </c:pt>
                <c:pt idx="172">
                  <c:v>2.109655E-4</c:v>
                </c:pt>
                <c:pt idx="173">
                  <c:v>1.9889110000000001E-4</c:v>
                </c:pt>
                <c:pt idx="174">
                  <c:v>1.8768079999999999E-4</c:v>
                </c:pt>
                <c:pt idx="175">
                  <c:v>1.768866E-4</c:v>
                </c:pt>
                <c:pt idx="176">
                  <c:v>1.632537E-4</c:v>
                </c:pt>
                <c:pt idx="177">
                  <c:v>1.559384E-4</c:v>
                </c:pt>
                <c:pt idx="178">
                  <c:v>1.4770979999999999E-4</c:v>
                </c:pt>
                <c:pt idx="179">
                  <c:v>1.401374E-4</c:v>
                </c:pt>
                <c:pt idx="180">
                  <c:v>1.3234149999999999E-4</c:v>
                </c:pt>
                <c:pt idx="181">
                  <c:v>1.252301E-4</c:v>
                </c:pt>
                <c:pt idx="182">
                  <c:v>1.193178E-4</c:v>
                </c:pt>
                <c:pt idx="183">
                  <c:v>1.1232289999999999E-4</c:v>
                </c:pt>
                <c:pt idx="184">
                  <c:v>1.080005E-4</c:v>
                </c:pt>
                <c:pt idx="185">
                  <c:v>1.025279E-4</c:v>
                </c:pt>
                <c:pt idx="186">
                  <c:v>9.6944490000000006E-5</c:v>
                </c:pt>
                <c:pt idx="187">
                  <c:v>9.3339429999999998E-5</c:v>
                </c:pt>
                <c:pt idx="188">
                  <c:v>8.985482E-5</c:v>
                </c:pt>
                <c:pt idx="189">
                  <c:v>8.6338070000000004E-5</c:v>
                </c:pt>
                <c:pt idx="190">
                  <c:v>8.2039659999999997E-5</c:v>
                </c:pt>
                <c:pt idx="191">
                  <c:v>7.8412500000000002E-5</c:v>
                </c:pt>
                <c:pt idx="192">
                  <c:v>7.5723979999999994E-5</c:v>
                </c:pt>
                <c:pt idx="193">
                  <c:v>7.2840499999999995E-5</c:v>
                </c:pt>
                <c:pt idx="194">
                  <c:v>6.9927100000000003E-5</c:v>
                </c:pt>
                <c:pt idx="195">
                  <c:v>6.8862140000000002E-5</c:v>
                </c:pt>
                <c:pt idx="196">
                  <c:v>6.5440830000000001E-5</c:v>
                </c:pt>
                <c:pt idx="197">
                  <c:v>6.2687879999999999E-5</c:v>
                </c:pt>
                <c:pt idx="198">
                  <c:v>6.0646280000000001E-5</c:v>
                </c:pt>
                <c:pt idx="199">
                  <c:v>5.8905220000000001E-5</c:v>
                </c:pt>
                <c:pt idx="200">
                  <c:v>5.6159619999999998E-5</c:v>
                </c:pt>
                <c:pt idx="201">
                  <c:v>5.3278059999999998E-5</c:v>
                </c:pt>
                <c:pt idx="202">
                  <c:v>5.2200400000000003E-5</c:v>
                </c:pt>
                <c:pt idx="203">
                  <c:v>5.2476640000000001E-5</c:v>
                </c:pt>
                <c:pt idx="204">
                  <c:v>4.9407080000000002E-5</c:v>
                </c:pt>
                <c:pt idx="205">
                  <c:v>5.0146319999999999E-5</c:v>
                </c:pt>
                <c:pt idx="206">
                  <c:v>4.935504E-5</c:v>
                </c:pt>
                <c:pt idx="207">
                  <c:v>4.7165310000000001E-5</c:v>
                </c:pt>
                <c:pt idx="208">
                  <c:v>4.639812E-5</c:v>
                </c:pt>
                <c:pt idx="209">
                  <c:v>4.6004999999999997E-5</c:v>
                </c:pt>
                <c:pt idx="210">
                  <c:v>4.5291280000000003E-5</c:v>
                </c:pt>
                <c:pt idx="211">
                  <c:v>4.5777240000000002E-5</c:v>
                </c:pt>
                <c:pt idx="212">
                  <c:v>4.4905250000000002E-5</c:v>
                </c:pt>
                <c:pt idx="213">
                  <c:v>4.2514459999999998E-5</c:v>
                </c:pt>
                <c:pt idx="214">
                  <c:v>4.1759140000000001E-5</c:v>
                </c:pt>
                <c:pt idx="215">
                  <c:v>4.323749E-5</c:v>
                </c:pt>
                <c:pt idx="216">
                  <c:v>4.1680800000000002E-5</c:v>
                </c:pt>
                <c:pt idx="217">
                  <c:v>4.1654840000000002E-5</c:v>
                </c:pt>
                <c:pt idx="218">
                  <c:v>4.1715909999999999E-5</c:v>
                </c:pt>
                <c:pt idx="219">
                  <c:v>4.1170359999999999E-5</c:v>
                </c:pt>
                <c:pt idx="220">
                  <c:v>4.154196E-5</c:v>
                </c:pt>
                <c:pt idx="221">
                  <c:v>4.0778580000000001E-5</c:v>
                </c:pt>
                <c:pt idx="222">
                  <c:v>4.0654120000000002E-5</c:v>
                </c:pt>
                <c:pt idx="223">
                  <c:v>4.0057330000000002E-5</c:v>
                </c:pt>
                <c:pt idx="224">
                  <c:v>4.0649170000000002E-5</c:v>
                </c:pt>
                <c:pt idx="225">
                  <c:v>3.9217059999999998E-5</c:v>
                </c:pt>
                <c:pt idx="226">
                  <c:v>4.004364E-5</c:v>
                </c:pt>
                <c:pt idx="227">
                  <c:v>4.0523530000000001E-5</c:v>
                </c:pt>
                <c:pt idx="228">
                  <c:v>3.9773220000000002E-5</c:v>
                </c:pt>
                <c:pt idx="229">
                  <c:v>4.0259539999999999E-5</c:v>
                </c:pt>
                <c:pt idx="230">
                  <c:v>4.1026190000000003E-5</c:v>
                </c:pt>
                <c:pt idx="231">
                  <c:v>4.179846E-5</c:v>
                </c:pt>
                <c:pt idx="232">
                  <c:v>4.0258269999999998E-5</c:v>
                </c:pt>
                <c:pt idx="233">
                  <c:v>4.1126759999999998E-5</c:v>
                </c:pt>
                <c:pt idx="234">
                  <c:v>3.9679940000000002E-5</c:v>
                </c:pt>
                <c:pt idx="235">
                  <c:v>4.0137279999999998E-5</c:v>
                </c:pt>
                <c:pt idx="236">
                  <c:v>4.0362830000000001E-5</c:v>
                </c:pt>
                <c:pt idx="237">
                  <c:v>4.1287430000000003E-5</c:v>
                </c:pt>
                <c:pt idx="238">
                  <c:v>4.0313469999999997E-5</c:v>
                </c:pt>
                <c:pt idx="239">
                  <c:v>4.0397900000000002E-5</c:v>
                </c:pt>
                <c:pt idx="240">
                  <c:v>4.0784500000000002E-5</c:v>
                </c:pt>
                <c:pt idx="241">
                  <c:v>4.0930380000000002E-5</c:v>
                </c:pt>
                <c:pt idx="242">
                  <c:v>4.191644E-5</c:v>
                </c:pt>
                <c:pt idx="243">
                  <c:v>4.2006180000000003E-5</c:v>
                </c:pt>
                <c:pt idx="244">
                  <c:v>4.19762E-5</c:v>
                </c:pt>
                <c:pt idx="245">
                  <c:v>4.3626910000000001E-5</c:v>
                </c:pt>
                <c:pt idx="246">
                  <c:v>4.1877810000000001E-5</c:v>
                </c:pt>
                <c:pt idx="247">
                  <c:v>4.2567939999999999E-5</c:v>
                </c:pt>
                <c:pt idx="248">
                  <c:v>4.3506020000000001E-5</c:v>
                </c:pt>
                <c:pt idx="249">
                  <c:v>4.2873939999999999E-5</c:v>
                </c:pt>
                <c:pt idx="250">
                  <c:v>4.195702E-5</c:v>
                </c:pt>
                <c:pt idx="251">
                  <c:v>4.2215880000000002E-5</c:v>
                </c:pt>
                <c:pt idx="252">
                  <c:v>4.1046849999999998E-5</c:v>
                </c:pt>
                <c:pt idx="253">
                  <c:v>4.4122919999999999E-5</c:v>
                </c:pt>
                <c:pt idx="254">
                  <c:v>4.4246650000000001E-5</c:v>
                </c:pt>
                <c:pt idx="255">
                  <c:v>4.544389E-5</c:v>
                </c:pt>
                <c:pt idx="256">
                  <c:v>4.3072599999999998E-5</c:v>
                </c:pt>
                <c:pt idx="257">
                  <c:v>4.454295E-5</c:v>
                </c:pt>
                <c:pt idx="258">
                  <c:v>4.322364E-5</c:v>
                </c:pt>
                <c:pt idx="259">
                  <c:v>4.5017189999999999E-5</c:v>
                </c:pt>
                <c:pt idx="260">
                  <c:v>4.5221910000000002E-5</c:v>
                </c:pt>
                <c:pt idx="261">
                  <c:v>4.4636440000000001E-5</c:v>
                </c:pt>
                <c:pt idx="262">
                  <c:v>4.5701719999999998E-5</c:v>
                </c:pt>
                <c:pt idx="263">
                  <c:v>4.5916050000000002E-5</c:v>
                </c:pt>
                <c:pt idx="264">
                  <c:v>4.5692300000000003E-5</c:v>
                </c:pt>
                <c:pt idx="265">
                  <c:v>4.6823400000000003E-5</c:v>
                </c:pt>
                <c:pt idx="266">
                  <c:v>4.7091600000000002E-5</c:v>
                </c:pt>
                <c:pt idx="267">
                  <c:v>4.7669359999999999E-5</c:v>
                </c:pt>
                <c:pt idx="268">
                  <c:v>4.7219970000000003E-5</c:v>
                </c:pt>
                <c:pt idx="269">
                  <c:v>4.6174210000000003E-5</c:v>
                </c:pt>
                <c:pt idx="270">
                  <c:v>4.769544E-5</c:v>
                </c:pt>
                <c:pt idx="271">
                  <c:v>4.6858260000000002E-5</c:v>
                </c:pt>
                <c:pt idx="272">
                  <c:v>4.6542689999999997E-5</c:v>
                </c:pt>
                <c:pt idx="273">
                  <c:v>4.8111910000000003E-5</c:v>
                </c:pt>
                <c:pt idx="274">
                  <c:v>4.749134E-5</c:v>
                </c:pt>
                <c:pt idx="275">
                  <c:v>4.9629890000000003E-5</c:v>
                </c:pt>
                <c:pt idx="276">
                  <c:v>4.6720910000000003E-5</c:v>
                </c:pt>
                <c:pt idx="277">
                  <c:v>4.9607529999999998E-5</c:v>
                </c:pt>
                <c:pt idx="278">
                  <c:v>5.0767250000000001E-5</c:v>
                </c:pt>
                <c:pt idx="279">
                  <c:v>4.9508739999999999E-5</c:v>
                </c:pt>
                <c:pt idx="280">
                  <c:v>4.9168880000000001E-5</c:v>
                </c:pt>
                <c:pt idx="281">
                  <c:v>5.129215E-5</c:v>
                </c:pt>
                <c:pt idx="282">
                  <c:v>4.9226330000000002E-5</c:v>
                </c:pt>
                <c:pt idx="283">
                  <c:v>4.8615880000000002E-5</c:v>
                </c:pt>
                <c:pt idx="284">
                  <c:v>4.8762369999999997E-5</c:v>
                </c:pt>
                <c:pt idx="285">
                  <c:v>5.2182329999999999E-5</c:v>
                </c:pt>
                <c:pt idx="286">
                  <c:v>5.1598319999999998E-5</c:v>
                </c:pt>
                <c:pt idx="287">
                  <c:v>5.2892010000000002E-5</c:v>
                </c:pt>
                <c:pt idx="288">
                  <c:v>5.2567359999999998E-5</c:v>
                </c:pt>
                <c:pt idx="289">
                  <c:v>5.3804000000000002E-5</c:v>
                </c:pt>
                <c:pt idx="290">
                  <c:v>5.0636490000000001E-5</c:v>
                </c:pt>
                <c:pt idx="291">
                  <c:v>5.2000209999999998E-5</c:v>
                </c:pt>
                <c:pt idx="292">
                  <c:v>5.2432590000000003E-5</c:v>
                </c:pt>
                <c:pt idx="293">
                  <c:v>5.0160120000000002E-5</c:v>
                </c:pt>
                <c:pt idx="294">
                  <c:v>5.3749329999999999E-5</c:v>
                </c:pt>
                <c:pt idx="295">
                  <c:v>5.2562560000000001E-5</c:v>
                </c:pt>
                <c:pt idx="296">
                  <c:v>5.1226639999999998E-5</c:v>
                </c:pt>
                <c:pt idx="297">
                  <c:v>5.2733589999999999E-5</c:v>
                </c:pt>
                <c:pt idx="298">
                  <c:v>5.3477100000000003E-5</c:v>
                </c:pt>
                <c:pt idx="299">
                  <c:v>5.240911E-5</c:v>
                </c:pt>
                <c:pt idx="300">
                  <c:v>5.3744230000000002E-5</c:v>
                </c:pt>
                <c:pt idx="301">
                  <c:v>5.137022E-5</c:v>
                </c:pt>
                <c:pt idx="302">
                  <c:v>5.3627010000000001E-5</c:v>
                </c:pt>
                <c:pt idx="303">
                  <c:v>5.5192390000000003E-5</c:v>
                </c:pt>
                <c:pt idx="304">
                  <c:v>5.4157070000000002E-5</c:v>
                </c:pt>
                <c:pt idx="305">
                  <c:v>5.427571E-5</c:v>
                </c:pt>
                <c:pt idx="306">
                  <c:v>5.3175730000000002E-5</c:v>
                </c:pt>
                <c:pt idx="307">
                  <c:v>5.5119369999999997E-5</c:v>
                </c:pt>
                <c:pt idx="308">
                  <c:v>5.6190719999999999E-5</c:v>
                </c:pt>
                <c:pt idx="309">
                  <c:v>5.5209900000000001E-5</c:v>
                </c:pt>
                <c:pt idx="310">
                  <c:v>5.6523719999999997E-5</c:v>
                </c:pt>
                <c:pt idx="311">
                  <c:v>5.3545979999999997E-5</c:v>
                </c:pt>
                <c:pt idx="312">
                  <c:v>5.5242840000000002E-5</c:v>
                </c:pt>
                <c:pt idx="313">
                  <c:v>5.4596080000000003E-5</c:v>
                </c:pt>
                <c:pt idx="314">
                  <c:v>5.5010060000000001E-5</c:v>
                </c:pt>
                <c:pt idx="315">
                  <c:v>5.5679439999999997E-5</c:v>
                </c:pt>
                <c:pt idx="316">
                  <c:v>5.4172490000000003E-5</c:v>
                </c:pt>
                <c:pt idx="317">
                  <c:v>5.5868030000000003E-5</c:v>
                </c:pt>
                <c:pt idx="318">
                  <c:v>5.5756379999999999E-5</c:v>
                </c:pt>
                <c:pt idx="319">
                  <c:v>5.431291E-5</c:v>
                </c:pt>
                <c:pt idx="320">
                  <c:v>5.8673959999999998E-5</c:v>
                </c:pt>
                <c:pt idx="321">
                  <c:v>5.5279129999999999E-5</c:v>
                </c:pt>
                <c:pt idx="322">
                  <c:v>5.5014589999999999E-5</c:v>
                </c:pt>
                <c:pt idx="323">
                  <c:v>5.5967739999999999E-5</c:v>
                </c:pt>
                <c:pt idx="324">
                  <c:v>5.5094620000000001E-5</c:v>
                </c:pt>
                <c:pt idx="325">
                  <c:v>5.5697900000000001E-5</c:v>
                </c:pt>
                <c:pt idx="326">
                  <c:v>5.5652980000000003E-5</c:v>
                </c:pt>
                <c:pt idx="327">
                  <c:v>5.5695490000000002E-5</c:v>
                </c:pt>
                <c:pt idx="328">
                  <c:v>5.5058359999999998E-5</c:v>
                </c:pt>
                <c:pt idx="329">
                  <c:v>5.7287529999999999E-5</c:v>
                </c:pt>
                <c:pt idx="330">
                  <c:v>5.6031289999999999E-5</c:v>
                </c:pt>
                <c:pt idx="331">
                  <c:v>5.7313340000000002E-5</c:v>
                </c:pt>
                <c:pt idx="332">
                  <c:v>5.4717650000000003E-5</c:v>
                </c:pt>
                <c:pt idx="333">
                  <c:v>5.474454E-5</c:v>
                </c:pt>
                <c:pt idx="334">
                  <c:v>5.625864E-5</c:v>
                </c:pt>
                <c:pt idx="335">
                  <c:v>5.3489419999999998E-5</c:v>
                </c:pt>
                <c:pt idx="336">
                  <c:v>5.6483210000000002E-5</c:v>
                </c:pt>
                <c:pt idx="337">
                  <c:v>5.5944279999999998E-5</c:v>
                </c:pt>
                <c:pt idx="338">
                  <c:v>5.4686050000000001E-5</c:v>
                </c:pt>
                <c:pt idx="339">
                  <c:v>5.5938069999999997E-5</c:v>
                </c:pt>
                <c:pt idx="340">
                  <c:v>5.7007789999999999E-5</c:v>
                </c:pt>
                <c:pt idx="341">
                  <c:v>5.8634960000000001E-5</c:v>
                </c:pt>
                <c:pt idx="342">
                  <c:v>5.6109710000000003E-5</c:v>
                </c:pt>
                <c:pt idx="343">
                  <c:v>5.4276079999999999E-5</c:v>
                </c:pt>
                <c:pt idx="344">
                  <c:v>5.7143199999999999E-5</c:v>
                </c:pt>
                <c:pt idx="345">
                  <c:v>5.6082970000000003E-5</c:v>
                </c:pt>
                <c:pt idx="346">
                  <c:v>5.7180309999999999E-5</c:v>
                </c:pt>
                <c:pt idx="347">
                  <c:v>5.5992029999999997E-5</c:v>
                </c:pt>
                <c:pt idx="348">
                  <c:v>5.5786660000000003E-5</c:v>
                </c:pt>
                <c:pt idx="349">
                  <c:v>5.531498E-5</c:v>
                </c:pt>
                <c:pt idx="350">
                  <c:v>5.8676820000000002E-5</c:v>
                </c:pt>
                <c:pt idx="351">
                  <c:v>5.5432349999999998E-5</c:v>
                </c:pt>
                <c:pt idx="352">
                  <c:v>5.5168450000000002E-5</c:v>
                </c:pt>
                <c:pt idx="353">
                  <c:v>5.5079450000000003E-5</c:v>
                </c:pt>
                <c:pt idx="354">
                  <c:v>5.3728070000000003E-5</c:v>
                </c:pt>
                <c:pt idx="355">
                  <c:v>5.4466779999999997E-5</c:v>
                </c:pt>
                <c:pt idx="356">
                  <c:v>5.3571320000000001E-5</c:v>
                </c:pt>
                <c:pt idx="357">
                  <c:v>5.6682309999999998E-5</c:v>
                </c:pt>
                <c:pt idx="358">
                  <c:v>5.256138E-5</c:v>
                </c:pt>
                <c:pt idx="359">
                  <c:v>5.308165E-5</c:v>
                </c:pt>
                <c:pt idx="360">
                  <c:v>5.4053569999999998E-5</c:v>
                </c:pt>
                <c:pt idx="361">
                  <c:v>5.063172E-5</c:v>
                </c:pt>
                <c:pt idx="362">
                  <c:v>5.4429560000000002E-5</c:v>
                </c:pt>
                <c:pt idx="363">
                  <c:v>5.4792220000000002E-5</c:v>
                </c:pt>
                <c:pt idx="364">
                  <c:v>5.3094260000000001E-5</c:v>
                </c:pt>
                <c:pt idx="365">
                  <c:v>5.4347420000000002E-5</c:v>
                </c:pt>
                <c:pt idx="366">
                  <c:v>5.4618679999999998E-5</c:v>
                </c:pt>
                <c:pt idx="367">
                  <c:v>5.069042E-5</c:v>
                </c:pt>
                <c:pt idx="368">
                  <c:v>5.1363619999999999E-5</c:v>
                </c:pt>
                <c:pt idx="369">
                  <c:v>5.0412540000000002E-5</c:v>
                </c:pt>
                <c:pt idx="370">
                  <c:v>5.0296000000000001E-5</c:v>
                </c:pt>
                <c:pt idx="371">
                  <c:v>5.2433820000000001E-5</c:v>
                </c:pt>
                <c:pt idx="372">
                  <c:v>5.3922009999999997E-5</c:v>
                </c:pt>
                <c:pt idx="373">
                  <c:v>5.1184309999999998E-5</c:v>
                </c:pt>
                <c:pt idx="374">
                  <c:v>4.8679920000000003E-5</c:v>
                </c:pt>
                <c:pt idx="375">
                  <c:v>4.9264800000000003E-5</c:v>
                </c:pt>
                <c:pt idx="376">
                  <c:v>4.822161E-5</c:v>
                </c:pt>
                <c:pt idx="377">
                  <c:v>4.9477909999999997E-5</c:v>
                </c:pt>
                <c:pt idx="378">
                  <c:v>5.1713299999999998E-5</c:v>
                </c:pt>
                <c:pt idx="379">
                  <c:v>5.0192070000000001E-5</c:v>
                </c:pt>
                <c:pt idx="380">
                  <c:v>5.18313E-5</c:v>
                </c:pt>
                <c:pt idx="381">
                  <c:v>4.9168110000000002E-5</c:v>
                </c:pt>
                <c:pt idx="382">
                  <c:v>4.7884460000000003E-5</c:v>
                </c:pt>
                <c:pt idx="383">
                  <c:v>5.2131369999999998E-5</c:v>
                </c:pt>
                <c:pt idx="384">
                  <c:v>4.5276479999999998E-5</c:v>
                </c:pt>
                <c:pt idx="385">
                  <c:v>4.9035839999999998E-5</c:v>
                </c:pt>
                <c:pt idx="386">
                  <c:v>4.6703209999999998E-5</c:v>
                </c:pt>
                <c:pt idx="387">
                  <c:v>5.5619769999999997E-5</c:v>
                </c:pt>
                <c:pt idx="388">
                  <c:v>4.994553E-5</c:v>
                </c:pt>
                <c:pt idx="389">
                  <c:v>4.8478089999999999E-5</c:v>
                </c:pt>
                <c:pt idx="390">
                  <c:v>4.7447800000000003E-5</c:v>
                </c:pt>
                <c:pt idx="391">
                  <c:v>4.490455E-5</c:v>
                </c:pt>
                <c:pt idx="392">
                  <c:v>4.3278990000000003E-5</c:v>
                </c:pt>
                <c:pt idx="393">
                  <c:v>4.8718499999999998E-5</c:v>
                </c:pt>
                <c:pt idx="394">
                  <c:v>4.2818480000000002E-5</c:v>
                </c:pt>
                <c:pt idx="395">
                  <c:v>4.5098030000000003E-5</c:v>
                </c:pt>
                <c:pt idx="396">
                  <c:v>5.051539E-5</c:v>
                </c:pt>
                <c:pt idx="397">
                  <c:v>4.8806590000000001E-5</c:v>
                </c:pt>
                <c:pt idx="398">
                  <c:v>5.1576329999999998E-5</c:v>
                </c:pt>
                <c:pt idx="399">
                  <c:v>4.337814E-5</c:v>
                </c:pt>
                <c:pt idx="400">
                  <c:v>4.8931460000000001E-5</c:v>
                </c:pt>
              </c:numCache>
            </c:numRef>
          </c:val>
          <c:smooth val="0"/>
          <c:extLst>
            <c:ext xmlns:c16="http://schemas.microsoft.com/office/drawing/2014/chart" uri="{C3380CC4-5D6E-409C-BE32-E72D297353CC}">
              <c16:uniqueId val="{00000000-4F39-48E3-A16C-BBF52F47A674}"/>
            </c:ext>
          </c:extLst>
        </c:ser>
        <c:ser>
          <c:idx val="1"/>
          <c:order val="1"/>
          <c:tx>
            <c:strRef>
              <c:f>'Sheet1 (2)'!$H$1</c:f>
              <c:strCache>
                <c:ptCount val="1"/>
                <c:pt idx="0">
                  <c:v>G53.1</c:v>
                </c:pt>
              </c:strCache>
            </c:strRef>
          </c:tx>
          <c:spPr>
            <a:ln w="28575" cap="rnd">
              <a:solidFill>
                <a:schemeClr val="accent6"/>
              </a:solidFill>
              <a:round/>
            </a:ln>
            <a:effectLst/>
          </c:spPr>
          <c:marker>
            <c:symbol val="none"/>
          </c:marker>
          <c:val>
            <c:numRef>
              <c:f>'Sheet1 (2)'!$H$2:$H$402</c:f>
              <c:numCache>
                <c:formatCode>0.0000000000_ </c:formatCode>
                <c:ptCount val="401"/>
                <c:pt idx="0">
                  <c:v>1.8233809999999999E-5</c:v>
                </c:pt>
                <c:pt idx="1">
                  <c:v>1.786733E-5</c:v>
                </c:pt>
                <c:pt idx="2">
                  <c:v>1.866716E-5</c:v>
                </c:pt>
                <c:pt idx="3">
                  <c:v>1.5199860000000001E-5</c:v>
                </c:pt>
                <c:pt idx="4">
                  <c:v>1.303299E-5</c:v>
                </c:pt>
                <c:pt idx="5">
                  <c:v>1.258037E-5</c:v>
                </c:pt>
                <c:pt idx="6">
                  <c:v>1.0828759999999999E-5</c:v>
                </c:pt>
                <c:pt idx="7">
                  <c:v>1.1128799999999999E-5</c:v>
                </c:pt>
                <c:pt idx="8">
                  <c:v>1.0501279999999999E-5</c:v>
                </c:pt>
                <c:pt idx="9">
                  <c:v>1.0064659999999999E-5</c:v>
                </c:pt>
                <c:pt idx="10">
                  <c:v>6.8108019999999997E-6</c:v>
                </c:pt>
                <c:pt idx="11">
                  <c:v>5.89542E-6</c:v>
                </c:pt>
                <c:pt idx="12">
                  <c:v>7.6312739999999998E-6</c:v>
                </c:pt>
                <c:pt idx="13">
                  <c:v>8.6423259999999997E-6</c:v>
                </c:pt>
                <c:pt idx="14">
                  <c:v>6.6231710000000002E-6</c:v>
                </c:pt>
                <c:pt idx="15">
                  <c:v>6.874684E-6</c:v>
                </c:pt>
                <c:pt idx="16">
                  <c:v>6.4647899999999996E-6</c:v>
                </c:pt>
                <c:pt idx="17">
                  <c:v>6.201858E-6</c:v>
                </c:pt>
                <c:pt idx="18">
                  <c:v>6.3083710000000003E-6</c:v>
                </c:pt>
                <c:pt idx="19">
                  <c:v>6.8950900000000004E-6</c:v>
                </c:pt>
                <c:pt idx="20">
                  <c:v>5.4438910000000001E-6</c:v>
                </c:pt>
                <c:pt idx="21">
                  <c:v>5.572852E-6</c:v>
                </c:pt>
                <c:pt idx="22">
                  <c:v>6.8158250000000001E-6</c:v>
                </c:pt>
                <c:pt idx="23">
                  <c:v>4.9398679999999999E-6</c:v>
                </c:pt>
                <c:pt idx="24">
                  <c:v>5.4240320000000001E-6</c:v>
                </c:pt>
                <c:pt idx="25">
                  <c:v>6.8123040000000001E-6</c:v>
                </c:pt>
                <c:pt idx="26">
                  <c:v>4.2382039999999996E-6</c:v>
                </c:pt>
                <c:pt idx="27">
                  <c:v>4.9770669999999999E-6</c:v>
                </c:pt>
                <c:pt idx="28">
                  <c:v>3.9829910000000002E-6</c:v>
                </c:pt>
                <c:pt idx="29">
                  <c:v>4.5592710000000004E-6</c:v>
                </c:pt>
                <c:pt idx="30">
                  <c:v>5.2830260000000004E-6</c:v>
                </c:pt>
                <c:pt idx="31">
                  <c:v>4.5446700000000003E-6</c:v>
                </c:pt>
                <c:pt idx="32">
                  <c:v>4.503135E-6</c:v>
                </c:pt>
                <c:pt idx="33">
                  <c:v>4.6330009999999998E-6</c:v>
                </c:pt>
                <c:pt idx="34">
                  <c:v>4.3684140000000004E-6</c:v>
                </c:pt>
                <c:pt idx="35">
                  <c:v>5.333016E-6</c:v>
                </c:pt>
                <c:pt idx="36">
                  <c:v>5.3925280000000004E-6</c:v>
                </c:pt>
                <c:pt idx="37">
                  <c:v>5.2494000000000001E-6</c:v>
                </c:pt>
                <c:pt idx="38">
                  <c:v>5.2262619999999996E-6</c:v>
                </c:pt>
                <c:pt idx="39">
                  <c:v>5.1136959999999997E-6</c:v>
                </c:pt>
                <c:pt idx="40">
                  <c:v>3.735912E-6</c:v>
                </c:pt>
                <c:pt idx="41">
                  <c:v>5.6117290000000002E-6</c:v>
                </c:pt>
                <c:pt idx="42">
                  <c:v>5.1400230000000003E-6</c:v>
                </c:pt>
                <c:pt idx="43">
                  <c:v>5.5674920000000003E-6</c:v>
                </c:pt>
                <c:pt idx="44">
                  <c:v>5.4528539999999999E-6</c:v>
                </c:pt>
                <c:pt idx="45">
                  <c:v>4.2756110000000003E-6</c:v>
                </c:pt>
                <c:pt idx="46">
                  <c:v>5.6923499999999998E-6</c:v>
                </c:pt>
                <c:pt idx="47">
                  <c:v>4.0847099999999999E-6</c:v>
                </c:pt>
                <c:pt idx="48">
                  <c:v>4.1660280000000004E-6</c:v>
                </c:pt>
                <c:pt idx="49">
                  <c:v>4.8778939999999998E-6</c:v>
                </c:pt>
                <c:pt idx="50">
                  <c:v>4.2460469999999999E-6</c:v>
                </c:pt>
                <c:pt idx="51">
                  <c:v>4.5230539999999999E-6</c:v>
                </c:pt>
                <c:pt idx="52">
                  <c:v>4.9658190000000003E-6</c:v>
                </c:pt>
                <c:pt idx="53">
                  <c:v>4.8359240000000004E-6</c:v>
                </c:pt>
                <c:pt idx="54">
                  <c:v>5.0077579999999998E-6</c:v>
                </c:pt>
                <c:pt idx="55">
                  <c:v>4.4618009999999996E-6</c:v>
                </c:pt>
                <c:pt idx="56">
                  <c:v>5.0310900000000001E-6</c:v>
                </c:pt>
                <c:pt idx="57">
                  <c:v>5.4977370000000003E-6</c:v>
                </c:pt>
                <c:pt idx="58">
                  <c:v>6.592585E-6</c:v>
                </c:pt>
                <c:pt idx="59">
                  <c:v>4.5485989999999997E-6</c:v>
                </c:pt>
                <c:pt idx="60">
                  <c:v>5.5484729999999998E-6</c:v>
                </c:pt>
                <c:pt idx="61">
                  <c:v>5.813835E-6</c:v>
                </c:pt>
                <c:pt idx="62">
                  <c:v>5.8664579999999998E-6</c:v>
                </c:pt>
                <c:pt idx="63">
                  <c:v>6.4340809999999996E-6</c:v>
                </c:pt>
                <c:pt idx="64">
                  <c:v>5.6733179999999996E-6</c:v>
                </c:pt>
                <c:pt idx="65">
                  <c:v>5.5133810000000001E-6</c:v>
                </c:pt>
                <c:pt idx="66">
                  <c:v>6.2689609999999996E-6</c:v>
                </c:pt>
                <c:pt idx="67">
                  <c:v>4.8297160000000001E-6</c:v>
                </c:pt>
                <c:pt idx="68">
                  <c:v>6.1883009999999999E-6</c:v>
                </c:pt>
                <c:pt idx="69">
                  <c:v>6.536323E-6</c:v>
                </c:pt>
                <c:pt idx="70">
                  <c:v>6.2504070000000003E-6</c:v>
                </c:pt>
                <c:pt idx="71">
                  <c:v>6.1199380000000003E-6</c:v>
                </c:pt>
                <c:pt idx="72">
                  <c:v>6.7424540000000002E-6</c:v>
                </c:pt>
                <c:pt idx="73">
                  <c:v>6.6229669999999997E-6</c:v>
                </c:pt>
                <c:pt idx="74">
                  <c:v>7.7058979999999997E-6</c:v>
                </c:pt>
                <c:pt idx="75">
                  <c:v>8.000713E-6</c:v>
                </c:pt>
                <c:pt idx="76">
                  <c:v>7.7000599999999999E-6</c:v>
                </c:pt>
                <c:pt idx="77">
                  <c:v>8.8114649999999995E-6</c:v>
                </c:pt>
                <c:pt idx="78">
                  <c:v>9.1385250000000007E-6</c:v>
                </c:pt>
                <c:pt idx="79">
                  <c:v>9.996143E-6</c:v>
                </c:pt>
                <c:pt idx="80">
                  <c:v>9.2701869999999992E-6</c:v>
                </c:pt>
                <c:pt idx="81">
                  <c:v>1.0777129999999999E-5</c:v>
                </c:pt>
                <c:pt idx="82">
                  <c:v>1.1775180000000001E-5</c:v>
                </c:pt>
                <c:pt idx="83">
                  <c:v>1.295403E-5</c:v>
                </c:pt>
                <c:pt idx="84">
                  <c:v>1.357995E-5</c:v>
                </c:pt>
                <c:pt idx="85">
                  <c:v>1.4154299999999999E-5</c:v>
                </c:pt>
                <c:pt idx="86">
                  <c:v>1.6422129999999999E-5</c:v>
                </c:pt>
                <c:pt idx="87">
                  <c:v>1.7983550000000002E-5</c:v>
                </c:pt>
                <c:pt idx="88">
                  <c:v>1.9286970000000001E-5</c:v>
                </c:pt>
                <c:pt idx="89">
                  <c:v>2.1895990000000001E-5</c:v>
                </c:pt>
                <c:pt idx="90">
                  <c:v>2.4603159999999999E-5</c:v>
                </c:pt>
                <c:pt idx="91">
                  <c:v>2.6307350000000001E-5</c:v>
                </c:pt>
                <c:pt idx="92">
                  <c:v>2.946399E-5</c:v>
                </c:pt>
                <c:pt idx="93">
                  <c:v>3.3231230000000003E-5</c:v>
                </c:pt>
                <c:pt idx="94">
                  <c:v>3.6599259999999998E-5</c:v>
                </c:pt>
                <c:pt idx="95">
                  <c:v>4.214088E-5</c:v>
                </c:pt>
                <c:pt idx="96">
                  <c:v>4.6726559999999998E-5</c:v>
                </c:pt>
                <c:pt idx="97">
                  <c:v>5.2722729999999998E-5</c:v>
                </c:pt>
                <c:pt idx="98">
                  <c:v>6.0085279999999997E-5</c:v>
                </c:pt>
                <c:pt idx="99">
                  <c:v>6.7439879999999996E-5</c:v>
                </c:pt>
                <c:pt idx="100">
                  <c:v>7.6696840000000003E-5</c:v>
                </c:pt>
                <c:pt idx="101">
                  <c:v>8.6283319999999996E-5</c:v>
                </c:pt>
                <c:pt idx="102">
                  <c:v>9.8405760000000003E-5</c:v>
                </c:pt>
                <c:pt idx="103">
                  <c:v>1.121631E-4</c:v>
                </c:pt>
                <c:pt idx="104">
                  <c:v>1.2826210000000001E-4</c:v>
                </c:pt>
                <c:pt idx="105">
                  <c:v>1.450465E-4</c:v>
                </c:pt>
                <c:pt idx="106">
                  <c:v>1.6645949999999999E-4</c:v>
                </c:pt>
                <c:pt idx="107">
                  <c:v>1.8733700000000001E-4</c:v>
                </c:pt>
                <c:pt idx="108">
                  <c:v>2.120832E-4</c:v>
                </c:pt>
                <c:pt idx="109">
                  <c:v>2.4160189999999999E-4</c:v>
                </c:pt>
                <c:pt idx="110">
                  <c:v>2.7521719999999998E-4</c:v>
                </c:pt>
                <c:pt idx="111">
                  <c:v>3.1182429999999998E-4</c:v>
                </c:pt>
                <c:pt idx="112">
                  <c:v>3.5443550000000001E-4</c:v>
                </c:pt>
                <c:pt idx="113">
                  <c:v>4.008239E-4</c:v>
                </c:pt>
                <c:pt idx="114">
                  <c:v>4.5132259999999997E-4</c:v>
                </c:pt>
                <c:pt idx="115">
                  <c:v>5.1043029999999997E-4</c:v>
                </c:pt>
                <c:pt idx="116">
                  <c:v>5.7425749999999995E-4</c:v>
                </c:pt>
                <c:pt idx="117">
                  <c:v>6.409753E-4</c:v>
                </c:pt>
                <c:pt idx="118">
                  <c:v>7.1838770000000004E-4</c:v>
                </c:pt>
                <c:pt idx="119">
                  <c:v>7.9619350000000001E-4</c:v>
                </c:pt>
                <c:pt idx="120">
                  <c:v>8.8529539999999995E-4</c:v>
                </c:pt>
                <c:pt idx="121">
                  <c:v>9.7915580000000006E-4</c:v>
                </c:pt>
                <c:pt idx="122">
                  <c:v>1.075622E-3</c:v>
                </c:pt>
                <c:pt idx="123">
                  <c:v>1.1773039999999999E-3</c:v>
                </c:pt>
                <c:pt idx="124">
                  <c:v>1.2806219999999999E-3</c:v>
                </c:pt>
                <c:pt idx="125">
                  <c:v>1.3881690000000001E-3</c:v>
                </c:pt>
                <c:pt idx="126">
                  <c:v>1.493543E-3</c:v>
                </c:pt>
                <c:pt idx="127">
                  <c:v>1.609933E-3</c:v>
                </c:pt>
                <c:pt idx="128">
                  <c:v>1.717168E-3</c:v>
                </c:pt>
                <c:pt idx="129">
                  <c:v>1.821128E-3</c:v>
                </c:pt>
                <c:pt idx="130">
                  <c:v>1.9241309999999999E-3</c:v>
                </c:pt>
                <c:pt idx="131">
                  <c:v>2.0172089999999998E-3</c:v>
                </c:pt>
                <c:pt idx="132">
                  <c:v>2.1049720000000001E-3</c:v>
                </c:pt>
                <c:pt idx="133">
                  <c:v>2.1892259999999998E-3</c:v>
                </c:pt>
                <c:pt idx="134">
                  <c:v>2.2599870000000002E-3</c:v>
                </c:pt>
                <c:pt idx="135">
                  <c:v>2.319724E-3</c:v>
                </c:pt>
                <c:pt idx="136">
                  <c:v>2.381565E-3</c:v>
                </c:pt>
                <c:pt idx="137">
                  <c:v>2.4308839999999999E-3</c:v>
                </c:pt>
                <c:pt idx="138">
                  <c:v>2.4595839999999999E-3</c:v>
                </c:pt>
                <c:pt idx="139">
                  <c:v>2.4833450000000001E-3</c:v>
                </c:pt>
                <c:pt idx="140">
                  <c:v>2.47957E-3</c:v>
                </c:pt>
                <c:pt idx="141">
                  <c:v>2.4714440000000002E-3</c:v>
                </c:pt>
                <c:pt idx="142">
                  <c:v>2.4548270000000001E-3</c:v>
                </c:pt>
                <c:pt idx="143">
                  <c:v>2.4171420000000002E-3</c:v>
                </c:pt>
                <c:pt idx="144">
                  <c:v>2.378635E-3</c:v>
                </c:pt>
                <c:pt idx="145">
                  <c:v>2.3251999999999999E-3</c:v>
                </c:pt>
                <c:pt idx="146">
                  <c:v>2.2700340000000002E-3</c:v>
                </c:pt>
                <c:pt idx="147">
                  <c:v>2.2025220000000002E-3</c:v>
                </c:pt>
                <c:pt idx="148">
                  <c:v>2.124815E-3</c:v>
                </c:pt>
                <c:pt idx="149">
                  <c:v>2.041682E-3</c:v>
                </c:pt>
                <c:pt idx="150">
                  <c:v>1.9584419999999999E-3</c:v>
                </c:pt>
                <c:pt idx="151">
                  <c:v>1.8714339999999999E-3</c:v>
                </c:pt>
                <c:pt idx="152">
                  <c:v>1.7831800000000001E-3</c:v>
                </c:pt>
                <c:pt idx="153">
                  <c:v>1.7013519999999999E-3</c:v>
                </c:pt>
                <c:pt idx="154">
                  <c:v>1.6116679999999999E-3</c:v>
                </c:pt>
                <c:pt idx="155">
                  <c:v>1.5296419999999999E-3</c:v>
                </c:pt>
                <c:pt idx="156">
                  <c:v>1.4438529999999999E-3</c:v>
                </c:pt>
                <c:pt idx="157">
                  <c:v>1.364781E-3</c:v>
                </c:pt>
                <c:pt idx="158">
                  <c:v>1.28089E-3</c:v>
                </c:pt>
                <c:pt idx="159">
                  <c:v>1.2043889999999999E-3</c:v>
                </c:pt>
                <c:pt idx="160">
                  <c:v>1.1428230000000001E-3</c:v>
                </c:pt>
                <c:pt idx="161">
                  <c:v>1.0717039999999999E-3</c:v>
                </c:pt>
                <c:pt idx="162">
                  <c:v>1.0126239999999999E-3</c:v>
                </c:pt>
                <c:pt idx="163">
                  <c:v>9.5453699999999999E-4</c:v>
                </c:pt>
                <c:pt idx="164">
                  <c:v>8.9958710000000001E-4</c:v>
                </c:pt>
                <c:pt idx="165">
                  <c:v>8.5312020000000003E-4</c:v>
                </c:pt>
                <c:pt idx="166">
                  <c:v>8.0076769999999999E-4</c:v>
                </c:pt>
                <c:pt idx="167">
                  <c:v>7.5495710000000004E-4</c:v>
                </c:pt>
                <c:pt idx="168">
                  <c:v>7.1151609999999996E-4</c:v>
                </c:pt>
                <c:pt idx="169">
                  <c:v>6.712682E-4</c:v>
                </c:pt>
                <c:pt idx="170">
                  <c:v>6.3369999999999995E-4</c:v>
                </c:pt>
                <c:pt idx="171">
                  <c:v>5.9299009999999998E-4</c:v>
                </c:pt>
                <c:pt idx="172">
                  <c:v>5.5944429999999997E-4</c:v>
                </c:pt>
                <c:pt idx="173">
                  <c:v>5.2412979999999997E-4</c:v>
                </c:pt>
                <c:pt idx="174">
                  <c:v>4.9007279999999998E-4</c:v>
                </c:pt>
                <c:pt idx="175">
                  <c:v>4.5857200000000003E-4</c:v>
                </c:pt>
                <c:pt idx="176">
                  <c:v>4.3303599999999998E-4</c:v>
                </c:pt>
                <c:pt idx="177">
                  <c:v>4.0733670000000003E-4</c:v>
                </c:pt>
                <c:pt idx="178">
                  <c:v>3.8134950000000002E-4</c:v>
                </c:pt>
                <c:pt idx="179">
                  <c:v>3.5614970000000002E-4</c:v>
                </c:pt>
                <c:pt idx="180">
                  <c:v>3.3577100000000001E-4</c:v>
                </c:pt>
                <c:pt idx="181">
                  <c:v>3.1616149999999998E-4</c:v>
                </c:pt>
                <c:pt idx="182">
                  <c:v>2.9756340000000001E-4</c:v>
                </c:pt>
                <c:pt idx="183">
                  <c:v>2.8157079999999998E-4</c:v>
                </c:pt>
                <c:pt idx="184">
                  <c:v>2.6466320000000001E-4</c:v>
                </c:pt>
                <c:pt idx="185">
                  <c:v>2.5038879999999999E-4</c:v>
                </c:pt>
                <c:pt idx="186">
                  <c:v>2.3576409999999999E-4</c:v>
                </c:pt>
                <c:pt idx="187">
                  <c:v>2.2126409999999999E-4</c:v>
                </c:pt>
                <c:pt idx="188">
                  <c:v>2.0997E-4</c:v>
                </c:pt>
                <c:pt idx="189">
                  <c:v>1.9955489999999999E-4</c:v>
                </c:pt>
                <c:pt idx="190">
                  <c:v>1.887875E-4</c:v>
                </c:pt>
                <c:pt idx="191">
                  <c:v>1.7808780000000001E-4</c:v>
                </c:pt>
                <c:pt idx="192">
                  <c:v>1.697794E-4</c:v>
                </c:pt>
                <c:pt idx="193">
                  <c:v>1.622409E-4</c:v>
                </c:pt>
                <c:pt idx="194">
                  <c:v>1.5263930000000001E-4</c:v>
                </c:pt>
                <c:pt idx="195">
                  <c:v>1.4606299999999999E-4</c:v>
                </c:pt>
                <c:pt idx="196">
                  <c:v>1.3869150000000001E-4</c:v>
                </c:pt>
                <c:pt idx="197">
                  <c:v>1.306585E-4</c:v>
                </c:pt>
                <c:pt idx="198">
                  <c:v>1.24697E-4</c:v>
                </c:pt>
                <c:pt idx="199">
                  <c:v>1.164032E-4</c:v>
                </c:pt>
                <c:pt idx="200">
                  <c:v>1.119399E-4</c:v>
                </c:pt>
                <c:pt idx="201">
                  <c:v>1.068361E-4</c:v>
                </c:pt>
                <c:pt idx="202">
                  <c:v>1.0231629999999999E-4</c:v>
                </c:pt>
                <c:pt idx="203">
                  <c:v>9.7331510000000002E-5</c:v>
                </c:pt>
                <c:pt idx="204">
                  <c:v>9.280553E-5</c:v>
                </c:pt>
                <c:pt idx="205">
                  <c:v>8.8992740000000002E-5</c:v>
                </c:pt>
                <c:pt idx="206">
                  <c:v>8.7475379999999998E-5</c:v>
                </c:pt>
                <c:pt idx="207">
                  <c:v>8.4837400000000002E-5</c:v>
                </c:pt>
                <c:pt idx="208">
                  <c:v>8.0161750000000005E-5</c:v>
                </c:pt>
                <c:pt idx="209">
                  <c:v>7.7334719999999998E-5</c:v>
                </c:pt>
                <c:pt idx="210">
                  <c:v>7.5418519999999998E-5</c:v>
                </c:pt>
                <c:pt idx="211">
                  <c:v>7.4111110000000003E-5</c:v>
                </c:pt>
                <c:pt idx="212">
                  <c:v>7.0199759999999995E-5</c:v>
                </c:pt>
                <c:pt idx="213">
                  <c:v>6.8077489999999999E-5</c:v>
                </c:pt>
                <c:pt idx="214">
                  <c:v>6.521474E-5</c:v>
                </c:pt>
                <c:pt idx="215">
                  <c:v>6.41002E-5</c:v>
                </c:pt>
                <c:pt idx="216">
                  <c:v>6.3871319999999994E-5</c:v>
                </c:pt>
                <c:pt idx="217">
                  <c:v>6.3058669999999998E-5</c:v>
                </c:pt>
                <c:pt idx="218">
                  <c:v>6.0126349999999997E-5</c:v>
                </c:pt>
                <c:pt idx="219">
                  <c:v>5.9167270000000003E-5</c:v>
                </c:pt>
                <c:pt idx="220">
                  <c:v>5.7501440000000001E-5</c:v>
                </c:pt>
                <c:pt idx="221">
                  <c:v>5.5511769999999997E-5</c:v>
                </c:pt>
                <c:pt idx="222">
                  <c:v>5.5117000000000001E-5</c:v>
                </c:pt>
                <c:pt idx="223">
                  <c:v>5.4863410000000001E-5</c:v>
                </c:pt>
                <c:pt idx="224">
                  <c:v>5.2667660000000001E-5</c:v>
                </c:pt>
                <c:pt idx="225">
                  <c:v>5.2755849999999997E-5</c:v>
                </c:pt>
                <c:pt idx="226">
                  <c:v>5.2208720000000002E-5</c:v>
                </c:pt>
                <c:pt idx="227">
                  <c:v>5.0704970000000001E-5</c:v>
                </c:pt>
                <c:pt idx="228">
                  <c:v>5.0885840000000003E-5</c:v>
                </c:pt>
                <c:pt idx="229">
                  <c:v>4.9962330000000003E-5</c:v>
                </c:pt>
                <c:pt idx="230">
                  <c:v>4.912004E-5</c:v>
                </c:pt>
                <c:pt idx="231">
                  <c:v>4.9563040000000002E-5</c:v>
                </c:pt>
                <c:pt idx="232">
                  <c:v>4.9543809999999999E-5</c:v>
                </c:pt>
                <c:pt idx="233">
                  <c:v>4.7855929999999999E-5</c:v>
                </c:pt>
                <c:pt idx="234">
                  <c:v>4.8992400000000002E-5</c:v>
                </c:pt>
                <c:pt idx="235">
                  <c:v>4.8058730000000003E-5</c:v>
                </c:pt>
                <c:pt idx="236">
                  <c:v>4.7482470000000003E-5</c:v>
                </c:pt>
                <c:pt idx="237">
                  <c:v>4.7379680000000002E-5</c:v>
                </c:pt>
                <c:pt idx="238">
                  <c:v>4.7776940000000003E-5</c:v>
                </c:pt>
                <c:pt idx="239">
                  <c:v>4.8066219999999999E-5</c:v>
                </c:pt>
                <c:pt idx="240">
                  <c:v>4.8595289999999998E-5</c:v>
                </c:pt>
                <c:pt idx="241">
                  <c:v>4.6205780000000003E-5</c:v>
                </c:pt>
                <c:pt idx="242">
                  <c:v>4.6071469999999999E-5</c:v>
                </c:pt>
                <c:pt idx="243">
                  <c:v>4.7695070000000001E-5</c:v>
                </c:pt>
                <c:pt idx="244">
                  <c:v>4.7832659999999997E-5</c:v>
                </c:pt>
                <c:pt idx="245">
                  <c:v>4.626435E-5</c:v>
                </c:pt>
                <c:pt idx="246">
                  <c:v>4.7610600000000001E-5</c:v>
                </c:pt>
                <c:pt idx="247">
                  <c:v>4.8235500000000003E-5</c:v>
                </c:pt>
                <c:pt idx="248">
                  <c:v>4.724908E-5</c:v>
                </c:pt>
                <c:pt idx="249">
                  <c:v>4.7397010000000001E-5</c:v>
                </c:pt>
                <c:pt idx="250">
                  <c:v>4.7401200000000003E-5</c:v>
                </c:pt>
                <c:pt idx="251">
                  <c:v>4.8613029999999999E-5</c:v>
                </c:pt>
                <c:pt idx="252">
                  <c:v>4.629001E-5</c:v>
                </c:pt>
                <c:pt idx="253">
                  <c:v>4.7678210000000001E-5</c:v>
                </c:pt>
                <c:pt idx="254">
                  <c:v>4.6827019999999999E-5</c:v>
                </c:pt>
                <c:pt idx="255">
                  <c:v>4.7257260000000003E-5</c:v>
                </c:pt>
                <c:pt idx="256">
                  <c:v>4.7915969999999998E-5</c:v>
                </c:pt>
                <c:pt idx="257">
                  <c:v>5.0848350000000002E-5</c:v>
                </c:pt>
                <c:pt idx="258">
                  <c:v>4.9232379999999998E-5</c:v>
                </c:pt>
                <c:pt idx="259">
                  <c:v>4.95603E-5</c:v>
                </c:pt>
                <c:pt idx="260">
                  <c:v>4.8230180000000003E-5</c:v>
                </c:pt>
                <c:pt idx="261">
                  <c:v>4.6838410000000003E-5</c:v>
                </c:pt>
                <c:pt idx="262">
                  <c:v>4.6065620000000003E-5</c:v>
                </c:pt>
                <c:pt idx="263">
                  <c:v>4.7409829999999997E-5</c:v>
                </c:pt>
                <c:pt idx="264">
                  <c:v>4.960795E-5</c:v>
                </c:pt>
                <c:pt idx="265">
                  <c:v>4.9215590000000003E-5</c:v>
                </c:pt>
                <c:pt idx="266">
                  <c:v>5.1617840000000002E-5</c:v>
                </c:pt>
                <c:pt idx="267">
                  <c:v>4.9892380000000002E-5</c:v>
                </c:pt>
                <c:pt idx="268">
                  <c:v>4.9640289999999999E-5</c:v>
                </c:pt>
                <c:pt idx="269">
                  <c:v>5.084735E-5</c:v>
                </c:pt>
                <c:pt idx="270">
                  <c:v>5.0339520000000003E-5</c:v>
                </c:pt>
                <c:pt idx="271">
                  <c:v>5.1056159999999998E-5</c:v>
                </c:pt>
                <c:pt idx="272">
                  <c:v>4.9698599999999999E-5</c:v>
                </c:pt>
                <c:pt idx="273">
                  <c:v>5.1411600000000001E-5</c:v>
                </c:pt>
                <c:pt idx="274">
                  <c:v>5.091476E-5</c:v>
                </c:pt>
                <c:pt idx="275">
                  <c:v>5.0903940000000002E-5</c:v>
                </c:pt>
                <c:pt idx="276">
                  <c:v>5.0995480000000002E-5</c:v>
                </c:pt>
                <c:pt idx="277">
                  <c:v>5.1065720000000003E-5</c:v>
                </c:pt>
                <c:pt idx="278">
                  <c:v>5.0957110000000001E-5</c:v>
                </c:pt>
                <c:pt idx="279">
                  <c:v>5.266329E-5</c:v>
                </c:pt>
                <c:pt idx="280">
                  <c:v>5.2964940000000001E-5</c:v>
                </c:pt>
                <c:pt idx="281">
                  <c:v>5.3772600000000001E-5</c:v>
                </c:pt>
                <c:pt idx="282">
                  <c:v>5.3272220000000003E-5</c:v>
                </c:pt>
                <c:pt idx="283">
                  <c:v>5.4064390000000003E-5</c:v>
                </c:pt>
                <c:pt idx="284">
                  <c:v>5.0707520000000003E-5</c:v>
                </c:pt>
                <c:pt idx="285">
                  <c:v>5.3815910000000002E-5</c:v>
                </c:pt>
                <c:pt idx="286">
                  <c:v>5.3769559999999998E-5</c:v>
                </c:pt>
                <c:pt idx="287">
                  <c:v>5.3895389999999998E-5</c:v>
                </c:pt>
                <c:pt idx="288">
                  <c:v>5.4490159999999999E-5</c:v>
                </c:pt>
                <c:pt idx="289">
                  <c:v>5.3446180000000002E-5</c:v>
                </c:pt>
                <c:pt idx="290">
                  <c:v>5.570864E-5</c:v>
                </c:pt>
                <c:pt idx="291">
                  <c:v>5.4121279999999998E-5</c:v>
                </c:pt>
                <c:pt idx="292">
                  <c:v>5.4616169999999999E-5</c:v>
                </c:pt>
                <c:pt idx="293">
                  <c:v>5.2351739999999998E-5</c:v>
                </c:pt>
                <c:pt idx="294">
                  <c:v>5.2896039999999999E-5</c:v>
                </c:pt>
                <c:pt idx="295">
                  <c:v>5.4330480000000003E-5</c:v>
                </c:pt>
                <c:pt idx="296">
                  <c:v>5.440502E-5</c:v>
                </c:pt>
                <c:pt idx="297">
                  <c:v>5.4868979999999998E-5</c:v>
                </c:pt>
                <c:pt idx="298">
                  <c:v>5.3863619999999998E-5</c:v>
                </c:pt>
                <c:pt idx="299">
                  <c:v>5.45975E-5</c:v>
                </c:pt>
                <c:pt idx="300">
                  <c:v>5.562291E-5</c:v>
                </c:pt>
                <c:pt idx="301">
                  <c:v>5.5441120000000002E-5</c:v>
                </c:pt>
                <c:pt idx="302">
                  <c:v>5.3977429999999998E-5</c:v>
                </c:pt>
                <c:pt idx="303">
                  <c:v>5.3759920000000001E-5</c:v>
                </c:pt>
                <c:pt idx="304">
                  <c:v>5.6102649999999997E-5</c:v>
                </c:pt>
                <c:pt idx="305">
                  <c:v>5.7351430000000003E-5</c:v>
                </c:pt>
                <c:pt idx="306">
                  <c:v>5.694377E-5</c:v>
                </c:pt>
                <c:pt idx="307">
                  <c:v>5.4466689999999997E-5</c:v>
                </c:pt>
                <c:pt idx="308">
                  <c:v>5.6954760000000003E-5</c:v>
                </c:pt>
                <c:pt idx="309">
                  <c:v>5.5005969999999999E-5</c:v>
                </c:pt>
                <c:pt idx="310">
                  <c:v>5.6494089999999998E-5</c:v>
                </c:pt>
                <c:pt idx="311">
                  <c:v>5.783407E-5</c:v>
                </c:pt>
                <c:pt idx="312">
                  <c:v>5.7951190000000001E-5</c:v>
                </c:pt>
                <c:pt idx="313">
                  <c:v>5.8593539999999997E-5</c:v>
                </c:pt>
                <c:pt idx="314">
                  <c:v>5.8466810000000001E-5</c:v>
                </c:pt>
                <c:pt idx="315">
                  <c:v>5.8619119999999997E-5</c:v>
                </c:pt>
                <c:pt idx="316">
                  <c:v>5.8518650000000003E-5</c:v>
                </c:pt>
                <c:pt idx="317">
                  <c:v>5.8066460000000001E-5</c:v>
                </c:pt>
                <c:pt idx="318">
                  <c:v>5.8130269999999999E-5</c:v>
                </c:pt>
                <c:pt idx="319">
                  <c:v>5.9553540000000001E-5</c:v>
                </c:pt>
                <c:pt idx="320">
                  <c:v>5.8910740000000001E-5</c:v>
                </c:pt>
                <c:pt idx="321">
                  <c:v>5.7096560000000002E-5</c:v>
                </c:pt>
                <c:pt idx="322">
                  <c:v>5.7270069999999997E-5</c:v>
                </c:pt>
                <c:pt idx="323">
                  <c:v>5.6886940000000002E-5</c:v>
                </c:pt>
                <c:pt idx="324">
                  <c:v>5.8141279999999997E-5</c:v>
                </c:pt>
                <c:pt idx="325">
                  <c:v>5.7937379999999997E-5</c:v>
                </c:pt>
                <c:pt idx="326">
                  <c:v>5.8597380000000001E-5</c:v>
                </c:pt>
                <c:pt idx="327">
                  <c:v>5.8843859999999998E-5</c:v>
                </c:pt>
                <c:pt idx="328">
                  <c:v>5.535586E-5</c:v>
                </c:pt>
                <c:pt idx="329">
                  <c:v>5.4330019999999998E-5</c:v>
                </c:pt>
                <c:pt idx="330">
                  <c:v>5.6199190000000002E-5</c:v>
                </c:pt>
                <c:pt idx="331">
                  <c:v>5.871322E-5</c:v>
                </c:pt>
                <c:pt idx="332">
                  <c:v>5.5431169999999997E-5</c:v>
                </c:pt>
                <c:pt idx="333">
                  <c:v>5.513703E-5</c:v>
                </c:pt>
                <c:pt idx="334">
                  <c:v>5.8010529999999998E-5</c:v>
                </c:pt>
                <c:pt idx="335">
                  <c:v>5.8700589999999998E-5</c:v>
                </c:pt>
                <c:pt idx="336">
                  <c:v>5.7507160000000001E-5</c:v>
                </c:pt>
                <c:pt idx="337">
                  <c:v>5.9384469999999998E-5</c:v>
                </c:pt>
                <c:pt idx="338">
                  <c:v>5.7610759999999998E-5</c:v>
                </c:pt>
                <c:pt idx="339">
                  <c:v>5.6709950000000001E-5</c:v>
                </c:pt>
                <c:pt idx="340">
                  <c:v>5.6525199999999999E-5</c:v>
                </c:pt>
                <c:pt idx="341">
                  <c:v>5.6421239999999997E-5</c:v>
                </c:pt>
                <c:pt idx="342">
                  <c:v>5.865064E-5</c:v>
                </c:pt>
                <c:pt idx="343">
                  <c:v>5.8052459999999997E-5</c:v>
                </c:pt>
                <c:pt idx="344">
                  <c:v>5.7640940000000002E-5</c:v>
                </c:pt>
                <c:pt idx="345">
                  <c:v>5.995562E-5</c:v>
                </c:pt>
                <c:pt idx="346">
                  <c:v>5.6388780000000003E-5</c:v>
                </c:pt>
                <c:pt idx="347">
                  <c:v>5.328099E-5</c:v>
                </c:pt>
                <c:pt idx="348">
                  <c:v>5.4303720000000001E-5</c:v>
                </c:pt>
                <c:pt idx="349">
                  <c:v>5.499387E-5</c:v>
                </c:pt>
                <c:pt idx="350">
                  <c:v>5.2937140000000001E-5</c:v>
                </c:pt>
                <c:pt idx="351">
                  <c:v>5.538588E-5</c:v>
                </c:pt>
                <c:pt idx="352">
                  <c:v>5.6690229999999997E-5</c:v>
                </c:pt>
                <c:pt idx="353">
                  <c:v>5.5768060000000003E-5</c:v>
                </c:pt>
                <c:pt idx="354">
                  <c:v>5.5784030000000002E-5</c:v>
                </c:pt>
                <c:pt idx="355">
                  <c:v>5.8143909999999998E-5</c:v>
                </c:pt>
                <c:pt idx="356">
                  <c:v>5.4900579999999999E-5</c:v>
                </c:pt>
                <c:pt idx="357">
                  <c:v>5.6806209999999999E-5</c:v>
                </c:pt>
                <c:pt idx="358">
                  <c:v>5.4466519999999999E-5</c:v>
                </c:pt>
                <c:pt idx="359">
                  <c:v>5.8985940000000003E-5</c:v>
                </c:pt>
                <c:pt idx="360">
                  <c:v>5.9272589999999998E-5</c:v>
                </c:pt>
                <c:pt idx="361">
                  <c:v>5.3082850000000003E-5</c:v>
                </c:pt>
                <c:pt idx="362">
                  <c:v>5.3845560000000002E-5</c:v>
                </c:pt>
                <c:pt idx="363">
                  <c:v>5.158197E-5</c:v>
                </c:pt>
                <c:pt idx="364">
                  <c:v>5.2317729999999998E-5</c:v>
                </c:pt>
                <c:pt idx="365">
                  <c:v>5.2169739999999999E-5</c:v>
                </c:pt>
                <c:pt idx="366">
                  <c:v>5.1998159999999997E-5</c:v>
                </c:pt>
                <c:pt idx="367">
                  <c:v>5.3849869999999999E-5</c:v>
                </c:pt>
                <c:pt idx="368">
                  <c:v>5.5235999999999998E-5</c:v>
                </c:pt>
                <c:pt idx="369">
                  <c:v>5.5507899999999998E-5</c:v>
                </c:pt>
                <c:pt idx="370">
                  <c:v>5.2572070000000002E-5</c:v>
                </c:pt>
                <c:pt idx="371">
                  <c:v>5.3197749999999997E-5</c:v>
                </c:pt>
                <c:pt idx="372">
                  <c:v>5.4849899999999998E-5</c:v>
                </c:pt>
                <c:pt idx="373">
                  <c:v>5.1374659999999998E-5</c:v>
                </c:pt>
                <c:pt idx="374">
                  <c:v>5.0395439999999998E-5</c:v>
                </c:pt>
                <c:pt idx="375">
                  <c:v>5.1581559999999998E-5</c:v>
                </c:pt>
                <c:pt idx="376">
                  <c:v>4.9860359999999998E-5</c:v>
                </c:pt>
                <c:pt idx="377">
                  <c:v>4.8130729999999999E-5</c:v>
                </c:pt>
                <c:pt idx="378">
                  <c:v>4.8155660000000001E-5</c:v>
                </c:pt>
                <c:pt idx="379">
                  <c:v>4.8521260000000003E-5</c:v>
                </c:pt>
                <c:pt idx="380">
                  <c:v>5.2445229999999999E-5</c:v>
                </c:pt>
                <c:pt idx="381">
                  <c:v>5.2448029999999999E-5</c:v>
                </c:pt>
                <c:pt idx="382">
                  <c:v>4.7980330000000001E-5</c:v>
                </c:pt>
                <c:pt idx="383">
                  <c:v>5.0902180000000001E-5</c:v>
                </c:pt>
                <c:pt idx="384">
                  <c:v>5.5317440000000003E-5</c:v>
                </c:pt>
                <c:pt idx="385">
                  <c:v>5.4912350000000003E-5</c:v>
                </c:pt>
                <c:pt idx="386">
                  <c:v>4.904342E-5</c:v>
                </c:pt>
                <c:pt idx="387">
                  <c:v>5.2696450000000003E-5</c:v>
                </c:pt>
                <c:pt idx="388">
                  <c:v>4.8120369999999999E-5</c:v>
                </c:pt>
                <c:pt idx="389">
                  <c:v>5.3608510000000001E-5</c:v>
                </c:pt>
                <c:pt idx="390">
                  <c:v>5.5066399999999998E-5</c:v>
                </c:pt>
                <c:pt idx="391">
                  <c:v>4.7168269999999998E-5</c:v>
                </c:pt>
                <c:pt idx="392">
                  <c:v>5.0731479999999999E-5</c:v>
                </c:pt>
                <c:pt idx="393">
                  <c:v>5.174519E-5</c:v>
                </c:pt>
                <c:pt idx="394">
                  <c:v>5.1942040000000001E-5</c:v>
                </c:pt>
                <c:pt idx="395">
                  <c:v>5.0049960000000001E-5</c:v>
                </c:pt>
                <c:pt idx="396">
                  <c:v>5.144695E-5</c:v>
                </c:pt>
                <c:pt idx="397">
                  <c:v>4.8079530000000001E-5</c:v>
                </c:pt>
                <c:pt idx="398">
                  <c:v>4.2374089999999997E-5</c:v>
                </c:pt>
                <c:pt idx="399">
                  <c:v>4.6420530000000003E-5</c:v>
                </c:pt>
                <c:pt idx="400">
                  <c:v>4.6845270000000002E-5</c:v>
                </c:pt>
              </c:numCache>
            </c:numRef>
          </c:val>
          <c:smooth val="0"/>
          <c:extLst>
            <c:ext xmlns:c16="http://schemas.microsoft.com/office/drawing/2014/chart" uri="{C3380CC4-5D6E-409C-BE32-E72D297353CC}">
              <c16:uniqueId val="{00000001-4F39-48E3-A16C-BBF52F47A674}"/>
            </c:ext>
          </c:extLst>
        </c:ser>
        <c:ser>
          <c:idx val="2"/>
          <c:order val="2"/>
          <c:tx>
            <c:strRef>
              <c:f>'Sheet1 (2)'!$I$1</c:f>
              <c:strCache>
                <c:ptCount val="1"/>
                <c:pt idx="0">
                  <c:v>G80.2</c:v>
                </c:pt>
              </c:strCache>
            </c:strRef>
          </c:tx>
          <c:spPr>
            <a:ln w="28575" cap="rnd">
              <a:solidFill>
                <a:schemeClr val="accent6">
                  <a:lumMod val="60000"/>
                  <a:lumOff val="40000"/>
                </a:schemeClr>
              </a:solidFill>
              <a:round/>
            </a:ln>
            <a:effectLst/>
          </c:spPr>
          <c:marker>
            <c:symbol val="none"/>
          </c:marker>
          <c:val>
            <c:numRef>
              <c:f>'Sheet1 (2)'!$I$2:$I$402</c:f>
              <c:numCache>
                <c:formatCode>0.0000000000_ </c:formatCode>
                <c:ptCount val="401"/>
                <c:pt idx="0">
                  <c:v>3.0304559999999998E-5</c:v>
                </c:pt>
                <c:pt idx="1">
                  <c:v>2.4416910000000001E-5</c:v>
                </c:pt>
                <c:pt idx="2">
                  <c:v>2.5641050000000001E-5</c:v>
                </c:pt>
                <c:pt idx="3">
                  <c:v>2.580024E-5</c:v>
                </c:pt>
                <c:pt idx="4">
                  <c:v>2.2800009999999999E-5</c:v>
                </c:pt>
                <c:pt idx="5">
                  <c:v>1.244057E-5</c:v>
                </c:pt>
                <c:pt idx="6">
                  <c:v>1.8704270000000001E-5</c:v>
                </c:pt>
                <c:pt idx="7">
                  <c:v>1.6524690000000001E-5</c:v>
                </c:pt>
                <c:pt idx="8">
                  <c:v>1.491022E-5</c:v>
                </c:pt>
                <c:pt idx="9">
                  <c:v>1.30475E-5</c:v>
                </c:pt>
                <c:pt idx="10">
                  <c:v>1.3923610000000001E-5</c:v>
                </c:pt>
                <c:pt idx="11">
                  <c:v>1.3983039999999999E-5</c:v>
                </c:pt>
                <c:pt idx="12">
                  <c:v>1.1666139999999999E-5</c:v>
                </c:pt>
                <c:pt idx="13">
                  <c:v>1.3963470000000001E-5</c:v>
                </c:pt>
                <c:pt idx="14">
                  <c:v>1.249023E-5</c:v>
                </c:pt>
                <c:pt idx="15">
                  <c:v>1.1566559999999999E-5</c:v>
                </c:pt>
                <c:pt idx="16">
                  <c:v>1.032543E-5</c:v>
                </c:pt>
                <c:pt idx="17">
                  <c:v>9.4389379999999993E-6</c:v>
                </c:pt>
                <c:pt idx="18">
                  <c:v>8.7827880000000005E-6</c:v>
                </c:pt>
                <c:pt idx="19">
                  <c:v>9.3324039999999999E-6</c:v>
                </c:pt>
                <c:pt idx="20">
                  <c:v>8.4996730000000004E-6</c:v>
                </c:pt>
                <c:pt idx="21">
                  <c:v>8.1421919999999995E-6</c:v>
                </c:pt>
                <c:pt idx="22">
                  <c:v>8.3414669999999994E-6</c:v>
                </c:pt>
                <c:pt idx="23">
                  <c:v>8.2164180000000007E-6</c:v>
                </c:pt>
                <c:pt idx="24">
                  <c:v>7.7952230000000008E-6</c:v>
                </c:pt>
                <c:pt idx="25">
                  <c:v>7.2662610000000002E-6</c:v>
                </c:pt>
                <c:pt idx="26">
                  <c:v>7.1767950000000001E-6</c:v>
                </c:pt>
                <c:pt idx="27">
                  <c:v>8.1621180000000002E-6</c:v>
                </c:pt>
                <c:pt idx="28">
                  <c:v>7.3597029999999999E-6</c:v>
                </c:pt>
                <c:pt idx="29">
                  <c:v>7.1145390000000003E-6</c:v>
                </c:pt>
                <c:pt idx="30">
                  <c:v>6.653143E-6</c:v>
                </c:pt>
                <c:pt idx="31">
                  <c:v>6.8705490000000004E-6</c:v>
                </c:pt>
                <c:pt idx="32">
                  <c:v>6.1106469999999998E-6</c:v>
                </c:pt>
                <c:pt idx="33">
                  <c:v>7.3143189999999999E-6</c:v>
                </c:pt>
                <c:pt idx="34">
                  <c:v>7.3188579999999996E-6</c:v>
                </c:pt>
                <c:pt idx="35">
                  <c:v>7.2350929999999996E-6</c:v>
                </c:pt>
                <c:pt idx="36">
                  <c:v>5.6834870000000002E-6</c:v>
                </c:pt>
                <c:pt idx="37">
                  <c:v>6.5523010000000002E-6</c:v>
                </c:pt>
                <c:pt idx="38">
                  <c:v>7.1381880000000002E-6</c:v>
                </c:pt>
                <c:pt idx="39">
                  <c:v>7.1688949999999997E-6</c:v>
                </c:pt>
                <c:pt idx="40">
                  <c:v>6.0819930000000004E-6</c:v>
                </c:pt>
                <c:pt idx="41">
                  <c:v>7.2138019999999999E-6</c:v>
                </c:pt>
                <c:pt idx="42">
                  <c:v>6.1822069999999998E-6</c:v>
                </c:pt>
                <c:pt idx="43">
                  <c:v>7.595785E-6</c:v>
                </c:pt>
                <c:pt idx="44">
                  <c:v>6.6497659999999998E-6</c:v>
                </c:pt>
                <c:pt idx="45">
                  <c:v>6.4309429999999998E-6</c:v>
                </c:pt>
                <c:pt idx="46">
                  <c:v>6.6383740000000004E-6</c:v>
                </c:pt>
                <c:pt idx="47">
                  <c:v>6.3680120000000002E-6</c:v>
                </c:pt>
                <c:pt idx="48">
                  <c:v>7.5092970000000004E-6</c:v>
                </c:pt>
                <c:pt idx="49">
                  <c:v>6.8053510000000002E-6</c:v>
                </c:pt>
                <c:pt idx="50">
                  <c:v>5.127919E-6</c:v>
                </c:pt>
                <c:pt idx="51">
                  <c:v>5.6106369999999997E-6</c:v>
                </c:pt>
                <c:pt idx="52">
                  <c:v>6.1932369999999998E-6</c:v>
                </c:pt>
                <c:pt idx="53">
                  <c:v>6.4138880000000002E-6</c:v>
                </c:pt>
                <c:pt idx="54">
                  <c:v>6.5470269999999999E-6</c:v>
                </c:pt>
                <c:pt idx="55">
                  <c:v>5.8892549999999999E-6</c:v>
                </c:pt>
                <c:pt idx="56">
                  <c:v>5.7228620000000001E-6</c:v>
                </c:pt>
                <c:pt idx="57">
                  <c:v>7.3253869999999996E-6</c:v>
                </c:pt>
                <c:pt idx="58">
                  <c:v>7.0676979999999996E-6</c:v>
                </c:pt>
                <c:pt idx="59">
                  <c:v>6.2333330000000004E-6</c:v>
                </c:pt>
                <c:pt idx="60">
                  <c:v>7.148612E-6</c:v>
                </c:pt>
                <c:pt idx="61">
                  <c:v>7.5045120000000002E-6</c:v>
                </c:pt>
                <c:pt idx="62">
                  <c:v>6.8457030000000002E-6</c:v>
                </c:pt>
                <c:pt idx="63">
                  <c:v>6.7006099999999997E-6</c:v>
                </c:pt>
                <c:pt idx="64">
                  <c:v>6.0165480000000004E-6</c:v>
                </c:pt>
                <c:pt idx="65">
                  <c:v>6.5492720000000002E-6</c:v>
                </c:pt>
                <c:pt idx="66">
                  <c:v>6.9475059999999997E-6</c:v>
                </c:pt>
                <c:pt idx="67">
                  <c:v>8.2057979999999998E-6</c:v>
                </c:pt>
                <c:pt idx="68">
                  <c:v>8.5259769999999998E-6</c:v>
                </c:pt>
                <c:pt idx="69">
                  <c:v>7.5062259999999997E-6</c:v>
                </c:pt>
                <c:pt idx="70">
                  <c:v>8.0795829999999999E-6</c:v>
                </c:pt>
                <c:pt idx="71">
                  <c:v>9.5602280000000003E-6</c:v>
                </c:pt>
                <c:pt idx="72">
                  <c:v>8.7507820000000001E-6</c:v>
                </c:pt>
                <c:pt idx="73">
                  <c:v>8.9987889999999992E-6</c:v>
                </c:pt>
                <c:pt idx="74">
                  <c:v>9.5522570000000007E-6</c:v>
                </c:pt>
                <c:pt idx="75">
                  <c:v>9.5788200000000002E-6</c:v>
                </c:pt>
                <c:pt idx="76">
                  <c:v>1.022631E-5</c:v>
                </c:pt>
                <c:pt idx="77">
                  <c:v>1.217494E-5</c:v>
                </c:pt>
                <c:pt idx="78">
                  <c:v>1.1999620000000001E-5</c:v>
                </c:pt>
                <c:pt idx="79">
                  <c:v>1.2804599999999999E-5</c:v>
                </c:pt>
                <c:pt idx="80">
                  <c:v>1.358258E-5</c:v>
                </c:pt>
                <c:pt idx="81">
                  <c:v>1.5230060000000001E-5</c:v>
                </c:pt>
                <c:pt idx="82">
                  <c:v>1.659418E-5</c:v>
                </c:pt>
                <c:pt idx="83">
                  <c:v>1.7654019999999999E-5</c:v>
                </c:pt>
                <c:pt idx="84">
                  <c:v>1.9409840000000001E-5</c:v>
                </c:pt>
                <c:pt idx="85">
                  <c:v>2.2170329999999999E-5</c:v>
                </c:pt>
                <c:pt idx="86">
                  <c:v>2.38825E-5</c:v>
                </c:pt>
                <c:pt idx="87">
                  <c:v>2.6227349999999999E-5</c:v>
                </c:pt>
                <c:pt idx="88">
                  <c:v>2.8407159999999999E-5</c:v>
                </c:pt>
                <c:pt idx="89">
                  <c:v>3.23686E-5</c:v>
                </c:pt>
                <c:pt idx="90">
                  <c:v>3.7163840000000001E-5</c:v>
                </c:pt>
                <c:pt idx="91">
                  <c:v>4.0546339999999998E-5</c:v>
                </c:pt>
                <c:pt idx="92">
                  <c:v>4.5882050000000002E-5</c:v>
                </c:pt>
                <c:pt idx="93">
                  <c:v>5.1101540000000001E-5</c:v>
                </c:pt>
                <c:pt idx="94">
                  <c:v>5.8766820000000003E-5</c:v>
                </c:pt>
                <c:pt idx="95">
                  <c:v>6.4273379999999999E-5</c:v>
                </c:pt>
                <c:pt idx="96">
                  <c:v>7.4545579999999999E-5</c:v>
                </c:pt>
                <c:pt idx="97">
                  <c:v>8.4645270000000006E-5</c:v>
                </c:pt>
                <c:pt idx="98">
                  <c:v>9.4880189999999999E-5</c:v>
                </c:pt>
                <c:pt idx="99">
                  <c:v>1.066091E-4</c:v>
                </c:pt>
                <c:pt idx="100">
                  <c:v>1.2246420000000001E-4</c:v>
                </c:pt>
                <c:pt idx="101">
                  <c:v>1.3965390000000001E-4</c:v>
                </c:pt>
                <c:pt idx="102">
                  <c:v>1.582969E-4</c:v>
                </c:pt>
                <c:pt idx="103">
                  <c:v>1.80607E-4</c:v>
                </c:pt>
                <c:pt idx="104">
                  <c:v>2.0345779999999999E-4</c:v>
                </c:pt>
                <c:pt idx="105">
                  <c:v>2.3377120000000001E-4</c:v>
                </c:pt>
                <c:pt idx="106">
                  <c:v>2.6546339999999999E-4</c:v>
                </c:pt>
                <c:pt idx="107">
                  <c:v>3.025263E-4</c:v>
                </c:pt>
                <c:pt idx="108">
                  <c:v>3.4231399999999998E-4</c:v>
                </c:pt>
                <c:pt idx="109">
                  <c:v>3.8957670000000001E-4</c:v>
                </c:pt>
                <c:pt idx="110">
                  <c:v>4.4770729999999998E-4</c:v>
                </c:pt>
                <c:pt idx="111">
                  <c:v>5.0556419999999997E-4</c:v>
                </c:pt>
                <c:pt idx="112">
                  <c:v>5.7441429999999997E-4</c:v>
                </c:pt>
                <c:pt idx="113">
                  <c:v>6.4769510000000003E-4</c:v>
                </c:pt>
                <c:pt idx="114">
                  <c:v>7.3327630000000004E-4</c:v>
                </c:pt>
                <c:pt idx="115">
                  <c:v>8.2243360000000001E-4</c:v>
                </c:pt>
                <c:pt idx="116">
                  <c:v>9.2556609999999999E-4</c:v>
                </c:pt>
                <c:pt idx="117">
                  <c:v>1.036382E-3</c:v>
                </c:pt>
                <c:pt idx="118">
                  <c:v>1.1605910000000001E-3</c:v>
                </c:pt>
                <c:pt idx="119">
                  <c:v>1.2877979999999999E-3</c:v>
                </c:pt>
                <c:pt idx="120">
                  <c:v>1.4234460000000001E-3</c:v>
                </c:pt>
                <c:pt idx="121">
                  <c:v>1.5654519999999999E-3</c:v>
                </c:pt>
                <c:pt idx="122">
                  <c:v>1.719262E-3</c:v>
                </c:pt>
                <c:pt idx="123">
                  <c:v>1.8762690000000001E-3</c:v>
                </c:pt>
                <c:pt idx="124">
                  <c:v>2.0399490000000001E-3</c:v>
                </c:pt>
                <c:pt idx="125">
                  <c:v>2.2035969999999998E-3</c:v>
                </c:pt>
                <c:pt idx="126">
                  <c:v>2.3726630000000001E-3</c:v>
                </c:pt>
                <c:pt idx="127">
                  <c:v>2.540427E-3</c:v>
                </c:pt>
                <c:pt idx="128">
                  <c:v>2.7058680000000002E-3</c:v>
                </c:pt>
                <c:pt idx="129">
                  <c:v>2.8664559999999999E-3</c:v>
                </c:pt>
                <c:pt idx="130">
                  <c:v>3.0083380000000002E-3</c:v>
                </c:pt>
                <c:pt idx="131">
                  <c:v>3.1470159999999999E-3</c:v>
                </c:pt>
                <c:pt idx="132">
                  <c:v>3.2752319999999999E-3</c:v>
                </c:pt>
                <c:pt idx="133">
                  <c:v>3.3844209999999999E-3</c:v>
                </c:pt>
                <c:pt idx="134">
                  <c:v>3.486393E-3</c:v>
                </c:pt>
                <c:pt idx="135">
                  <c:v>3.5707690000000001E-3</c:v>
                </c:pt>
                <c:pt idx="136">
                  <c:v>3.6529940000000001E-3</c:v>
                </c:pt>
                <c:pt idx="137">
                  <c:v>3.7073760000000001E-3</c:v>
                </c:pt>
                <c:pt idx="138">
                  <c:v>3.7379280000000002E-3</c:v>
                </c:pt>
                <c:pt idx="139">
                  <c:v>3.7568670000000001E-3</c:v>
                </c:pt>
                <c:pt idx="140">
                  <c:v>3.7415700000000001E-3</c:v>
                </c:pt>
                <c:pt idx="141">
                  <c:v>3.7107500000000001E-3</c:v>
                </c:pt>
                <c:pt idx="142">
                  <c:v>3.6716890000000001E-3</c:v>
                </c:pt>
                <c:pt idx="143">
                  <c:v>3.6088779999999998E-3</c:v>
                </c:pt>
                <c:pt idx="144">
                  <c:v>3.5474740000000001E-3</c:v>
                </c:pt>
                <c:pt idx="145">
                  <c:v>3.456476E-3</c:v>
                </c:pt>
                <c:pt idx="146">
                  <c:v>3.3623920000000001E-3</c:v>
                </c:pt>
                <c:pt idx="147">
                  <c:v>3.2560900000000001E-3</c:v>
                </c:pt>
                <c:pt idx="148">
                  <c:v>3.1333799999999998E-3</c:v>
                </c:pt>
                <c:pt idx="149">
                  <c:v>3.0198870000000002E-3</c:v>
                </c:pt>
                <c:pt idx="150">
                  <c:v>2.8817309999999998E-3</c:v>
                </c:pt>
                <c:pt idx="151">
                  <c:v>2.7462860000000001E-3</c:v>
                </c:pt>
                <c:pt idx="152">
                  <c:v>2.6144639999999999E-3</c:v>
                </c:pt>
                <c:pt idx="153">
                  <c:v>2.4908439999999999E-3</c:v>
                </c:pt>
                <c:pt idx="154">
                  <c:v>2.3598209999999998E-3</c:v>
                </c:pt>
                <c:pt idx="155">
                  <c:v>2.2388080000000001E-3</c:v>
                </c:pt>
                <c:pt idx="156">
                  <c:v>2.110439E-3</c:v>
                </c:pt>
                <c:pt idx="157">
                  <c:v>1.9927669999999999E-3</c:v>
                </c:pt>
                <c:pt idx="158">
                  <c:v>1.869686E-3</c:v>
                </c:pt>
                <c:pt idx="159">
                  <c:v>1.75931E-3</c:v>
                </c:pt>
                <c:pt idx="160">
                  <c:v>1.6632089999999999E-3</c:v>
                </c:pt>
                <c:pt idx="161">
                  <c:v>1.562543E-3</c:v>
                </c:pt>
                <c:pt idx="162">
                  <c:v>1.4756439999999999E-3</c:v>
                </c:pt>
                <c:pt idx="163">
                  <c:v>1.390662E-3</c:v>
                </c:pt>
                <c:pt idx="164">
                  <c:v>1.3141229999999999E-3</c:v>
                </c:pt>
                <c:pt idx="165">
                  <c:v>1.238854E-3</c:v>
                </c:pt>
                <c:pt idx="166">
                  <c:v>1.171257E-3</c:v>
                </c:pt>
                <c:pt idx="167">
                  <c:v>1.101243E-3</c:v>
                </c:pt>
                <c:pt idx="168">
                  <c:v>1.03495E-3</c:v>
                </c:pt>
                <c:pt idx="169">
                  <c:v>9.7279599999999995E-4</c:v>
                </c:pt>
                <c:pt idx="170">
                  <c:v>9.1595459999999995E-4</c:v>
                </c:pt>
                <c:pt idx="171">
                  <c:v>8.5602819999999996E-4</c:v>
                </c:pt>
                <c:pt idx="172">
                  <c:v>8.0600059999999996E-4</c:v>
                </c:pt>
                <c:pt idx="173">
                  <c:v>7.6017900000000004E-4</c:v>
                </c:pt>
                <c:pt idx="174">
                  <c:v>7.1108179999999997E-4</c:v>
                </c:pt>
                <c:pt idx="175">
                  <c:v>6.618107E-4</c:v>
                </c:pt>
                <c:pt idx="176">
                  <c:v>6.2192560000000005E-4</c:v>
                </c:pt>
                <c:pt idx="177">
                  <c:v>5.836859E-4</c:v>
                </c:pt>
                <c:pt idx="178">
                  <c:v>5.4675709999999996E-4</c:v>
                </c:pt>
                <c:pt idx="179">
                  <c:v>5.1297620000000002E-4</c:v>
                </c:pt>
                <c:pt idx="180">
                  <c:v>4.7984459999999998E-4</c:v>
                </c:pt>
                <c:pt idx="181">
                  <c:v>4.5000010000000002E-4</c:v>
                </c:pt>
                <c:pt idx="182">
                  <c:v>4.2757500000000003E-4</c:v>
                </c:pt>
                <c:pt idx="183">
                  <c:v>3.9934399999999999E-4</c:v>
                </c:pt>
                <c:pt idx="184">
                  <c:v>3.767822E-4</c:v>
                </c:pt>
                <c:pt idx="185">
                  <c:v>3.5389520000000003E-4</c:v>
                </c:pt>
                <c:pt idx="186">
                  <c:v>3.3205559999999998E-4</c:v>
                </c:pt>
                <c:pt idx="187">
                  <c:v>3.1316980000000003E-4</c:v>
                </c:pt>
                <c:pt idx="188">
                  <c:v>2.9715189999999998E-4</c:v>
                </c:pt>
                <c:pt idx="189">
                  <c:v>2.79857E-4</c:v>
                </c:pt>
                <c:pt idx="190">
                  <c:v>2.6428360000000002E-4</c:v>
                </c:pt>
                <c:pt idx="191">
                  <c:v>2.507292E-4</c:v>
                </c:pt>
                <c:pt idx="192">
                  <c:v>2.386148E-4</c:v>
                </c:pt>
                <c:pt idx="193">
                  <c:v>2.2762650000000001E-4</c:v>
                </c:pt>
                <c:pt idx="194">
                  <c:v>2.093884E-4</c:v>
                </c:pt>
                <c:pt idx="195">
                  <c:v>2.0058949999999999E-4</c:v>
                </c:pt>
                <c:pt idx="196">
                  <c:v>1.895868E-4</c:v>
                </c:pt>
                <c:pt idx="197">
                  <c:v>1.791017E-4</c:v>
                </c:pt>
                <c:pt idx="198">
                  <c:v>1.6936570000000001E-4</c:v>
                </c:pt>
                <c:pt idx="199">
                  <c:v>1.587998E-4</c:v>
                </c:pt>
                <c:pt idx="200">
                  <c:v>1.514768E-4</c:v>
                </c:pt>
                <c:pt idx="201">
                  <c:v>1.424664E-4</c:v>
                </c:pt>
                <c:pt idx="202">
                  <c:v>1.3550150000000001E-4</c:v>
                </c:pt>
                <c:pt idx="203">
                  <c:v>1.3024219999999999E-4</c:v>
                </c:pt>
                <c:pt idx="204">
                  <c:v>1.2612349999999999E-4</c:v>
                </c:pt>
                <c:pt idx="205">
                  <c:v>1.194373E-4</c:v>
                </c:pt>
                <c:pt idx="206">
                  <c:v>1.132288E-4</c:v>
                </c:pt>
                <c:pt idx="207">
                  <c:v>1.090218E-4</c:v>
                </c:pt>
                <c:pt idx="208">
                  <c:v>1.028494E-4</c:v>
                </c:pt>
                <c:pt idx="209">
                  <c:v>9.6892669999999999E-5</c:v>
                </c:pt>
                <c:pt idx="210">
                  <c:v>9.5222839999999995E-5</c:v>
                </c:pt>
                <c:pt idx="211">
                  <c:v>9.1968240000000001E-5</c:v>
                </c:pt>
                <c:pt idx="212">
                  <c:v>8.8776299999999999E-5</c:v>
                </c:pt>
                <c:pt idx="213">
                  <c:v>8.476201E-5</c:v>
                </c:pt>
                <c:pt idx="214">
                  <c:v>8.4441040000000003E-5</c:v>
                </c:pt>
                <c:pt idx="215">
                  <c:v>8.16042E-5</c:v>
                </c:pt>
                <c:pt idx="216">
                  <c:v>7.7977780000000003E-5</c:v>
                </c:pt>
                <c:pt idx="217">
                  <c:v>7.6518610000000004E-5</c:v>
                </c:pt>
                <c:pt idx="218">
                  <c:v>7.2699760000000002E-5</c:v>
                </c:pt>
                <c:pt idx="219">
                  <c:v>7.1903170000000004E-5</c:v>
                </c:pt>
                <c:pt idx="220">
                  <c:v>6.9214449999999996E-5</c:v>
                </c:pt>
                <c:pt idx="221">
                  <c:v>6.7144550000000004E-5</c:v>
                </c:pt>
                <c:pt idx="222">
                  <c:v>6.5750460000000004E-5</c:v>
                </c:pt>
                <c:pt idx="223">
                  <c:v>6.2882830000000003E-5</c:v>
                </c:pt>
                <c:pt idx="224">
                  <c:v>6.3907029999999999E-5</c:v>
                </c:pt>
                <c:pt idx="225">
                  <c:v>6.1368820000000002E-5</c:v>
                </c:pt>
                <c:pt idx="226">
                  <c:v>5.8832490000000002E-5</c:v>
                </c:pt>
                <c:pt idx="227">
                  <c:v>5.8883879999999999E-5</c:v>
                </c:pt>
                <c:pt idx="228">
                  <c:v>5.7499420000000002E-5</c:v>
                </c:pt>
                <c:pt idx="229">
                  <c:v>5.7508779999999999E-5</c:v>
                </c:pt>
                <c:pt idx="230">
                  <c:v>5.819392E-5</c:v>
                </c:pt>
                <c:pt idx="231">
                  <c:v>5.5717500000000003E-5</c:v>
                </c:pt>
                <c:pt idx="232">
                  <c:v>5.5934060000000001E-5</c:v>
                </c:pt>
                <c:pt idx="233">
                  <c:v>5.5167609999999997E-5</c:v>
                </c:pt>
                <c:pt idx="234">
                  <c:v>5.4334749999999997E-5</c:v>
                </c:pt>
                <c:pt idx="235">
                  <c:v>5.4186089999999999E-5</c:v>
                </c:pt>
                <c:pt idx="236">
                  <c:v>5.4738009999999997E-5</c:v>
                </c:pt>
                <c:pt idx="237">
                  <c:v>5.4081579999999999E-5</c:v>
                </c:pt>
                <c:pt idx="238">
                  <c:v>5.173154E-5</c:v>
                </c:pt>
                <c:pt idx="239">
                  <c:v>5.2719929999999999E-5</c:v>
                </c:pt>
                <c:pt idx="240">
                  <c:v>5.1919200000000003E-5</c:v>
                </c:pt>
                <c:pt idx="241">
                  <c:v>5.1391170000000001E-5</c:v>
                </c:pt>
                <c:pt idx="242">
                  <c:v>5.189514E-5</c:v>
                </c:pt>
                <c:pt idx="243">
                  <c:v>5.0131089999999998E-5</c:v>
                </c:pt>
                <c:pt idx="244">
                  <c:v>5.0408309999999997E-5</c:v>
                </c:pt>
                <c:pt idx="245">
                  <c:v>5.0186850000000002E-5</c:v>
                </c:pt>
                <c:pt idx="246">
                  <c:v>5.2158199999999998E-5</c:v>
                </c:pt>
                <c:pt idx="247">
                  <c:v>4.954131E-5</c:v>
                </c:pt>
                <c:pt idx="248">
                  <c:v>4.9584070000000003E-5</c:v>
                </c:pt>
                <c:pt idx="249">
                  <c:v>5.1309469999999999E-5</c:v>
                </c:pt>
                <c:pt idx="250">
                  <c:v>5.1337230000000002E-5</c:v>
                </c:pt>
                <c:pt idx="251">
                  <c:v>5.2868390000000003E-5</c:v>
                </c:pt>
                <c:pt idx="252">
                  <c:v>5.0285670000000003E-5</c:v>
                </c:pt>
                <c:pt idx="253">
                  <c:v>5.1679140000000001E-5</c:v>
                </c:pt>
                <c:pt idx="254">
                  <c:v>5.1438179999999997E-5</c:v>
                </c:pt>
                <c:pt idx="255">
                  <c:v>5.1377720000000002E-5</c:v>
                </c:pt>
                <c:pt idx="256">
                  <c:v>5.181009E-5</c:v>
                </c:pt>
                <c:pt idx="257">
                  <c:v>5.1191350000000002E-5</c:v>
                </c:pt>
                <c:pt idx="258">
                  <c:v>5.0717699999999997E-5</c:v>
                </c:pt>
                <c:pt idx="259">
                  <c:v>5.2073359999999999E-5</c:v>
                </c:pt>
                <c:pt idx="260">
                  <c:v>4.9756180000000002E-5</c:v>
                </c:pt>
                <c:pt idx="261">
                  <c:v>5.2364880000000003E-5</c:v>
                </c:pt>
                <c:pt idx="262">
                  <c:v>5.0360900000000001E-5</c:v>
                </c:pt>
                <c:pt idx="263">
                  <c:v>5.0096090000000002E-5</c:v>
                </c:pt>
                <c:pt idx="264">
                  <c:v>5.1174819999999998E-5</c:v>
                </c:pt>
                <c:pt idx="265">
                  <c:v>5.2207229999999999E-5</c:v>
                </c:pt>
                <c:pt idx="266">
                  <c:v>5.3303790000000002E-5</c:v>
                </c:pt>
                <c:pt idx="267">
                  <c:v>5.3400060000000001E-5</c:v>
                </c:pt>
                <c:pt idx="268">
                  <c:v>5.408711E-5</c:v>
                </c:pt>
                <c:pt idx="269">
                  <c:v>5.1036150000000001E-5</c:v>
                </c:pt>
                <c:pt idx="270">
                  <c:v>5.1204510000000001E-5</c:v>
                </c:pt>
                <c:pt idx="271">
                  <c:v>5.2733889999999999E-5</c:v>
                </c:pt>
                <c:pt idx="272">
                  <c:v>5.3418010000000003E-5</c:v>
                </c:pt>
                <c:pt idx="273">
                  <c:v>5.2804240000000001E-5</c:v>
                </c:pt>
                <c:pt idx="274">
                  <c:v>5.1680859999999999E-5</c:v>
                </c:pt>
                <c:pt idx="275">
                  <c:v>5.2490100000000001E-5</c:v>
                </c:pt>
                <c:pt idx="276">
                  <c:v>5.3393110000000003E-5</c:v>
                </c:pt>
                <c:pt idx="277">
                  <c:v>5.1995230000000002E-5</c:v>
                </c:pt>
                <c:pt idx="278">
                  <c:v>5.191674E-5</c:v>
                </c:pt>
                <c:pt idx="279">
                  <c:v>5.2686999999999999E-5</c:v>
                </c:pt>
                <c:pt idx="280">
                  <c:v>5.2990559999999998E-5</c:v>
                </c:pt>
                <c:pt idx="281">
                  <c:v>5.3631539999999999E-5</c:v>
                </c:pt>
                <c:pt idx="282">
                  <c:v>5.4338149999999997E-5</c:v>
                </c:pt>
                <c:pt idx="283">
                  <c:v>5.4379200000000003E-5</c:v>
                </c:pt>
                <c:pt idx="284">
                  <c:v>5.2499179999999999E-5</c:v>
                </c:pt>
                <c:pt idx="285">
                  <c:v>5.6057100000000002E-5</c:v>
                </c:pt>
                <c:pt idx="286">
                  <c:v>5.7534909999999998E-5</c:v>
                </c:pt>
                <c:pt idx="287">
                  <c:v>5.7749369999999998E-5</c:v>
                </c:pt>
                <c:pt idx="288">
                  <c:v>5.5251850000000002E-5</c:v>
                </c:pt>
                <c:pt idx="289">
                  <c:v>5.618541E-5</c:v>
                </c:pt>
                <c:pt idx="290">
                  <c:v>5.6855209999999998E-5</c:v>
                </c:pt>
                <c:pt idx="291">
                  <c:v>5.6474100000000002E-5</c:v>
                </c:pt>
                <c:pt idx="292">
                  <c:v>5.5937509999999998E-5</c:v>
                </c:pt>
                <c:pt idx="293">
                  <c:v>5.3378519999999999E-5</c:v>
                </c:pt>
                <c:pt idx="294">
                  <c:v>5.8251970000000002E-5</c:v>
                </c:pt>
                <c:pt idx="295">
                  <c:v>5.5630909999999997E-5</c:v>
                </c:pt>
                <c:pt idx="296">
                  <c:v>5.4387379999999999E-5</c:v>
                </c:pt>
                <c:pt idx="297">
                  <c:v>5.5935959999999998E-5</c:v>
                </c:pt>
                <c:pt idx="298">
                  <c:v>5.6373479999999997E-5</c:v>
                </c:pt>
                <c:pt idx="299">
                  <c:v>5.6609820000000003E-5</c:v>
                </c:pt>
                <c:pt idx="300">
                  <c:v>5.716801E-5</c:v>
                </c:pt>
                <c:pt idx="301">
                  <c:v>5.4795469999999999E-5</c:v>
                </c:pt>
                <c:pt idx="302">
                  <c:v>5.8733429999999998E-5</c:v>
                </c:pt>
                <c:pt idx="303">
                  <c:v>5.6245639999999998E-5</c:v>
                </c:pt>
                <c:pt idx="304">
                  <c:v>5.8794120000000001E-5</c:v>
                </c:pt>
                <c:pt idx="305">
                  <c:v>5.5987869999999998E-5</c:v>
                </c:pt>
                <c:pt idx="306">
                  <c:v>5.7273540000000003E-5</c:v>
                </c:pt>
                <c:pt idx="307">
                  <c:v>5.7087170000000003E-5</c:v>
                </c:pt>
                <c:pt idx="308">
                  <c:v>5.7230069999999997E-5</c:v>
                </c:pt>
                <c:pt idx="309">
                  <c:v>5.9454260000000002E-5</c:v>
                </c:pt>
                <c:pt idx="310">
                  <c:v>5.4983940000000003E-5</c:v>
                </c:pt>
                <c:pt idx="311">
                  <c:v>5.6931329999999997E-5</c:v>
                </c:pt>
                <c:pt idx="312">
                  <c:v>5.9476140000000001E-5</c:v>
                </c:pt>
                <c:pt idx="313">
                  <c:v>6.004619E-5</c:v>
                </c:pt>
                <c:pt idx="314">
                  <c:v>5.9181780000000002E-5</c:v>
                </c:pt>
                <c:pt idx="315">
                  <c:v>6.0224340000000001E-5</c:v>
                </c:pt>
                <c:pt idx="316">
                  <c:v>6.1182729999999995E-5</c:v>
                </c:pt>
                <c:pt idx="317">
                  <c:v>5.8598499999999998E-5</c:v>
                </c:pt>
                <c:pt idx="318">
                  <c:v>5.7787780000000001E-5</c:v>
                </c:pt>
                <c:pt idx="319">
                  <c:v>6.0797600000000002E-5</c:v>
                </c:pt>
                <c:pt idx="320">
                  <c:v>5.8008699999999999E-5</c:v>
                </c:pt>
                <c:pt idx="321">
                  <c:v>6.0922270000000002E-5</c:v>
                </c:pt>
                <c:pt idx="322">
                  <c:v>5.863475E-5</c:v>
                </c:pt>
                <c:pt idx="323">
                  <c:v>5.9849229999999998E-5</c:v>
                </c:pt>
                <c:pt idx="324">
                  <c:v>6.0260529999999999E-5</c:v>
                </c:pt>
                <c:pt idx="325">
                  <c:v>5.9957380000000002E-5</c:v>
                </c:pt>
                <c:pt idx="326">
                  <c:v>6.0622499999999998E-5</c:v>
                </c:pt>
                <c:pt idx="327">
                  <c:v>5.940493E-5</c:v>
                </c:pt>
                <c:pt idx="328">
                  <c:v>5.938634E-5</c:v>
                </c:pt>
                <c:pt idx="329">
                  <c:v>5.6246460000000002E-5</c:v>
                </c:pt>
                <c:pt idx="330">
                  <c:v>5.7861249999999998E-5</c:v>
                </c:pt>
                <c:pt idx="331">
                  <c:v>5.5018329999999997E-5</c:v>
                </c:pt>
                <c:pt idx="332">
                  <c:v>5.7590860000000002E-5</c:v>
                </c:pt>
                <c:pt idx="333">
                  <c:v>5.5894260000000002E-5</c:v>
                </c:pt>
                <c:pt idx="334">
                  <c:v>5.7886390000000001E-5</c:v>
                </c:pt>
                <c:pt idx="335">
                  <c:v>5.9796819999999998E-5</c:v>
                </c:pt>
                <c:pt idx="336">
                  <c:v>6.0124239999999999E-5</c:v>
                </c:pt>
                <c:pt idx="337">
                  <c:v>6.2893870000000002E-5</c:v>
                </c:pt>
                <c:pt idx="338">
                  <c:v>6.1941759999999994E-5</c:v>
                </c:pt>
                <c:pt idx="339">
                  <c:v>5.9500609999999998E-5</c:v>
                </c:pt>
                <c:pt idx="340">
                  <c:v>5.9111550000000002E-5</c:v>
                </c:pt>
                <c:pt idx="341">
                  <c:v>6.2271359999999999E-5</c:v>
                </c:pt>
                <c:pt idx="342">
                  <c:v>6.076366E-5</c:v>
                </c:pt>
                <c:pt idx="343">
                  <c:v>5.9436450000000002E-5</c:v>
                </c:pt>
                <c:pt idx="344">
                  <c:v>6.1086109999999998E-5</c:v>
                </c:pt>
                <c:pt idx="345">
                  <c:v>5.6345799999999998E-5</c:v>
                </c:pt>
                <c:pt idx="346">
                  <c:v>5.9002539999999999E-5</c:v>
                </c:pt>
                <c:pt idx="347">
                  <c:v>5.304454E-5</c:v>
                </c:pt>
                <c:pt idx="348">
                  <c:v>5.6516140000000002E-5</c:v>
                </c:pt>
                <c:pt idx="349">
                  <c:v>5.8882000000000003E-5</c:v>
                </c:pt>
                <c:pt idx="350">
                  <c:v>5.7214050000000002E-5</c:v>
                </c:pt>
                <c:pt idx="351">
                  <c:v>5.8835449999999999E-5</c:v>
                </c:pt>
                <c:pt idx="352">
                  <c:v>5.8405039999999997E-5</c:v>
                </c:pt>
                <c:pt idx="353">
                  <c:v>5.676873E-5</c:v>
                </c:pt>
                <c:pt idx="354">
                  <c:v>5.5589730000000003E-5</c:v>
                </c:pt>
                <c:pt idx="355">
                  <c:v>5.887479E-5</c:v>
                </c:pt>
                <c:pt idx="356">
                  <c:v>5.6972490000000003E-5</c:v>
                </c:pt>
                <c:pt idx="357">
                  <c:v>5.7749589999999999E-5</c:v>
                </c:pt>
                <c:pt idx="358">
                  <c:v>5.6864580000000003E-5</c:v>
                </c:pt>
                <c:pt idx="359">
                  <c:v>5.5228520000000003E-5</c:v>
                </c:pt>
                <c:pt idx="360">
                  <c:v>5.8509820000000001E-5</c:v>
                </c:pt>
                <c:pt idx="361">
                  <c:v>5.766562E-5</c:v>
                </c:pt>
                <c:pt idx="362">
                  <c:v>5.4953780000000001E-5</c:v>
                </c:pt>
                <c:pt idx="363">
                  <c:v>5.701487E-5</c:v>
                </c:pt>
                <c:pt idx="364">
                  <c:v>5.748274E-5</c:v>
                </c:pt>
                <c:pt idx="365">
                  <c:v>6.0045759999999998E-5</c:v>
                </c:pt>
                <c:pt idx="366">
                  <c:v>5.6468329999999998E-5</c:v>
                </c:pt>
                <c:pt idx="367">
                  <c:v>5.7271349999999998E-5</c:v>
                </c:pt>
                <c:pt idx="368">
                  <c:v>5.6402340000000003E-5</c:v>
                </c:pt>
                <c:pt idx="369">
                  <c:v>5.5240600000000001E-5</c:v>
                </c:pt>
                <c:pt idx="370">
                  <c:v>5.9477659999999999E-5</c:v>
                </c:pt>
                <c:pt idx="371">
                  <c:v>5.9469899999999998E-5</c:v>
                </c:pt>
                <c:pt idx="372">
                  <c:v>5.6331710000000002E-5</c:v>
                </c:pt>
                <c:pt idx="373">
                  <c:v>5.7730540000000002E-5</c:v>
                </c:pt>
                <c:pt idx="374">
                  <c:v>5.4111850000000003E-5</c:v>
                </c:pt>
                <c:pt idx="375">
                  <c:v>5.713867E-5</c:v>
                </c:pt>
                <c:pt idx="376">
                  <c:v>5.1191169999999997E-5</c:v>
                </c:pt>
                <c:pt idx="377">
                  <c:v>5.5127010000000003E-5</c:v>
                </c:pt>
                <c:pt idx="378">
                  <c:v>5.2400749999999998E-5</c:v>
                </c:pt>
                <c:pt idx="379">
                  <c:v>5.49804E-5</c:v>
                </c:pt>
                <c:pt idx="380">
                  <c:v>5.5128550000000003E-5</c:v>
                </c:pt>
                <c:pt idx="381">
                  <c:v>4.9504279999999998E-5</c:v>
                </c:pt>
                <c:pt idx="382">
                  <c:v>4.8650699999999998E-5</c:v>
                </c:pt>
                <c:pt idx="383">
                  <c:v>5.1611140000000001E-5</c:v>
                </c:pt>
                <c:pt idx="384">
                  <c:v>5.0696509999999999E-5</c:v>
                </c:pt>
                <c:pt idx="385">
                  <c:v>5.7479809999999999E-5</c:v>
                </c:pt>
                <c:pt idx="386">
                  <c:v>5.3758809999999998E-5</c:v>
                </c:pt>
                <c:pt idx="387">
                  <c:v>5.8898219999999999E-5</c:v>
                </c:pt>
                <c:pt idx="388">
                  <c:v>5.2797390000000003E-5</c:v>
                </c:pt>
                <c:pt idx="389">
                  <c:v>5.1347329999999998E-5</c:v>
                </c:pt>
                <c:pt idx="390">
                  <c:v>5.1309769999999999E-5</c:v>
                </c:pt>
                <c:pt idx="391">
                  <c:v>5.1242500000000003E-5</c:v>
                </c:pt>
                <c:pt idx="392">
                  <c:v>5.4882500000000002E-5</c:v>
                </c:pt>
                <c:pt idx="393">
                  <c:v>5.309414E-5</c:v>
                </c:pt>
                <c:pt idx="394">
                  <c:v>4.7838169999999997E-5</c:v>
                </c:pt>
                <c:pt idx="395">
                  <c:v>5.0254889999999998E-5</c:v>
                </c:pt>
                <c:pt idx="396">
                  <c:v>4.9510740000000003E-5</c:v>
                </c:pt>
                <c:pt idx="397">
                  <c:v>5.1028300000000001E-5</c:v>
                </c:pt>
                <c:pt idx="398">
                  <c:v>5.4040950000000003E-5</c:v>
                </c:pt>
                <c:pt idx="399">
                  <c:v>5.6411679999999999E-5</c:v>
                </c:pt>
                <c:pt idx="400">
                  <c:v>4.7987769999999999E-5</c:v>
                </c:pt>
              </c:numCache>
            </c:numRef>
          </c:val>
          <c:smooth val="0"/>
          <c:extLst>
            <c:ext xmlns:c16="http://schemas.microsoft.com/office/drawing/2014/chart" uri="{C3380CC4-5D6E-409C-BE32-E72D297353CC}">
              <c16:uniqueId val="{00000002-4F39-48E3-A16C-BBF52F47A674}"/>
            </c:ext>
          </c:extLst>
        </c:ser>
        <c:dLbls>
          <c:showLegendKey val="0"/>
          <c:showVal val="0"/>
          <c:showCatName val="0"/>
          <c:showSerName val="0"/>
          <c:showPercent val="0"/>
          <c:showBubbleSize val="0"/>
        </c:dLbls>
        <c:smooth val="0"/>
        <c:axId val="1086073663"/>
        <c:axId val="1086075583"/>
      </c:lineChart>
      <c:catAx>
        <c:axId val="10860736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086075583"/>
        <c:crosses val="autoZero"/>
        <c:auto val="1"/>
        <c:lblAlgn val="ctr"/>
        <c:lblOffset val="100"/>
        <c:noMultiLvlLbl val="0"/>
      </c:catAx>
      <c:valAx>
        <c:axId val="1086075583"/>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kumimoji="1" lang="ja-JP" altLang="en-US" sz="900" dirty="0"/>
                  <a:t>分光放射輝度</a:t>
                </a:r>
                <a:endParaRPr kumimoji="1" lang="en-US" altLang="ja-JP" sz="900" dirty="0"/>
              </a:p>
              <a:p>
                <a:pPr>
                  <a:defRPr/>
                </a:pPr>
                <a:r>
                  <a:rPr kumimoji="1" lang="ja-JP" altLang="en" sz="900" dirty="0"/>
                  <a:t>（</a:t>
                </a:r>
                <a:r>
                  <a:rPr kumimoji="1" lang="en" altLang="ja-JP" sz="900" dirty="0"/>
                  <a:t>W</a:t>
                </a:r>
                <a:r>
                  <a:rPr kumimoji="1" lang="ja-JP" altLang="en" sz="900" dirty="0"/>
                  <a:t>・</a:t>
                </a:r>
                <a:r>
                  <a:rPr kumimoji="1" lang="en" altLang="ja-JP" sz="900" dirty="0"/>
                  <a:t>sr⁻¹</a:t>
                </a:r>
                <a:r>
                  <a:rPr kumimoji="1" lang="ja-JP" altLang="en" sz="900" dirty="0"/>
                  <a:t>・ｍ⁻</a:t>
                </a:r>
                <a:r>
                  <a:rPr kumimoji="1" lang="en" altLang="ja-JP" sz="900" dirty="0"/>
                  <a:t>²</a:t>
                </a:r>
                <a:r>
                  <a:rPr kumimoji="1" lang="ja-JP" altLang="en" sz="900" dirty="0"/>
                  <a:t>・</a:t>
                </a:r>
                <a:r>
                  <a:rPr kumimoji="1" lang="en" altLang="ja-JP" sz="900" dirty="0"/>
                  <a:t>nm⁻¹</a:t>
                </a:r>
                <a:r>
                  <a:rPr kumimoji="1" lang="ja-JP" altLang="en" sz="900" dirty="0"/>
                  <a:t>）</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ltLang="ja-JP"/>
            </a:p>
          </c:txPr>
        </c:title>
        <c:numFmt formatCode="0.0000_ "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08607366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ja-JP" altLang="en-US" sz="1100" b="0" i="0" u="none" strike="noStrike" kern="1200" spc="0" baseline="0" dirty="0">
                <a:solidFill>
                  <a:schemeClr val="tx1"/>
                </a:solidFill>
              </a:rPr>
              <a:t>中波長光</a:t>
            </a:r>
            <a:r>
              <a:rPr lang="en-US" altLang="ja-JP" sz="1100" b="0" i="0" u="none" strike="noStrike" kern="1200" spc="0" baseline="0" dirty="0">
                <a:solidFill>
                  <a:schemeClr val="tx1"/>
                </a:solidFill>
              </a:rPr>
              <a:t>17.97</a:t>
            </a:r>
            <a:r>
              <a:rPr lang="en-US" altLang="ja-JP" sz="800" b="0" i="0" u="none" strike="noStrike" kern="1200" spc="0" baseline="0" dirty="0">
                <a:solidFill>
                  <a:sysClr val="windowText" lastClr="000000">
                    <a:lumMod val="65000"/>
                    <a:lumOff val="35000"/>
                  </a:sysClr>
                </a:solidFill>
              </a:rPr>
              <a:t>cd/m</a:t>
            </a:r>
            <a:r>
              <a:rPr lang="en-US" altLang="ja-JP" sz="800" b="0" i="0" u="none" strike="noStrike" kern="1200" spc="0" baseline="30000" dirty="0">
                <a:solidFill>
                  <a:sysClr val="windowText" lastClr="000000">
                    <a:lumMod val="65000"/>
                    <a:lumOff val="35000"/>
                  </a:sysClr>
                </a:solidFill>
              </a:rPr>
              <a:t>2</a:t>
            </a:r>
            <a:endParaRPr lang="ja-JP" altLang="en-US" sz="1100" b="0" i="0" u="none" strike="noStrike" kern="1200" spc="0" baseline="0" dirty="0">
              <a:solidFill>
                <a:schemeClr val="tx1"/>
              </a:solidFill>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ja-JP" altLang="en-US"/>
        </a:p>
      </c:txPr>
    </c:title>
    <c:autoTitleDeleted val="0"/>
    <c:plotArea>
      <c:layout/>
      <c:barChart>
        <c:barDir val="col"/>
        <c:grouping val="clustered"/>
        <c:varyColors val="0"/>
        <c:ser>
          <c:idx val="0"/>
          <c:order val="0"/>
          <c:tx>
            <c:strRef>
              <c:f>'https://utokai.sharepoint.com/sites/msteams_21d92e/Shared Documents/光瞳孔反射研究プロジェクト/07色の組み合わせ(減光)/02.青緑/01.実験データ/20251128髙平/[20251128.takahira_B56G5.xlsm]照射後３sごと'!$D$1:$D$2</c:f>
              <c:strCache>
                <c:ptCount val="1"/>
                <c:pt idx="0">
                  <c:v>カテゴリ 短波長光</c:v>
                </c:pt>
              </c:strCache>
            </c:strRef>
          </c:tx>
          <c:spPr>
            <a:solidFill>
              <a:srgbClr val="0070C0"/>
            </a:solidFill>
            <a:ln>
              <a:noFill/>
            </a:ln>
            <a:effectLst/>
          </c:spPr>
          <c:invertIfNegative val="0"/>
          <c:val>
            <c:numRef>
              <c:f>'https://utokai.sharepoint.com/sites/msteams_21d92e/Shared Documents/光瞳孔反射研究プロジェクト/07色の組み合わせ(減光)/02.青緑/01.実験データ/20251128髙平/[20251128.takahira_B56G5.xlsm]照射後３sごと'!$D$3:$D$1194</c:f>
              <c:numCache>
                <c:formatCode>General</c:formatCode>
                <c:ptCount val="1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1</c:v>
                </c:pt>
                <c:pt idx="70">
                  <c:v>1</c:v>
                </c:pt>
                <c:pt idx="71">
                  <c:v>1</c:v>
                </c:pt>
                <c:pt idx="72">
                  <c:v>1</c:v>
                </c:pt>
                <c:pt idx="73">
                  <c:v>1</c:v>
                </c:pt>
                <c:pt idx="74">
                  <c:v>1</c:v>
                </c:pt>
                <c:pt idx="75">
                  <c:v>1</c:v>
                </c:pt>
                <c:pt idx="76">
                  <c:v>1</c:v>
                </c:pt>
                <c:pt idx="77">
                  <c:v>1</c:v>
                </c:pt>
                <c:pt idx="78">
                  <c:v>1</c:v>
                </c:pt>
                <c:pt idx="79">
                  <c:v>1</c:v>
                </c:pt>
                <c:pt idx="80">
                  <c:v>1</c:v>
                </c:pt>
                <c:pt idx="81">
                  <c:v>1</c:v>
                </c:pt>
                <c:pt idx="82">
                  <c:v>1</c:v>
                </c:pt>
                <c:pt idx="83">
                  <c:v>1</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1</c:v>
                </c:pt>
                <c:pt idx="130">
                  <c:v>1</c:v>
                </c:pt>
                <c:pt idx="131">
                  <c:v>1</c:v>
                </c:pt>
                <c:pt idx="132">
                  <c:v>1</c:v>
                </c:pt>
                <c:pt idx="133">
                  <c:v>1</c:v>
                </c:pt>
                <c:pt idx="134">
                  <c:v>1</c:v>
                </c:pt>
                <c:pt idx="135">
                  <c:v>1</c:v>
                </c:pt>
                <c:pt idx="136">
                  <c:v>1</c:v>
                </c:pt>
                <c:pt idx="137">
                  <c:v>1</c:v>
                </c:pt>
                <c:pt idx="138">
                  <c:v>1</c:v>
                </c:pt>
                <c:pt idx="139">
                  <c:v>1</c:v>
                </c:pt>
                <c:pt idx="140">
                  <c:v>1</c:v>
                </c:pt>
                <c:pt idx="141">
                  <c:v>1</c:v>
                </c:pt>
                <c:pt idx="142">
                  <c:v>1</c:v>
                </c:pt>
                <c:pt idx="143">
                  <c:v>1</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1</c:v>
                </c:pt>
                <c:pt idx="160">
                  <c:v>1</c:v>
                </c:pt>
                <c:pt idx="161">
                  <c:v>1</c:v>
                </c:pt>
                <c:pt idx="162">
                  <c:v>1</c:v>
                </c:pt>
                <c:pt idx="163">
                  <c:v>1</c:v>
                </c:pt>
                <c:pt idx="164">
                  <c:v>1</c:v>
                </c:pt>
                <c:pt idx="165">
                  <c:v>1</c:v>
                </c:pt>
                <c:pt idx="166">
                  <c:v>1</c:v>
                </c:pt>
                <c:pt idx="167">
                  <c:v>1</c:v>
                </c:pt>
                <c:pt idx="168">
                  <c:v>1</c:v>
                </c:pt>
                <c:pt idx="169">
                  <c:v>1</c:v>
                </c:pt>
                <c:pt idx="170">
                  <c:v>1</c:v>
                </c:pt>
                <c:pt idx="171">
                  <c:v>1</c:v>
                </c:pt>
                <c:pt idx="172">
                  <c:v>1</c:v>
                </c:pt>
                <c:pt idx="173">
                  <c:v>1</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1</c:v>
                </c:pt>
                <c:pt idx="190">
                  <c:v>1</c:v>
                </c:pt>
                <c:pt idx="191">
                  <c:v>1</c:v>
                </c:pt>
                <c:pt idx="192">
                  <c:v>1</c:v>
                </c:pt>
                <c:pt idx="193">
                  <c:v>1</c:v>
                </c:pt>
                <c:pt idx="194">
                  <c:v>1</c:v>
                </c:pt>
                <c:pt idx="195">
                  <c:v>1</c:v>
                </c:pt>
                <c:pt idx="196">
                  <c:v>1</c:v>
                </c:pt>
                <c:pt idx="197">
                  <c:v>1</c:v>
                </c:pt>
                <c:pt idx="198">
                  <c:v>1</c:v>
                </c:pt>
                <c:pt idx="199">
                  <c:v>1</c:v>
                </c:pt>
                <c:pt idx="200">
                  <c:v>1</c:v>
                </c:pt>
                <c:pt idx="201">
                  <c:v>1</c:v>
                </c:pt>
                <c:pt idx="202">
                  <c:v>1</c:v>
                </c:pt>
                <c:pt idx="203">
                  <c:v>1</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1</c:v>
                </c:pt>
                <c:pt idx="220">
                  <c:v>1</c:v>
                </c:pt>
                <c:pt idx="221">
                  <c:v>1</c:v>
                </c:pt>
                <c:pt idx="222">
                  <c:v>1</c:v>
                </c:pt>
                <c:pt idx="223">
                  <c:v>1</c:v>
                </c:pt>
                <c:pt idx="224">
                  <c:v>1</c:v>
                </c:pt>
                <c:pt idx="225">
                  <c:v>1</c:v>
                </c:pt>
                <c:pt idx="226">
                  <c:v>1</c:v>
                </c:pt>
                <c:pt idx="227">
                  <c:v>1</c:v>
                </c:pt>
                <c:pt idx="228">
                  <c:v>1</c:v>
                </c:pt>
                <c:pt idx="229">
                  <c:v>1</c:v>
                </c:pt>
                <c:pt idx="230">
                  <c:v>1</c:v>
                </c:pt>
                <c:pt idx="231">
                  <c:v>1</c:v>
                </c:pt>
                <c:pt idx="232">
                  <c:v>1</c:v>
                </c:pt>
                <c:pt idx="233">
                  <c:v>1</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1</c:v>
                </c:pt>
                <c:pt idx="250">
                  <c:v>1</c:v>
                </c:pt>
                <c:pt idx="251">
                  <c:v>1</c:v>
                </c:pt>
                <c:pt idx="252">
                  <c:v>1</c:v>
                </c:pt>
                <c:pt idx="253">
                  <c:v>1</c:v>
                </c:pt>
                <c:pt idx="254">
                  <c:v>1</c:v>
                </c:pt>
                <c:pt idx="255">
                  <c:v>1</c:v>
                </c:pt>
                <c:pt idx="256">
                  <c:v>1</c:v>
                </c:pt>
                <c:pt idx="257">
                  <c:v>1</c:v>
                </c:pt>
                <c:pt idx="258">
                  <c:v>1</c:v>
                </c:pt>
                <c:pt idx="259">
                  <c:v>1</c:v>
                </c:pt>
                <c:pt idx="260">
                  <c:v>1</c:v>
                </c:pt>
                <c:pt idx="261">
                  <c:v>1</c:v>
                </c:pt>
                <c:pt idx="262">
                  <c:v>1</c:v>
                </c:pt>
                <c:pt idx="263">
                  <c:v>1</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1</c:v>
                </c:pt>
                <c:pt idx="280">
                  <c:v>1</c:v>
                </c:pt>
                <c:pt idx="281">
                  <c:v>1</c:v>
                </c:pt>
                <c:pt idx="282">
                  <c:v>1</c:v>
                </c:pt>
                <c:pt idx="283">
                  <c:v>1</c:v>
                </c:pt>
                <c:pt idx="284">
                  <c:v>1</c:v>
                </c:pt>
                <c:pt idx="285">
                  <c:v>1</c:v>
                </c:pt>
                <c:pt idx="286">
                  <c:v>1</c:v>
                </c:pt>
                <c:pt idx="287">
                  <c:v>1</c:v>
                </c:pt>
                <c:pt idx="288">
                  <c:v>1</c:v>
                </c:pt>
                <c:pt idx="289">
                  <c:v>1</c:v>
                </c:pt>
                <c:pt idx="290">
                  <c:v>1</c:v>
                </c:pt>
                <c:pt idx="291">
                  <c:v>1</c:v>
                </c:pt>
                <c:pt idx="292">
                  <c:v>1</c:v>
                </c:pt>
                <c:pt idx="293">
                  <c:v>1</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1</c:v>
                </c:pt>
                <c:pt idx="310">
                  <c:v>1</c:v>
                </c:pt>
                <c:pt idx="311">
                  <c:v>1</c:v>
                </c:pt>
                <c:pt idx="312">
                  <c:v>1</c:v>
                </c:pt>
                <c:pt idx="313">
                  <c:v>1</c:v>
                </c:pt>
                <c:pt idx="314">
                  <c:v>1</c:v>
                </c:pt>
                <c:pt idx="315">
                  <c:v>1</c:v>
                </c:pt>
                <c:pt idx="316">
                  <c:v>1</c:v>
                </c:pt>
                <c:pt idx="317">
                  <c:v>1</c:v>
                </c:pt>
                <c:pt idx="318">
                  <c:v>1</c:v>
                </c:pt>
                <c:pt idx="319">
                  <c:v>1</c:v>
                </c:pt>
                <c:pt idx="320">
                  <c:v>1</c:v>
                </c:pt>
                <c:pt idx="321">
                  <c:v>1</c:v>
                </c:pt>
                <c:pt idx="322">
                  <c:v>1</c:v>
                </c:pt>
                <c:pt idx="323">
                  <c:v>1</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1</c:v>
                </c:pt>
                <c:pt idx="340">
                  <c:v>1</c:v>
                </c:pt>
                <c:pt idx="341">
                  <c:v>1</c:v>
                </c:pt>
                <c:pt idx="342">
                  <c:v>1</c:v>
                </c:pt>
                <c:pt idx="343">
                  <c:v>1</c:v>
                </c:pt>
                <c:pt idx="344">
                  <c:v>1</c:v>
                </c:pt>
                <c:pt idx="345">
                  <c:v>1</c:v>
                </c:pt>
                <c:pt idx="346">
                  <c:v>1</c:v>
                </c:pt>
                <c:pt idx="347">
                  <c:v>1</c:v>
                </c:pt>
                <c:pt idx="348">
                  <c:v>1</c:v>
                </c:pt>
                <c:pt idx="349">
                  <c:v>1</c:v>
                </c:pt>
                <c:pt idx="350">
                  <c:v>1</c:v>
                </c:pt>
                <c:pt idx="351">
                  <c:v>1</c:v>
                </c:pt>
                <c:pt idx="352">
                  <c:v>1</c:v>
                </c:pt>
                <c:pt idx="353">
                  <c:v>1</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numCache>
            </c:numRef>
          </c:val>
          <c:extLst>
            <c:ext xmlns:c16="http://schemas.microsoft.com/office/drawing/2014/chart" uri="{C3380CC4-5D6E-409C-BE32-E72D297353CC}">
              <c16:uniqueId val="{00000000-5A7C-4DF5-A07B-495B21888182}"/>
            </c:ext>
          </c:extLst>
        </c:ser>
        <c:ser>
          <c:idx val="1"/>
          <c:order val="1"/>
          <c:tx>
            <c:strRef>
              <c:f>'https://utokai.sharepoint.com/sites/msteams_21d92e/Shared Documents/光瞳孔反射研究プロジェクト/07色の組み合わせ(減光)/02.青緑/01.実験データ/20251128髙平/[20251128.takahira_B56G5.xlsm]照射後３sごと'!$E$1:$E$2</c:f>
              <c:strCache>
                <c:ptCount val="1"/>
                <c:pt idx="0">
                  <c:v>カテゴリ 中波長光</c:v>
                </c:pt>
              </c:strCache>
            </c:strRef>
          </c:tx>
          <c:spPr>
            <a:solidFill>
              <a:srgbClr val="00B050"/>
            </a:solidFill>
            <a:ln>
              <a:noFill/>
            </a:ln>
            <a:effectLst/>
          </c:spPr>
          <c:invertIfNegative val="0"/>
          <c:val>
            <c:numRef>
              <c:f>'https://utokai.sharepoint.com/sites/msteams_21d92e/Shared Documents/光瞳孔反射研究プロジェクト/07色の組み合わせ(減光)/02.青緑/01.実験データ/20251128髙平/[20251128.takahira_B56G5.xlsm]照射後３sごと'!$E$3:$E$1194</c:f>
              <c:numCache>
                <c:formatCode>General</c:formatCode>
                <c:ptCount val="1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1</c:v>
                </c:pt>
                <c:pt idx="115">
                  <c:v>1</c:v>
                </c:pt>
                <c:pt idx="116">
                  <c:v>1</c:v>
                </c:pt>
                <c:pt idx="117">
                  <c:v>1</c:v>
                </c:pt>
                <c:pt idx="118">
                  <c:v>1</c:v>
                </c:pt>
                <c:pt idx="119">
                  <c:v>1</c:v>
                </c:pt>
                <c:pt idx="120">
                  <c:v>1</c:v>
                </c:pt>
                <c:pt idx="121">
                  <c:v>1</c:v>
                </c:pt>
                <c:pt idx="122">
                  <c:v>1</c:v>
                </c:pt>
                <c:pt idx="123">
                  <c:v>1</c:v>
                </c:pt>
                <c:pt idx="124">
                  <c:v>1</c:v>
                </c:pt>
                <c:pt idx="125">
                  <c:v>1</c:v>
                </c:pt>
                <c:pt idx="126">
                  <c:v>1</c:v>
                </c:pt>
                <c:pt idx="127">
                  <c:v>1</c:v>
                </c:pt>
                <c:pt idx="128">
                  <c:v>1</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1</c:v>
                </c:pt>
                <c:pt idx="145">
                  <c:v>1</c:v>
                </c:pt>
                <c:pt idx="146">
                  <c:v>1</c:v>
                </c:pt>
                <c:pt idx="147">
                  <c:v>1</c:v>
                </c:pt>
                <c:pt idx="148">
                  <c:v>1</c:v>
                </c:pt>
                <c:pt idx="149">
                  <c:v>1</c:v>
                </c:pt>
                <c:pt idx="150">
                  <c:v>1</c:v>
                </c:pt>
                <c:pt idx="151">
                  <c:v>1</c:v>
                </c:pt>
                <c:pt idx="152">
                  <c:v>1</c:v>
                </c:pt>
                <c:pt idx="153">
                  <c:v>1</c:v>
                </c:pt>
                <c:pt idx="154">
                  <c:v>1</c:v>
                </c:pt>
                <c:pt idx="155">
                  <c:v>1</c:v>
                </c:pt>
                <c:pt idx="156">
                  <c:v>1</c:v>
                </c:pt>
                <c:pt idx="157">
                  <c:v>1</c:v>
                </c:pt>
                <c:pt idx="158">
                  <c:v>1</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1</c:v>
                </c:pt>
                <c:pt idx="175">
                  <c:v>1</c:v>
                </c:pt>
                <c:pt idx="176">
                  <c:v>1</c:v>
                </c:pt>
                <c:pt idx="177">
                  <c:v>1</c:v>
                </c:pt>
                <c:pt idx="178">
                  <c:v>1</c:v>
                </c:pt>
                <c:pt idx="179">
                  <c:v>1</c:v>
                </c:pt>
                <c:pt idx="180">
                  <c:v>1</c:v>
                </c:pt>
                <c:pt idx="181">
                  <c:v>1</c:v>
                </c:pt>
                <c:pt idx="182">
                  <c:v>1</c:v>
                </c:pt>
                <c:pt idx="183">
                  <c:v>1</c:v>
                </c:pt>
                <c:pt idx="184">
                  <c:v>1</c:v>
                </c:pt>
                <c:pt idx="185">
                  <c:v>1</c:v>
                </c:pt>
                <c:pt idx="186">
                  <c:v>1</c:v>
                </c:pt>
                <c:pt idx="187">
                  <c:v>1</c:v>
                </c:pt>
                <c:pt idx="188">
                  <c:v>1</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1</c:v>
                </c:pt>
                <c:pt idx="205">
                  <c:v>1</c:v>
                </c:pt>
                <c:pt idx="206">
                  <c:v>1</c:v>
                </c:pt>
                <c:pt idx="207">
                  <c:v>1</c:v>
                </c:pt>
                <c:pt idx="208">
                  <c:v>1</c:v>
                </c:pt>
                <c:pt idx="209">
                  <c:v>1</c:v>
                </c:pt>
                <c:pt idx="210">
                  <c:v>1</c:v>
                </c:pt>
                <c:pt idx="211">
                  <c:v>1</c:v>
                </c:pt>
                <c:pt idx="212">
                  <c:v>1</c:v>
                </c:pt>
                <c:pt idx="213">
                  <c:v>1</c:v>
                </c:pt>
                <c:pt idx="214">
                  <c:v>1</c:v>
                </c:pt>
                <c:pt idx="215">
                  <c:v>1</c:v>
                </c:pt>
                <c:pt idx="216">
                  <c:v>1</c:v>
                </c:pt>
                <c:pt idx="217">
                  <c:v>1</c:v>
                </c:pt>
                <c:pt idx="218">
                  <c:v>1</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1</c:v>
                </c:pt>
                <c:pt idx="235">
                  <c:v>1</c:v>
                </c:pt>
                <c:pt idx="236">
                  <c:v>1</c:v>
                </c:pt>
                <c:pt idx="237">
                  <c:v>1</c:v>
                </c:pt>
                <c:pt idx="238">
                  <c:v>1</c:v>
                </c:pt>
                <c:pt idx="239">
                  <c:v>1</c:v>
                </c:pt>
                <c:pt idx="240">
                  <c:v>1</c:v>
                </c:pt>
                <c:pt idx="241">
                  <c:v>1</c:v>
                </c:pt>
                <c:pt idx="242">
                  <c:v>1</c:v>
                </c:pt>
                <c:pt idx="243">
                  <c:v>1</c:v>
                </c:pt>
                <c:pt idx="244">
                  <c:v>1</c:v>
                </c:pt>
                <c:pt idx="245">
                  <c:v>1</c:v>
                </c:pt>
                <c:pt idx="246">
                  <c:v>1</c:v>
                </c:pt>
                <c:pt idx="247">
                  <c:v>1</c:v>
                </c:pt>
                <c:pt idx="248">
                  <c:v>1</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1</c:v>
                </c:pt>
                <c:pt idx="265">
                  <c:v>1</c:v>
                </c:pt>
                <c:pt idx="266">
                  <c:v>1</c:v>
                </c:pt>
                <c:pt idx="267">
                  <c:v>1</c:v>
                </c:pt>
                <c:pt idx="268">
                  <c:v>1</c:v>
                </c:pt>
                <c:pt idx="269">
                  <c:v>1</c:v>
                </c:pt>
                <c:pt idx="270">
                  <c:v>1</c:v>
                </c:pt>
                <c:pt idx="271">
                  <c:v>1</c:v>
                </c:pt>
                <c:pt idx="272">
                  <c:v>1</c:v>
                </c:pt>
                <c:pt idx="273">
                  <c:v>1</c:v>
                </c:pt>
                <c:pt idx="274">
                  <c:v>1</c:v>
                </c:pt>
                <c:pt idx="275">
                  <c:v>1</c:v>
                </c:pt>
                <c:pt idx="276">
                  <c:v>1</c:v>
                </c:pt>
                <c:pt idx="277">
                  <c:v>1</c:v>
                </c:pt>
                <c:pt idx="278">
                  <c:v>1</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1</c:v>
                </c:pt>
                <c:pt idx="295">
                  <c:v>1</c:v>
                </c:pt>
                <c:pt idx="296">
                  <c:v>1</c:v>
                </c:pt>
                <c:pt idx="297">
                  <c:v>1</c:v>
                </c:pt>
                <c:pt idx="298">
                  <c:v>1</c:v>
                </c:pt>
                <c:pt idx="299">
                  <c:v>1</c:v>
                </c:pt>
                <c:pt idx="300">
                  <c:v>1</c:v>
                </c:pt>
                <c:pt idx="301">
                  <c:v>1</c:v>
                </c:pt>
                <c:pt idx="302">
                  <c:v>1</c:v>
                </c:pt>
                <c:pt idx="303">
                  <c:v>1</c:v>
                </c:pt>
                <c:pt idx="304">
                  <c:v>1</c:v>
                </c:pt>
                <c:pt idx="305">
                  <c:v>1</c:v>
                </c:pt>
                <c:pt idx="306">
                  <c:v>1</c:v>
                </c:pt>
                <c:pt idx="307">
                  <c:v>1</c:v>
                </c:pt>
                <c:pt idx="308">
                  <c:v>1</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1</c:v>
                </c:pt>
                <c:pt idx="325">
                  <c:v>1</c:v>
                </c:pt>
                <c:pt idx="326">
                  <c:v>1</c:v>
                </c:pt>
                <c:pt idx="327">
                  <c:v>1</c:v>
                </c:pt>
                <c:pt idx="328">
                  <c:v>1</c:v>
                </c:pt>
                <c:pt idx="329">
                  <c:v>1</c:v>
                </c:pt>
                <c:pt idx="330">
                  <c:v>1</c:v>
                </c:pt>
                <c:pt idx="331">
                  <c:v>1</c:v>
                </c:pt>
                <c:pt idx="332">
                  <c:v>1</c:v>
                </c:pt>
                <c:pt idx="333">
                  <c:v>1</c:v>
                </c:pt>
                <c:pt idx="334">
                  <c:v>1</c:v>
                </c:pt>
                <c:pt idx="335">
                  <c:v>1</c:v>
                </c:pt>
                <c:pt idx="336">
                  <c:v>1</c:v>
                </c:pt>
                <c:pt idx="337">
                  <c:v>1</c:v>
                </c:pt>
                <c:pt idx="338">
                  <c:v>1</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1</c:v>
                </c:pt>
                <c:pt idx="355">
                  <c:v>1</c:v>
                </c:pt>
                <c:pt idx="356">
                  <c:v>1</c:v>
                </c:pt>
                <c:pt idx="357">
                  <c:v>1</c:v>
                </c:pt>
                <c:pt idx="358">
                  <c:v>1</c:v>
                </c:pt>
                <c:pt idx="359">
                  <c:v>1</c:v>
                </c:pt>
                <c:pt idx="360">
                  <c:v>1</c:v>
                </c:pt>
                <c:pt idx="361">
                  <c:v>1</c:v>
                </c:pt>
                <c:pt idx="362">
                  <c:v>1</c:v>
                </c:pt>
                <c:pt idx="363">
                  <c:v>1</c:v>
                </c:pt>
                <c:pt idx="364">
                  <c:v>1</c:v>
                </c:pt>
                <c:pt idx="365">
                  <c:v>1</c:v>
                </c:pt>
                <c:pt idx="366">
                  <c:v>1</c:v>
                </c:pt>
                <c:pt idx="367">
                  <c:v>1</c:v>
                </c:pt>
                <c:pt idx="368">
                  <c:v>1</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numCache>
            </c:numRef>
          </c:val>
          <c:extLst>
            <c:ext xmlns:c16="http://schemas.microsoft.com/office/drawing/2014/chart" uri="{C3380CC4-5D6E-409C-BE32-E72D297353CC}">
              <c16:uniqueId val="{00000001-5A7C-4DF5-A07B-495B21888182}"/>
            </c:ext>
          </c:extLst>
        </c:ser>
        <c:dLbls>
          <c:showLegendKey val="0"/>
          <c:showVal val="0"/>
          <c:showCatName val="0"/>
          <c:showSerName val="0"/>
          <c:showPercent val="0"/>
          <c:showBubbleSize val="0"/>
        </c:dLbls>
        <c:gapWidth val="150"/>
        <c:axId val="63369008"/>
        <c:axId val="63366608"/>
      </c:barChart>
      <c:lineChart>
        <c:grouping val="standard"/>
        <c:varyColors val="0"/>
        <c:ser>
          <c:idx val="2"/>
          <c:order val="2"/>
          <c:tx>
            <c:strRef>
              <c:f>'https://utokai.sharepoint.com/sites/msteams_21d92e/Shared Documents/光瞳孔反射研究プロジェクト/07色の組み合わせ(減光)/02.青緑/01.実験データ/20251128髙平/[20251128.takahira_B56G5.xlsm]照射後３sごと'!$F$1:$F$2</c:f>
              <c:strCache>
                <c:ptCount val="1"/>
                <c:pt idx="0">
                  <c:v>瞳孔面積 [dot]</c:v>
                </c:pt>
              </c:strCache>
            </c:strRef>
          </c:tx>
          <c:spPr>
            <a:ln w="28575" cap="rnd">
              <a:solidFill>
                <a:schemeClr val="accent2">
                  <a:lumMod val="60000"/>
                  <a:lumOff val="40000"/>
                </a:schemeClr>
              </a:solidFill>
              <a:round/>
            </a:ln>
            <a:effectLst/>
          </c:spPr>
          <c:marker>
            <c:symbol val="none"/>
          </c:marker>
          <c:cat>
            <c:numRef>
              <c:f>'https://utokai.sharepoint.com/sites/msteams_21d92e/Shared Documents/光瞳孔反射研究プロジェクト/07色の組み合わせ(減光)/02.青緑/01.実験データ/20251128髙平/[20251128.takahira_B56G5.xlsm]照射後３sごと'!$B$3:$B$1184</c:f>
              <c:numCache>
                <c:formatCode>General</c:formatCode>
                <c:ptCount val="1182"/>
                <c:pt idx="0">
                  <c:v>92</c:v>
                </c:pt>
                <c:pt idx="1">
                  <c:v>126</c:v>
                </c:pt>
                <c:pt idx="2">
                  <c:v>159</c:v>
                </c:pt>
                <c:pt idx="3">
                  <c:v>192</c:v>
                </c:pt>
                <c:pt idx="4">
                  <c:v>226</c:v>
                </c:pt>
                <c:pt idx="5">
                  <c:v>259</c:v>
                </c:pt>
                <c:pt idx="6">
                  <c:v>292</c:v>
                </c:pt>
                <c:pt idx="7">
                  <c:v>326</c:v>
                </c:pt>
                <c:pt idx="8">
                  <c:v>359</c:v>
                </c:pt>
                <c:pt idx="9">
                  <c:v>392</c:v>
                </c:pt>
                <c:pt idx="10">
                  <c:v>426</c:v>
                </c:pt>
                <c:pt idx="11">
                  <c:v>459</c:v>
                </c:pt>
                <c:pt idx="12">
                  <c:v>492</c:v>
                </c:pt>
                <c:pt idx="13">
                  <c:v>526</c:v>
                </c:pt>
                <c:pt idx="14">
                  <c:v>559</c:v>
                </c:pt>
                <c:pt idx="15">
                  <c:v>592</c:v>
                </c:pt>
                <c:pt idx="16">
                  <c:v>626</c:v>
                </c:pt>
                <c:pt idx="17">
                  <c:v>659</c:v>
                </c:pt>
                <c:pt idx="18">
                  <c:v>692</c:v>
                </c:pt>
                <c:pt idx="19">
                  <c:v>726</c:v>
                </c:pt>
                <c:pt idx="20">
                  <c:v>759</c:v>
                </c:pt>
                <c:pt idx="21">
                  <c:v>792</c:v>
                </c:pt>
                <c:pt idx="22">
                  <c:v>826</c:v>
                </c:pt>
                <c:pt idx="23">
                  <c:v>859</c:v>
                </c:pt>
                <c:pt idx="24">
                  <c:v>892</c:v>
                </c:pt>
                <c:pt idx="25">
                  <c:v>926</c:v>
                </c:pt>
                <c:pt idx="26">
                  <c:v>959</c:v>
                </c:pt>
                <c:pt idx="27">
                  <c:v>992</c:v>
                </c:pt>
                <c:pt idx="28">
                  <c:v>1026</c:v>
                </c:pt>
                <c:pt idx="29">
                  <c:v>1059</c:v>
                </c:pt>
                <c:pt idx="30">
                  <c:v>1092</c:v>
                </c:pt>
                <c:pt idx="31">
                  <c:v>1126</c:v>
                </c:pt>
                <c:pt idx="32">
                  <c:v>1159</c:v>
                </c:pt>
                <c:pt idx="33">
                  <c:v>1192</c:v>
                </c:pt>
                <c:pt idx="34">
                  <c:v>1226</c:v>
                </c:pt>
                <c:pt idx="35">
                  <c:v>1259</c:v>
                </c:pt>
                <c:pt idx="36">
                  <c:v>1292</c:v>
                </c:pt>
                <c:pt idx="37">
                  <c:v>33</c:v>
                </c:pt>
                <c:pt idx="38">
                  <c:v>66</c:v>
                </c:pt>
                <c:pt idx="39">
                  <c:v>99</c:v>
                </c:pt>
                <c:pt idx="40">
                  <c:v>1422</c:v>
                </c:pt>
                <c:pt idx="41">
                  <c:v>1455</c:v>
                </c:pt>
                <c:pt idx="42">
                  <c:v>1489</c:v>
                </c:pt>
                <c:pt idx="43">
                  <c:v>1522</c:v>
                </c:pt>
                <c:pt idx="44">
                  <c:v>1555</c:v>
                </c:pt>
                <c:pt idx="45">
                  <c:v>1589</c:v>
                </c:pt>
                <c:pt idx="46">
                  <c:v>1622</c:v>
                </c:pt>
                <c:pt idx="47">
                  <c:v>1655</c:v>
                </c:pt>
                <c:pt idx="48">
                  <c:v>1689</c:v>
                </c:pt>
                <c:pt idx="49">
                  <c:v>1722</c:v>
                </c:pt>
                <c:pt idx="50">
                  <c:v>1755</c:v>
                </c:pt>
                <c:pt idx="51">
                  <c:v>1789</c:v>
                </c:pt>
                <c:pt idx="52">
                  <c:v>1822</c:v>
                </c:pt>
                <c:pt idx="53">
                  <c:v>1855</c:v>
                </c:pt>
                <c:pt idx="54">
                  <c:v>1889</c:v>
                </c:pt>
                <c:pt idx="55">
                  <c:v>1922</c:v>
                </c:pt>
                <c:pt idx="56">
                  <c:v>1955</c:v>
                </c:pt>
                <c:pt idx="57">
                  <c:v>1989</c:v>
                </c:pt>
                <c:pt idx="58">
                  <c:v>2022</c:v>
                </c:pt>
                <c:pt idx="59">
                  <c:v>2055</c:v>
                </c:pt>
                <c:pt idx="60">
                  <c:v>2089</c:v>
                </c:pt>
                <c:pt idx="61">
                  <c:v>2122</c:v>
                </c:pt>
                <c:pt idx="62">
                  <c:v>2155</c:v>
                </c:pt>
                <c:pt idx="63">
                  <c:v>2189</c:v>
                </c:pt>
                <c:pt idx="64">
                  <c:v>2222</c:v>
                </c:pt>
                <c:pt idx="65">
                  <c:v>2255</c:v>
                </c:pt>
                <c:pt idx="66">
                  <c:v>2289</c:v>
                </c:pt>
                <c:pt idx="67">
                  <c:v>2322</c:v>
                </c:pt>
                <c:pt idx="68">
                  <c:v>2355</c:v>
                </c:pt>
                <c:pt idx="69">
                  <c:v>2389</c:v>
                </c:pt>
                <c:pt idx="70">
                  <c:v>2422</c:v>
                </c:pt>
                <c:pt idx="71">
                  <c:v>2455</c:v>
                </c:pt>
                <c:pt idx="72">
                  <c:v>2489</c:v>
                </c:pt>
                <c:pt idx="73">
                  <c:v>2522</c:v>
                </c:pt>
                <c:pt idx="74">
                  <c:v>2555</c:v>
                </c:pt>
                <c:pt idx="75">
                  <c:v>2589</c:v>
                </c:pt>
                <c:pt idx="76">
                  <c:v>2622</c:v>
                </c:pt>
                <c:pt idx="77">
                  <c:v>2655</c:v>
                </c:pt>
                <c:pt idx="78">
                  <c:v>2689</c:v>
                </c:pt>
                <c:pt idx="79">
                  <c:v>2722</c:v>
                </c:pt>
                <c:pt idx="80">
                  <c:v>2755</c:v>
                </c:pt>
                <c:pt idx="81">
                  <c:v>2789</c:v>
                </c:pt>
                <c:pt idx="82">
                  <c:v>2822</c:v>
                </c:pt>
                <c:pt idx="83">
                  <c:v>2855</c:v>
                </c:pt>
                <c:pt idx="84">
                  <c:v>2889</c:v>
                </c:pt>
                <c:pt idx="85">
                  <c:v>2922</c:v>
                </c:pt>
                <c:pt idx="86">
                  <c:v>2955</c:v>
                </c:pt>
                <c:pt idx="87">
                  <c:v>2989</c:v>
                </c:pt>
                <c:pt idx="88">
                  <c:v>3022</c:v>
                </c:pt>
                <c:pt idx="89">
                  <c:v>3055</c:v>
                </c:pt>
                <c:pt idx="90">
                  <c:v>3089</c:v>
                </c:pt>
                <c:pt idx="91">
                  <c:v>3122</c:v>
                </c:pt>
                <c:pt idx="92">
                  <c:v>3155</c:v>
                </c:pt>
                <c:pt idx="93">
                  <c:v>3189</c:v>
                </c:pt>
                <c:pt idx="94">
                  <c:v>3222</c:v>
                </c:pt>
                <c:pt idx="95">
                  <c:v>3255</c:v>
                </c:pt>
                <c:pt idx="96">
                  <c:v>3289</c:v>
                </c:pt>
                <c:pt idx="97">
                  <c:v>3322</c:v>
                </c:pt>
                <c:pt idx="98">
                  <c:v>3355</c:v>
                </c:pt>
                <c:pt idx="99">
                  <c:v>3389</c:v>
                </c:pt>
                <c:pt idx="100">
                  <c:v>3422</c:v>
                </c:pt>
                <c:pt idx="101">
                  <c:v>3455</c:v>
                </c:pt>
                <c:pt idx="102">
                  <c:v>3489</c:v>
                </c:pt>
                <c:pt idx="103">
                  <c:v>3522</c:v>
                </c:pt>
                <c:pt idx="104">
                  <c:v>3555</c:v>
                </c:pt>
                <c:pt idx="105">
                  <c:v>3589</c:v>
                </c:pt>
                <c:pt idx="106">
                  <c:v>3622</c:v>
                </c:pt>
                <c:pt idx="107">
                  <c:v>3655</c:v>
                </c:pt>
                <c:pt idx="108">
                  <c:v>3689</c:v>
                </c:pt>
                <c:pt idx="109">
                  <c:v>3722</c:v>
                </c:pt>
                <c:pt idx="110">
                  <c:v>3755</c:v>
                </c:pt>
                <c:pt idx="111">
                  <c:v>3789</c:v>
                </c:pt>
                <c:pt idx="112">
                  <c:v>3822</c:v>
                </c:pt>
                <c:pt idx="113">
                  <c:v>3855</c:v>
                </c:pt>
                <c:pt idx="114">
                  <c:v>3889</c:v>
                </c:pt>
                <c:pt idx="115">
                  <c:v>3922</c:v>
                </c:pt>
                <c:pt idx="116">
                  <c:v>3955</c:v>
                </c:pt>
                <c:pt idx="117">
                  <c:v>3989</c:v>
                </c:pt>
                <c:pt idx="118">
                  <c:v>4022</c:v>
                </c:pt>
                <c:pt idx="119">
                  <c:v>4055</c:v>
                </c:pt>
                <c:pt idx="120">
                  <c:v>4089</c:v>
                </c:pt>
                <c:pt idx="121">
                  <c:v>4122</c:v>
                </c:pt>
                <c:pt idx="122">
                  <c:v>4155</c:v>
                </c:pt>
                <c:pt idx="123">
                  <c:v>4189</c:v>
                </c:pt>
                <c:pt idx="124">
                  <c:v>4222</c:v>
                </c:pt>
                <c:pt idx="125">
                  <c:v>4255</c:v>
                </c:pt>
                <c:pt idx="126">
                  <c:v>4289</c:v>
                </c:pt>
                <c:pt idx="127">
                  <c:v>4322</c:v>
                </c:pt>
                <c:pt idx="128">
                  <c:v>4355</c:v>
                </c:pt>
                <c:pt idx="129">
                  <c:v>4389</c:v>
                </c:pt>
                <c:pt idx="130">
                  <c:v>4422</c:v>
                </c:pt>
                <c:pt idx="131">
                  <c:v>4455</c:v>
                </c:pt>
                <c:pt idx="132">
                  <c:v>4489</c:v>
                </c:pt>
                <c:pt idx="133">
                  <c:v>4522</c:v>
                </c:pt>
                <c:pt idx="134">
                  <c:v>4555</c:v>
                </c:pt>
                <c:pt idx="135">
                  <c:v>4589</c:v>
                </c:pt>
                <c:pt idx="136">
                  <c:v>4622</c:v>
                </c:pt>
                <c:pt idx="137">
                  <c:v>4655</c:v>
                </c:pt>
                <c:pt idx="138">
                  <c:v>4689</c:v>
                </c:pt>
                <c:pt idx="139">
                  <c:v>4722</c:v>
                </c:pt>
                <c:pt idx="140">
                  <c:v>4755</c:v>
                </c:pt>
                <c:pt idx="141">
                  <c:v>4789</c:v>
                </c:pt>
                <c:pt idx="142">
                  <c:v>4822</c:v>
                </c:pt>
                <c:pt idx="143">
                  <c:v>4855</c:v>
                </c:pt>
                <c:pt idx="144">
                  <c:v>4889</c:v>
                </c:pt>
                <c:pt idx="145">
                  <c:v>4922</c:v>
                </c:pt>
                <c:pt idx="146">
                  <c:v>4955</c:v>
                </c:pt>
                <c:pt idx="147">
                  <c:v>4989</c:v>
                </c:pt>
                <c:pt idx="148">
                  <c:v>5022</c:v>
                </c:pt>
                <c:pt idx="149">
                  <c:v>5055</c:v>
                </c:pt>
                <c:pt idx="150">
                  <c:v>5089</c:v>
                </c:pt>
                <c:pt idx="151">
                  <c:v>5122</c:v>
                </c:pt>
                <c:pt idx="152">
                  <c:v>5155</c:v>
                </c:pt>
                <c:pt idx="153">
                  <c:v>5189</c:v>
                </c:pt>
                <c:pt idx="154">
                  <c:v>5222</c:v>
                </c:pt>
                <c:pt idx="155">
                  <c:v>5255</c:v>
                </c:pt>
                <c:pt idx="156">
                  <c:v>5289</c:v>
                </c:pt>
                <c:pt idx="157">
                  <c:v>5322</c:v>
                </c:pt>
                <c:pt idx="158">
                  <c:v>5355</c:v>
                </c:pt>
                <c:pt idx="159">
                  <c:v>5389</c:v>
                </c:pt>
                <c:pt idx="160">
                  <c:v>5422</c:v>
                </c:pt>
                <c:pt idx="161">
                  <c:v>5455</c:v>
                </c:pt>
                <c:pt idx="162">
                  <c:v>5489</c:v>
                </c:pt>
                <c:pt idx="163">
                  <c:v>5522</c:v>
                </c:pt>
                <c:pt idx="164">
                  <c:v>5555</c:v>
                </c:pt>
                <c:pt idx="165">
                  <c:v>5589</c:v>
                </c:pt>
                <c:pt idx="166">
                  <c:v>5622</c:v>
                </c:pt>
                <c:pt idx="167">
                  <c:v>5655</c:v>
                </c:pt>
                <c:pt idx="168">
                  <c:v>5689</c:v>
                </c:pt>
                <c:pt idx="169">
                  <c:v>5722</c:v>
                </c:pt>
                <c:pt idx="170">
                  <c:v>5755</c:v>
                </c:pt>
                <c:pt idx="171">
                  <c:v>5789</c:v>
                </c:pt>
                <c:pt idx="172">
                  <c:v>5822</c:v>
                </c:pt>
                <c:pt idx="173">
                  <c:v>5855</c:v>
                </c:pt>
                <c:pt idx="174">
                  <c:v>5889</c:v>
                </c:pt>
                <c:pt idx="175">
                  <c:v>5922</c:v>
                </c:pt>
                <c:pt idx="176">
                  <c:v>5955</c:v>
                </c:pt>
                <c:pt idx="177">
                  <c:v>5989</c:v>
                </c:pt>
                <c:pt idx="178">
                  <c:v>6022</c:v>
                </c:pt>
                <c:pt idx="179">
                  <c:v>6055</c:v>
                </c:pt>
                <c:pt idx="180">
                  <c:v>6089</c:v>
                </c:pt>
                <c:pt idx="181">
                  <c:v>6122</c:v>
                </c:pt>
                <c:pt idx="182">
                  <c:v>6155</c:v>
                </c:pt>
                <c:pt idx="183">
                  <c:v>6189</c:v>
                </c:pt>
                <c:pt idx="184">
                  <c:v>6222</c:v>
                </c:pt>
                <c:pt idx="185">
                  <c:v>6255</c:v>
                </c:pt>
                <c:pt idx="186">
                  <c:v>6289</c:v>
                </c:pt>
                <c:pt idx="187">
                  <c:v>6322</c:v>
                </c:pt>
                <c:pt idx="188">
                  <c:v>6355</c:v>
                </c:pt>
                <c:pt idx="189">
                  <c:v>6389</c:v>
                </c:pt>
                <c:pt idx="190">
                  <c:v>6422</c:v>
                </c:pt>
                <c:pt idx="191">
                  <c:v>6455</c:v>
                </c:pt>
                <c:pt idx="192">
                  <c:v>6489</c:v>
                </c:pt>
                <c:pt idx="193">
                  <c:v>6522</c:v>
                </c:pt>
                <c:pt idx="194">
                  <c:v>6555</c:v>
                </c:pt>
                <c:pt idx="195">
                  <c:v>6589</c:v>
                </c:pt>
                <c:pt idx="196">
                  <c:v>6622</c:v>
                </c:pt>
                <c:pt idx="197">
                  <c:v>6655</c:v>
                </c:pt>
                <c:pt idx="198">
                  <c:v>6689</c:v>
                </c:pt>
                <c:pt idx="199">
                  <c:v>6722</c:v>
                </c:pt>
                <c:pt idx="200">
                  <c:v>6755</c:v>
                </c:pt>
                <c:pt idx="201">
                  <c:v>6789</c:v>
                </c:pt>
                <c:pt idx="202">
                  <c:v>6822</c:v>
                </c:pt>
                <c:pt idx="203">
                  <c:v>6855</c:v>
                </c:pt>
                <c:pt idx="204">
                  <c:v>6889</c:v>
                </c:pt>
                <c:pt idx="205">
                  <c:v>6922</c:v>
                </c:pt>
                <c:pt idx="206">
                  <c:v>6955</c:v>
                </c:pt>
                <c:pt idx="207">
                  <c:v>6989</c:v>
                </c:pt>
                <c:pt idx="208">
                  <c:v>7022</c:v>
                </c:pt>
                <c:pt idx="209">
                  <c:v>7055</c:v>
                </c:pt>
                <c:pt idx="210">
                  <c:v>7089</c:v>
                </c:pt>
                <c:pt idx="211">
                  <c:v>7122</c:v>
                </c:pt>
                <c:pt idx="212">
                  <c:v>7155</c:v>
                </c:pt>
                <c:pt idx="213">
                  <c:v>7189</c:v>
                </c:pt>
                <c:pt idx="214">
                  <c:v>7222</c:v>
                </c:pt>
                <c:pt idx="215">
                  <c:v>7255</c:v>
                </c:pt>
                <c:pt idx="216">
                  <c:v>7289</c:v>
                </c:pt>
                <c:pt idx="217">
                  <c:v>7322</c:v>
                </c:pt>
                <c:pt idx="218">
                  <c:v>7355</c:v>
                </c:pt>
                <c:pt idx="219">
                  <c:v>7389</c:v>
                </c:pt>
                <c:pt idx="220">
                  <c:v>7422</c:v>
                </c:pt>
                <c:pt idx="221">
                  <c:v>7455</c:v>
                </c:pt>
                <c:pt idx="222">
                  <c:v>7489</c:v>
                </c:pt>
                <c:pt idx="223">
                  <c:v>7522</c:v>
                </c:pt>
                <c:pt idx="224">
                  <c:v>7555</c:v>
                </c:pt>
                <c:pt idx="225">
                  <c:v>7589</c:v>
                </c:pt>
                <c:pt idx="226">
                  <c:v>7622</c:v>
                </c:pt>
                <c:pt idx="227">
                  <c:v>7655</c:v>
                </c:pt>
                <c:pt idx="228">
                  <c:v>7689</c:v>
                </c:pt>
                <c:pt idx="229">
                  <c:v>7722</c:v>
                </c:pt>
                <c:pt idx="230">
                  <c:v>7755</c:v>
                </c:pt>
                <c:pt idx="231">
                  <c:v>7789</c:v>
                </c:pt>
                <c:pt idx="232">
                  <c:v>7822</c:v>
                </c:pt>
                <c:pt idx="233">
                  <c:v>7855</c:v>
                </c:pt>
                <c:pt idx="234">
                  <c:v>7889</c:v>
                </c:pt>
                <c:pt idx="235">
                  <c:v>7922</c:v>
                </c:pt>
                <c:pt idx="236">
                  <c:v>7955</c:v>
                </c:pt>
                <c:pt idx="237">
                  <c:v>7989</c:v>
                </c:pt>
                <c:pt idx="238">
                  <c:v>8022</c:v>
                </c:pt>
                <c:pt idx="239">
                  <c:v>8055</c:v>
                </c:pt>
                <c:pt idx="240">
                  <c:v>8089</c:v>
                </c:pt>
                <c:pt idx="241">
                  <c:v>8122</c:v>
                </c:pt>
                <c:pt idx="242">
                  <c:v>8155</c:v>
                </c:pt>
                <c:pt idx="243">
                  <c:v>8189</c:v>
                </c:pt>
                <c:pt idx="244">
                  <c:v>8222</c:v>
                </c:pt>
                <c:pt idx="245">
                  <c:v>8255</c:v>
                </c:pt>
                <c:pt idx="246">
                  <c:v>8289</c:v>
                </c:pt>
                <c:pt idx="247">
                  <c:v>8322</c:v>
                </c:pt>
                <c:pt idx="248">
                  <c:v>8356</c:v>
                </c:pt>
                <c:pt idx="249">
                  <c:v>8389</c:v>
                </c:pt>
                <c:pt idx="250">
                  <c:v>8422</c:v>
                </c:pt>
                <c:pt idx="251">
                  <c:v>8456</c:v>
                </c:pt>
                <c:pt idx="252">
                  <c:v>8489</c:v>
                </c:pt>
                <c:pt idx="253">
                  <c:v>8522</c:v>
                </c:pt>
                <c:pt idx="254">
                  <c:v>8556</c:v>
                </c:pt>
                <c:pt idx="255">
                  <c:v>8589</c:v>
                </c:pt>
                <c:pt idx="256">
                  <c:v>8622</c:v>
                </c:pt>
                <c:pt idx="257">
                  <c:v>8656</c:v>
                </c:pt>
                <c:pt idx="258">
                  <c:v>8689</c:v>
                </c:pt>
                <c:pt idx="259">
                  <c:v>8722</c:v>
                </c:pt>
                <c:pt idx="260">
                  <c:v>8756</c:v>
                </c:pt>
                <c:pt idx="261">
                  <c:v>8789</c:v>
                </c:pt>
                <c:pt idx="262">
                  <c:v>8822</c:v>
                </c:pt>
                <c:pt idx="263">
                  <c:v>8856</c:v>
                </c:pt>
                <c:pt idx="264">
                  <c:v>8889</c:v>
                </c:pt>
                <c:pt idx="265">
                  <c:v>8922</c:v>
                </c:pt>
                <c:pt idx="266">
                  <c:v>8956</c:v>
                </c:pt>
                <c:pt idx="267">
                  <c:v>8989</c:v>
                </c:pt>
                <c:pt idx="268">
                  <c:v>9022</c:v>
                </c:pt>
                <c:pt idx="269">
                  <c:v>9056</c:v>
                </c:pt>
                <c:pt idx="270">
                  <c:v>9089</c:v>
                </c:pt>
                <c:pt idx="271">
                  <c:v>9122</c:v>
                </c:pt>
                <c:pt idx="272">
                  <c:v>9156</c:v>
                </c:pt>
                <c:pt idx="273">
                  <c:v>9189</c:v>
                </c:pt>
                <c:pt idx="274">
                  <c:v>9222</c:v>
                </c:pt>
                <c:pt idx="275">
                  <c:v>9256</c:v>
                </c:pt>
                <c:pt idx="276">
                  <c:v>9289</c:v>
                </c:pt>
                <c:pt idx="277">
                  <c:v>9322</c:v>
                </c:pt>
                <c:pt idx="278">
                  <c:v>9356</c:v>
                </c:pt>
                <c:pt idx="279">
                  <c:v>9389</c:v>
                </c:pt>
                <c:pt idx="280">
                  <c:v>9422</c:v>
                </c:pt>
                <c:pt idx="281">
                  <c:v>9456</c:v>
                </c:pt>
                <c:pt idx="282">
                  <c:v>9489</c:v>
                </c:pt>
                <c:pt idx="283">
                  <c:v>9522</c:v>
                </c:pt>
                <c:pt idx="284">
                  <c:v>9556</c:v>
                </c:pt>
                <c:pt idx="285">
                  <c:v>9589</c:v>
                </c:pt>
                <c:pt idx="286">
                  <c:v>9622</c:v>
                </c:pt>
                <c:pt idx="287">
                  <c:v>9656</c:v>
                </c:pt>
                <c:pt idx="288">
                  <c:v>9689</c:v>
                </c:pt>
                <c:pt idx="289">
                  <c:v>9722</c:v>
                </c:pt>
                <c:pt idx="290">
                  <c:v>9756</c:v>
                </c:pt>
                <c:pt idx="291">
                  <c:v>9789</c:v>
                </c:pt>
                <c:pt idx="292">
                  <c:v>9822</c:v>
                </c:pt>
                <c:pt idx="293">
                  <c:v>9856</c:v>
                </c:pt>
                <c:pt idx="294">
                  <c:v>9889</c:v>
                </c:pt>
                <c:pt idx="295">
                  <c:v>9922</c:v>
                </c:pt>
                <c:pt idx="296">
                  <c:v>9956</c:v>
                </c:pt>
                <c:pt idx="297">
                  <c:v>9989</c:v>
                </c:pt>
                <c:pt idx="298">
                  <c:v>10022</c:v>
                </c:pt>
                <c:pt idx="299">
                  <c:v>10056</c:v>
                </c:pt>
                <c:pt idx="300">
                  <c:v>10089</c:v>
                </c:pt>
                <c:pt idx="301">
                  <c:v>10122</c:v>
                </c:pt>
                <c:pt idx="302">
                  <c:v>10156</c:v>
                </c:pt>
                <c:pt idx="303">
                  <c:v>10189</c:v>
                </c:pt>
                <c:pt idx="304">
                  <c:v>10222</c:v>
                </c:pt>
                <c:pt idx="305">
                  <c:v>10256</c:v>
                </c:pt>
                <c:pt idx="306">
                  <c:v>10289</c:v>
                </c:pt>
                <c:pt idx="307">
                  <c:v>10322</c:v>
                </c:pt>
                <c:pt idx="308">
                  <c:v>10356</c:v>
                </c:pt>
                <c:pt idx="309">
                  <c:v>10389</c:v>
                </c:pt>
                <c:pt idx="310">
                  <c:v>10422</c:v>
                </c:pt>
                <c:pt idx="311">
                  <c:v>10456</c:v>
                </c:pt>
                <c:pt idx="312">
                  <c:v>10489</c:v>
                </c:pt>
                <c:pt idx="313">
                  <c:v>10522</c:v>
                </c:pt>
                <c:pt idx="314">
                  <c:v>10556</c:v>
                </c:pt>
                <c:pt idx="315">
                  <c:v>10589</c:v>
                </c:pt>
                <c:pt idx="316">
                  <c:v>10622</c:v>
                </c:pt>
                <c:pt idx="317">
                  <c:v>10656</c:v>
                </c:pt>
                <c:pt idx="318">
                  <c:v>10689</c:v>
                </c:pt>
                <c:pt idx="319">
                  <c:v>10722</c:v>
                </c:pt>
                <c:pt idx="320">
                  <c:v>10756</c:v>
                </c:pt>
                <c:pt idx="321">
                  <c:v>10789</c:v>
                </c:pt>
                <c:pt idx="322">
                  <c:v>10822</c:v>
                </c:pt>
                <c:pt idx="323">
                  <c:v>10856</c:v>
                </c:pt>
                <c:pt idx="324">
                  <c:v>10889</c:v>
                </c:pt>
                <c:pt idx="325">
                  <c:v>10922</c:v>
                </c:pt>
                <c:pt idx="326">
                  <c:v>10956</c:v>
                </c:pt>
                <c:pt idx="327">
                  <c:v>10989</c:v>
                </c:pt>
                <c:pt idx="328">
                  <c:v>11022</c:v>
                </c:pt>
                <c:pt idx="329">
                  <c:v>11056</c:v>
                </c:pt>
                <c:pt idx="330">
                  <c:v>11089</c:v>
                </c:pt>
                <c:pt idx="331">
                  <c:v>11122</c:v>
                </c:pt>
                <c:pt idx="332">
                  <c:v>11156</c:v>
                </c:pt>
                <c:pt idx="333">
                  <c:v>11189</c:v>
                </c:pt>
                <c:pt idx="334">
                  <c:v>11222</c:v>
                </c:pt>
                <c:pt idx="335">
                  <c:v>11256</c:v>
                </c:pt>
                <c:pt idx="336">
                  <c:v>11289</c:v>
                </c:pt>
                <c:pt idx="337">
                  <c:v>11322</c:v>
                </c:pt>
                <c:pt idx="338">
                  <c:v>11356</c:v>
                </c:pt>
                <c:pt idx="339">
                  <c:v>11389</c:v>
                </c:pt>
                <c:pt idx="340">
                  <c:v>11423</c:v>
                </c:pt>
                <c:pt idx="341">
                  <c:v>11456</c:v>
                </c:pt>
                <c:pt idx="342">
                  <c:v>11489</c:v>
                </c:pt>
                <c:pt idx="343">
                  <c:v>11523</c:v>
                </c:pt>
                <c:pt idx="344">
                  <c:v>11556</c:v>
                </c:pt>
                <c:pt idx="345">
                  <c:v>11589</c:v>
                </c:pt>
                <c:pt idx="346">
                  <c:v>11623</c:v>
                </c:pt>
                <c:pt idx="347">
                  <c:v>11656</c:v>
                </c:pt>
                <c:pt idx="348">
                  <c:v>11689</c:v>
                </c:pt>
                <c:pt idx="349">
                  <c:v>11723</c:v>
                </c:pt>
                <c:pt idx="350">
                  <c:v>11756</c:v>
                </c:pt>
                <c:pt idx="351">
                  <c:v>11789</c:v>
                </c:pt>
                <c:pt idx="352">
                  <c:v>11823</c:v>
                </c:pt>
                <c:pt idx="353">
                  <c:v>11856</c:v>
                </c:pt>
                <c:pt idx="354">
                  <c:v>11889</c:v>
                </c:pt>
                <c:pt idx="355">
                  <c:v>11923</c:v>
                </c:pt>
                <c:pt idx="356">
                  <c:v>11956</c:v>
                </c:pt>
                <c:pt idx="357">
                  <c:v>11989</c:v>
                </c:pt>
                <c:pt idx="358">
                  <c:v>12023</c:v>
                </c:pt>
                <c:pt idx="359">
                  <c:v>12056</c:v>
                </c:pt>
                <c:pt idx="360">
                  <c:v>12089</c:v>
                </c:pt>
                <c:pt idx="361">
                  <c:v>12123</c:v>
                </c:pt>
                <c:pt idx="362">
                  <c:v>12156</c:v>
                </c:pt>
                <c:pt idx="363">
                  <c:v>12189</c:v>
                </c:pt>
                <c:pt idx="364">
                  <c:v>12223</c:v>
                </c:pt>
                <c:pt idx="365">
                  <c:v>12256</c:v>
                </c:pt>
                <c:pt idx="366">
                  <c:v>12289</c:v>
                </c:pt>
                <c:pt idx="367">
                  <c:v>12323</c:v>
                </c:pt>
                <c:pt idx="368">
                  <c:v>12356</c:v>
                </c:pt>
                <c:pt idx="369">
                  <c:v>12389</c:v>
                </c:pt>
                <c:pt idx="370">
                  <c:v>12423</c:v>
                </c:pt>
                <c:pt idx="371">
                  <c:v>12456</c:v>
                </c:pt>
                <c:pt idx="372">
                  <c:v>12489</c:v>
                </c:pt>
                <c:pt idx="373">
                  <c:v>12523</c:v>
                </c:pt>
                <c:pt idx="374">
                  <c:v>12556</c:v>
                </c:pt>
                <c:pt idx="375">
                  <c:v>12589</c:v>
                </c:pt>
                <c:pt idx="376">
                  <c:v>12623</c:v>
                </c:pt>
                <c:pt idx="377">
                  <c:v>12656</c:v>
                </c:pt>
                <c:pt idx="378">
                  <c:v>12689</c:v>
                </c:pt>
                <c:pt idx="379">
                  <c:v>12723</c:v>
                </c:pt>
                <c:pt idx="380">
                  <c:v>12756</c:v>
                </c:pt>
                <c:pt idx="381">
                  <c:v>12789</c:v>
                </c:pt>
                <c:pt idx="382">
                  <c:v>12823</c:v>
                </c:pt>
                <c:pt idx="383">
                  <c:v>12856</c:v>
                </c:pt>
                <c:pt idx="384">
                  <c:v>12889</c:v>
                </c:pt>
                <c:pt idx="385">
                  <c:v>12923</c:v>
                </c:pt>
                <c:pt idx="386">
                  <c:v>12956</c:v>
                </c:pt>
                <c:pt idx="387">
                  <c:v>12989</c:v>
                </c:pt>
                <c:pt idx="388">
                  <c:v>13023</c:v>
                </c:pt>
                <c:pt idx="389">
                  <c:v>13056</c:v>
                </c:pt>
                <c:pt idx="390">
                  <c:v>13089</c:v>
                </c:pt>
                <c:pt idx="391">
                  <c:v>13123</c:v>
                </c:pt>
                <c:pt idx="392">
                  <c:v>13156</c:v>
                </c:pt>
                <c:pt idx="393">
                  <c:v>13189</c:v>
                </c:pt>
                <c:pt idx="394">
                  <c:v>13223</c:v>
                </c:pt>
                <c:pt idx="395">
                  <c:v>13256</c:v>
                </c:pt>
                <c:pt idx="396">
                  <c:v>13289</c:v>
                </c:pt>
                <c:pt idx="397">
                  <c:v>13323</c:v>
                </c:pt>
                <c:pt idx="398">
                  <c:v>13356</c:v>
                </c:pt>
                <c:pt idx="399">
                  <c:v>13389</c:v>
                </c:pt>
                <c:pt idx="400">
                  <c:v>13423</c:v>
                </c:pt>
                <c:pt idx="401">
                  <c:v>13456</c:v>
                </c:pt>
                <c:pt idx="402">
                  <c:v>13489</c:v>
                </c:pt>
                <c:pt idx="403">
                  <c:v>13523</c:v>
                </c:pt>
                <c:pt idx="404">
                  <c:v>13556</c:v>
                </c:pt>
                <c:pt idx="405">
                  <c:v>13589</c:v>
                </c:pt>
                <c:pt idx="406">
                  <c:v>13623</c:v>
                </c:pt>
                <c:pt idx="407">
                  <c:v>13656</c:v>
                </c:pt>
                <c:pt idx="408">
                  <c:v>13690</c:v>
                </c:pt>
                <c:pt idx="409">
                  <c:v>13723</c:v>
                </c:pt>
                <c:pt idx="410">
                  <c:v>13756</c:v>
                </c:pt>
                <c:pt idx="411">
                  <c:v>13790</c:v>
                </c:pt>
                <c:pt idx="412">
                  <c:v>13823</c:v>
                </c:pt>
                <c:pt idx="413">
                  <c:v>13856</c:v>
                </c:pt>
                <c:pt idx="414">
                  <c:v>13890</c:v>
                </c:pt>
                <c:pt idx="415">
                  <c:v>13923</c:v>
                </c:pt>
                <c:pt idx="416">
                  <c:v>13956</c:v>
                </c:pt>
                <c:pt idx="417">
                  <c:v>13990</c:v>
                </c:pt>
                <c:pt idx="418">
                  <c:v>14023</c:v>
                </c:pt>
                <c:pt idx="419">
                  <c:v>14056</c:v>
                </c:pt>
                <c:pt idx="420">
                  <c:v>14090</c:v>
                </c:pt>
                <c:pt idx="421">
                  <c:v>14123</c:v>
                </c:pt>
                <c:pt idx="422">
                  <c:v>14156</c:v>
                </c:pt>
                <c:pt idx="423">
                  <c:v>14190</c:v>
                </c:pt>
                <c:pt idx="424">
                  <c:v>14223</c:v>
                </c:pt>
                <c:pt idx="425">
                  <c:v>14256</c:v>
                </c:pt>
                <c:pt idx="426">
                  <c:v>14290</c:v>
                </c:pt>
                <c:pt idx="427">
                  <c:v>14323</c:v>
                </c:pt>
                <c:pt idx="428">
                  <c:v>14356</c:v>
                </c:pt>
                <c:pt idx="429">
                  <c:v>14390</c:v>
                </c:pt>
                <c:pt idx="430">
                  <c:v>14423</c:v>
                </c:pt>
                <c:pt idx="431">
                  <c:v>14456</c:v>
                </c:pt>
                <c:pt idx="432">
                  <c:v>14490</c:v>
                </c:pt>
                <c:pt idx="433">
                  <c:v>14523</c:v>
                </c:pt>
                <c:pt idx="434">
                  <c:v>14556</c:v>
                </c:pt>
                <c:pt idx="435">
                  <c:v>14590</c:v>
                </c:pt>
                <c:pt idx="436">
                  <c:v>14623</c:v>
                </c:pt>
                <c:pt idx="437">
                  <c:v>14656</c:v>
                </c:pt>
                <c:pt idx="438">
                  <c:v>14690</c:v>
                </c:pt>
                <c:pt idx="439">
                  <c:v>14723</c:v>
                </c:pt>
                <c:pt idx="440">
                  <c:v>14756</c:v>
                </c:pt>
                <c:pt idx="441">
                  <c:v>14790</c:v>
                </c:pt>
                <c:pt idx="442">
                  <c:v>14823</c:v>
                </c:pt>
                <c:pt idx="443">
                  <c:v>14856</c:v>
                </c:pt>
                <c:pt idx="444">
                  <c:v>14890</c:v>
                </c:pt>
                <c:pt idx="445">
                  <c:v>14923</c:v>
                </c:pt>
                <c:pt idx="446">
                  <c:v>14956</c:v>
                </c:pt>
                <c:pt idx="447">
                  <c:v>14990</c:v>
                </c:pt>
                <c:pt idx="448">
                  <c:v>15023</c:v>
                </c:pt>
                <c:pt idx="449">
                  <c:v>15056</c:v>
                </c:pt>
                <c:pt idx="450">
                  <c:v>15090</c:v>
                </c:pt>
                <c:pt idx="451">
                  <c:v>15123</c:v>
                </c:pt>
                <c:pt idx="452">
                  <c:v>15156</c:v>
                </c:pt>
                <c:pt idx="453">
                  <c:v>15190</c:v>
                </c:pt>
                <c:pt idx="454">
                  <c:v>15223</c:v>
                </c:pt>
                <c:pt idx="455">
                  <c:v>15256</c:v>
                </c:pt>
                <c:pt idx="456">
                  <c:v>15290</c:v>
                </c:pt>
                <c:pt idx="457">
                  <c:v>15323</c:v>
                </c:pt>
                <c:pt idx="458">
                  <c:v>15356</c:v>
                </c:pt>
                <c:pt idx="459">
                  <c:v>15390</c:v>
                </c:pt>
                <c:pt idx="460">
                  <c:v>15423</c:v>
                </c:pt>
                <c:pt idx="461">
                  <c:v>15456</c:v>
                </c:pt>
                <c:pt idx="462">
                  <c:v>15490</c:v>
                </c:pt>
                <c:pt idx="463">
                  <c:v>15523</c:v>
                </c:pt>
                <c:pt idx="464">
                  <c:v>15556</c:v>
                </c:pt>
                <c:pt idx="465">
                  <c:v>15590</c:v>
                </c:pt>
                <c:pt idx="466">
                  <c:v>15623</c:v>
                </c:pt>
                <c:pt idx="467">
                  <c:v>15656</c:v>
                </c:pt>
                <c:pt idx="468">
                  <c:v>15690</c:v>
                </c:pt>
                <c:pt idx="469">
                  <c:v>15723</c:v>
                </c:pt>
                <c:pt idx="470">
                  <c:v>15756</c:v>
                </c:pt>
                <c:pt idx="471">
                  <c:v>15790</c:v>
                </c:pt>
                <c:pt idx="472">
                  <c:v>15823</c:v>
                </c:pt>
                <c:pt idx="473">
                  <c:v>15857</c:v>
                </c:pt>
                <c:pt idx="474">
                  <c:v>15890</c:v>
                </c:pt>
                <c:pt idx="475">
                  <c:v>15923</c:v>
                </c:pt>
                <c:pt idx="476">
                  <c:v>15957</c:v>
                </c:pt>
                <c:pt idx="477">
                  <c:v>15990</c:v>
                </c:pt>
                <c:pt idx="478">
                  <c:v>16023</c:v>
                </c:pt>
                <c:pt idx="479">
                  <c:v>16057</c:v>
                </c:pt>
                <c:pt idx="480">
                  <c:v>16090</c:v>
                </c:pt>
                <c:pt idx="481">
                  <c:v>16123</c:v>
                </c:pt>
                <c:pt idx="482">
                  <c:v>16157</c:v>
                </c:pt>
                <c:pt idx="483">
                  <c:v>16190</c:v>
                </c:pt>
                <c:pt idx="484">
                  <c:v>16223</c:v>
                </c:pt>
                <c:pt idx="485">
                  <c:v>16257</c:v>
                </c:pt>
                <c:pt idx="486">
                  <c:v>16290</c:v>
                </c:pt>
                <c:pt idx="487">
                  <c:v>16323</c:v>
                </c:pt>
                <c:pt idx="488">
                  <c:v>16357</c:v>
                </c:pt>
                <c:pt idx="489">
                  <c:v>16390</c:v>
                </c:pt>
                <c:pt idx="490">
                  <c:v>16423</c:v>
                </c:pt>
                <c:pt idx="491">
                  <c:v>16457</c:v>
                </c:pt>
                <c:pt idx="492">
                  <c:v>16490</c:v>
                </c:pt>
                <c:pt idx="493">
                  <c:v>16523</c:v>
                </c:pt>
                <c:pt idx="494">
                  <c:v>16557</c:v>
                </c:pt>
                <c:pt idx="495">
                  <c:v>16590</c:v>
                </c:pt>
                <c:pt idx="496">
                  <c:v>16623</c:v>
                </c:pt>
                <c:pt idx="497">
                  <c:v>16657</c:v>
                </c:pt>
                <c:pt idx="498">
                  <c:v>16690</c:v>
                </c:pt>
                <c:pt idx="499">
                  <c:v>16723</c:v>
                </c:pt>
                <c:pt idx="500">
                  <c:v>16757</c:v>
                </c:pt>
                <c:pt idx="501">
                  <c:v>16790</c:v>
                </c:pt>
                <c:pt idx="502">
                  <c:v>16823</c:v>
                </c:pt>
                <c:pt idx="503">
                  <c:v>16857</c:v>
                </c:pt>
                <c:pt idx="504">
                  <c:v>16890</c:v>
                </c:pt>
                <c:pt idx="505">
                  <c:v>16923</c:v>
                </c:pt>
                <c:pt idx="506">
                  <c:v>16957</c:v>
                </c:pt>
                <c:pt idx="507">
                  <c:v>16990</c:v>
                </c:pt>
                <c:pt idx="508">
                  <c:v>17023</c:v>
                </c:pt>
                <c:pt idx="509">
                  <c:v>17057</c:v>
                </c:pt>
                <c:pt idx="510">
                  <c:v>17090</c:v>
                </c:pt>
                <c:pt idx="511">
                  <c:v>17123</c:v>
                </c:pt>
                <c:pt idx="512">
                  <c:v>17157</c:v>
                </c:pt>
                <c:pt idx="513">
                  <c:v>17190</c:v>
                </c:pt>
                <c:pt idx="514">
                  <c:v>17223</c:v>
                </c:pt>
                <c:pt idx="515">
                  <c:v>17257</c:v>
                </c:pt>
                <c:pt idx="516">
                  <c:v>17290</c:v>
                </c:pt>
                <c:pt idx="517">
                  <c:v>17323</c:v>
                </c:pt>
                <c:pt idx="518">
                  <c:v>17357</c:v>
                </c:pt>
                <c:pt idx="519">
                  <c:v>17390</c:v>
                </c:pt>
                <c:pt idx="520">
                  <c:v>17423</c:v>
                </c:pt>
                <c:pt idx="521">
                  <c:v>17457</c:v>
                </c:pt>
                <c:pt idx="522">
                  <c:v>17490</c:v>
                </c:pt>
                <c:pt idx="523">
                  <c:v>17523</c:v>
                </c:pt>
                <c:pt idx="524">
                  <c:v>17557</c:v>
                </c:pt>
                <c:pt idx="525">
                  <c:v>17590</c:v>
                </c:pt>
                <c:pt idx="526">
                  <c:v>17623</c:v>
                </c:pt>
                <c:pt idx="527">
                  <c:v>17657</c:v>
                </c:pt>
                <c:pt idx="528">
                  <c:v>17690</c:v>
                </c:pt>
                <c:pt idx="529">
                  <c:v>17723</c:v>
                </c:pt>
                <c:pt idx="530">
                  <c:v>17757</c:v>
                </c:pt>
                <c:pt idx="531">
                  <c:v>17790</c:v>
                </c:pt>
                <c:pt idx="532">
                  <c:v>17823</c:v>
                </c:pt>
                <c:pt idx="533">
                  <c:v>17857</c:v>
                </c:pt>
                <c:pt idx="534">
                  <c:v>17890</c:v>
                </c:pt>
                <c:pt idx="535">
                  <c:v>17923</c:v>
                </c:pt>
                <c:pt idx="536">
                  <c:v>17957</c:v>
                </c:pt>
                <c:pt idx="537">
                  <c:v>17990</c:v>
                </c:pt>
                <c:pt idx="538">
                  <c:v>18023</c:v>
                </c:pt>
                <c:pt idx="539">
                  <c:v>18057</c:v>
                </c:pt>
                <c:pt idx="540">
                  <c:v>18090</c:v>
                </c:pt>
                <c:pt idx="541">
                  <c:v>18124</c:v>
                </c:pt>
                <c:pt idx="542">
                  <c:v>18157</c:v>
                </c:pt>
                <c:pt idx="543">
                  <c:v>18190</c:v>
                </c:pt>
                <c:pt idx="544">
                  <c:v>18224</c:v>
                </c:pt>
                <c:pt idx="545">
                  <c:v>18257</c:v>
                </c:pt>
                <c:pt idx="546">
                  <c:v>18290</c:v>
                </c:pt>
                <c:pt idx="547">
                  <c:v>18324</c:v>
                </c:pt>
                <c:pt idx="548">
                  <c:v>18357</c:v>
                </c:pt>
                <c:pt idx="549">
                  <c:v>18390</c:v>
                </c:pt>
                <c:pt idx="550">
                  <c:v>18424</c:v>
                </c:pt>
                <c:pt idx="551">
                  <c:v>18457</c:v>
                </c:pt>
                <c:pt idx="552">
                  <c:v>18490</c:v>
                </c:pt>
                <c:pt idx="553">
                  <c:v>18524</c:v>
                </c:pt>
                <c:pt idx="554">
                  <c:v>18557</c:v>
                </c:pt>
                <c:pt idx="555">
                  <c:v>18590</c:v>
                </c:pt>
                <c:pt idx="556">
                  <c:v>18624</c:v>
                </c:pt>
                <c:pt idx="557">
                  <c:v>18657</c:v>
                </c:pt>
                <c:pt idx="558">
                  <c:v>18690</c:v>
                </c:pt>
                <c:pt idx="559">
                  <c:v>18724</c:v>
                </c:pt>
                <c:pt idx="560">
                  <c:v>18757</c:v>
                </c:pt>
                <c:pt idx="561">
                  <c:v>18790</c:v>
                </c:pt>
                <c:pt idx="562">
                  <c:v>18824</c:v>
                </c:pt>
                <c:pt idx="563">
                  <c:v>18857</c:v>
                </c:pt>
                <c:pt idx="564">
                  <c:v>18890</c:v>
                </c:pt>
                <c:pt idx="565">
                  <c:v>18924</c:v>
                </c:pt>
                <c:pt idx="566">
                  <c:v>18957</c:v>
                </c:pt>
                <c:pt idx="567">
                  <c:v>18990</c:v>
                </c:pt>
                <c:pt idx="568">
                  <c:v>19024</c:v>
                </c:pt>
                <c:pt idx="569">
                  <c:v>19057</c:v>
                </c:pt>
                <c:pt idx="570">
                  <c:v>19090</c:v>
                </c:pt>
                <c:pt idx="571">
                  <c:v>19124</c:v>
                </c:pt>
                <c:pt idx="572">
                  <c:v>19157</c:v>
                </c:pt>
                <c:pt idx="573">
                  <c:v>19190</c:v>
                </c:pt>
                <c:pt idx="574">
                  <c:v>19224</c:v>
                </c:pt>
                <c:pt idx="575">
                  <c:v>19257</c:v>
                </c:pt>
                <c:pt idx="576">
                  <c:v>19290</c:v>
                </c:pt>
                <c:pt idx="577">
                  <c:v>19324</c:v>
                </c:pt>
                <c:pt idx="578">
                  <c:v>19357</c:v>
                </c:pt>
                <c:pt idx="579">
                  <c:v>19390</c:v>
                </c:pt>
                <c:pt idx="580">
                  <c:v>19424</c:v>
                </c:pt>
                <c:pt idx="581">
                  <c:v>19457</c:v>
                </c:pt>
                <c:pt idx="582">
                  <c:v>19490</c:v>
                </c:pt>
                <c:pt idx="583">
                  <c:v>19524</c:v>
                </c:pt>
                <c:pt idx="584">
                  <c:v>19557</c:v>
                </c:pt>
                <c:pt idx="585">
                  <c:v>19590</c:v>
                </c:pt>
                <c:pt idx="586">
                  <c:v>19624</c:v>
                </c:pt>
                <c:pt idx="587">
                  <c:v>19657</c:v>
                </c:pt>
                <c:pt idx="588">
                  <c:v>19690</c:v>
                </c:pt>
                <c:pt idx="589">
                  <c:v>19724</c:v>
                </c:pt>
                <c:pt idx="590">
                  <c:v>19757</c:v>
                </c:pt>
                <c:pt idx="591">
                  <c:v>19790</c:v>
                </c:pt>
                <c:pt idx="592">
                  <c:v>19824</c:v>
                </c:pt>
                <c:pt idx="593">
                  <c:v>19857</c:v>
                </c:pt>
                <c:pt idx="594">
                  <c:v>19890</c:v>
                </c:pt>
                <c:pt idx="595">
                  <c:v>19924</c:v>
                </c:pt>
                <c:pt idx="596">
                  <c:v>19957</c:v>
                </c:pt>
                <c:pt idx="597">
                  <c:v>19990</c:v>
                </c:pt>
                <c:pt idx="598">
                  <c:v>20024</c:v>
                </c:pt>
                <c:pt idx="599">
                  <c:v>20057</c:v>
                </c:pt>
                <c:pt idx="600">
                  <c:v>20090</c:v>
                </c:pt>
                <c:pt idx="601">
                  <c:v>20124</c:v>
                </c:pt>
                <c:pt idx="602">
                  <c:v>20157</c:v>
                </c:pt>
                <c:pt idx="603">
                  <c:v>20190</c:v>
                </c:pt>
                <c:pt idx="604">
                  <c:v>20224</c:v>
                </c:pt>
                <c:pt idx="605">
                  <c:v>20257</c:v>
                </c:pt>
                <c:pt idx="606">
                  <c:v>20290</c:v>
                </c:pt>
                <c:pt idx="607">
                  <c:v>20324</c:v>
                </c:pt>
                <c:pt idx="608">
                  <c:v>20357</c:v>
                </c:pt>
                <c:pt idx="609">
                  <c:v>20391</c:v>
                </c:pt>
                <c:pt idx="610">
                  <c:v>20424</c:v>
                </c:pt>
                <c:pt idx="611">
                  <c:v>20457</c:v>
                </c:pt>
                <c:pt idx="612">
                  <c:v>20491</c:v>
                </c:pt>
                <c:pt idx="613">
                  <c:v>20524</c:v>
                </c:pt>
                <c:pt idx="614">
                  <c:v>20557</c:v>
                </c:pt>
                <c:pt idx="615">
                  <c:v>20591</c:v>
                </c:pt>
                <c:pt idx="616">
                  <c:v>20624</c:v>
                </c:pt>
                <c:pt idx="617">
                  <c:v>20657</c:v>
                </c:pt>
                <c:pt idx="618">
                  <c:v>20691</c:v>
                </c:pt>
                <c:pt idx="619">
                  <c:v>20724</c:v>
                </c:pt>
                <c:pt idx="620">
                  <c:v>20757</c:v>
                </c:pt>
                <c:pt idx="621">
                  <c:v>20791</c:v>
                </c:pt>
                <c:pt idx="622">
                  <c:v>20824</c:v>
                </c:pt>
                <c:pt idx="623">
                  <c:v>20857</c:v>
                </c:pt>
                <c:pt idx="624">
                  <c:v>20891</c:v>
                </c:pt>
                <c:pt idx="625">
                  <c:v>20924</c:v>
                </c:pt>
                <c:pt idx="626">
                  <c:v>20957</c:v>
                </c:pt>
                <c:pt idx="627">
                  <c:v>20991</c:v>
                </c:pt>
                <c:pt idx="628">
                  <c:v>21024</c:v>
                </c:pt>
                <c:pt idx="629">
                  <c:v>21057</c:v>
                </c:pt>
                <c:pt idx="630">
                  <c:v>21091</c:v>
                </c:pt>
                <c:pt idx="631">
                  <c:v>21124</c:v>
                </c:pt>
                <c:pt idx="632">
                  <c:v>21157</c:v>
                </c:pt>
                <c:pt idx="633">
                  <c:v>21191</c:v>
                </c:pt>
                <c:pt idx="634">
                  <c:v>21224</c:v>
                </c:pt>
                <c:pt idx="635">
                  <c:v>21257</c:v>
                </c:pt>
                <c:pt idx="636">
                  <c:v>21291</c:v>
                </c:pt>
                <c:pt idx="637">
                  <c:v>21324</c:v>
                </c:pt>
                <c:pt idx="638">
                  <c:v>21357</c:v>
                </c:pt>
                <c:pt idx="639">
                  <c:v>21391</c:v>
                </c:pt>
                <c:pt idx="640">
                  <c:v>21424</c:v>
                </c:pt>
                <c:pt idx="641">
                  <c:v>21457</c:v>
                </c:pt>
                <c:pt idx="642">
                  <c:v>21491</c:v>
                </c:pt>
                <c:pt idx="643">
                  <c:v>21524</c:v>
                </c:pt>
                <c:pt idx="644">
                  <c:v>21557</c:v>
                </c:pt>
                <c:pt idx="645">
                  <c:v>21591</c:v>
                </c:pt>
                <c:pt idx="646">
                  <c:v>21624</c:v>
                </c:pt>
                <c:pt idx="647">
                  <c:v>21657</c:v>
                </c:pt>
                <c:pt idx="648">
                  <c:v>21691</c:v>
                </c:pt>
                <c:pt idx="649">
                  <c:v>21724</c:v>
                </c:pt>
                <c:pt idx="650">
                  <c:v>21757</c:v>
                </c:pt>
                <c:pt idx="651">
                  <c:v>21791</c:v>
                </c:pt>
                <c:pt idx="652">
                  <c:v>21824</c:v>
                </c:pt>
                <c:pt idx="653">
                  <c:v>21857</c:v>
                </c:pt>
                <c:pt idx="654">
                  <c:v>21891</c:v>
                </c:pt>
                <c:pt idx="655">
                  <c:v>21924</c:v>
                </c:pt>
                <c:pt idx="656">
                  <c:v>21957</c:v>
                </c:pt>
                <c:pt idx="657">
                  <c:v>21991</c:v>
                </c:pt>
                <c:pt idx="658">
                  <c:v>22024</c:v>
                </c:pt>
                <c:pt idx="659">
                  <c:v>22057</c:v>
                </c:pt>
                <c:pt idx="660">
                  <c:v>22091</c:v>
                </c:pt>
                <c:pt idx="661">
                  <c:v>22124</c:v>
                </c:pt>
                <c:pt idx="662">
                  <c:v>22157</c:v>
                </c:pt>
                <c:pt idx="663">
                  <c:v>22191</c:v>
                </c:pt>
                <c:pt idx="664">
                  <c:v>22224</c:v>
                </c:pt>
                <c:pt idx="665">
                  <c:v>22257</c:v>
                </c:pt>
                <c:pt idx="666">
                  <c:v>22291</c:v>
                </c:pt>
                <c:pt idx="667">
                  <c:v>22324</c:v>
                </c:pt>
                <c:pt idx="668">
                  <c:v>22357</c:v>
                </c:pt>
                <c:pt idx="669">
                  <c:v>22391</c:v>
                </c:pt>
                <c:pt idx="670">
                  <c:v>22424</c:v>
                </c:pt>
                <c:pt idx="671">
                  <c:v>22457</c:v>
                </c:pt>
                <c:pt idx="672">
                  <c:v>22491</c:v>
                </c:pt>
                <c:pt idx="673">
                  <c:v>22524</c:v>
                </c:pt>
                <c:pt idx="674">
                  <c:v>22557</c:v>
                </c:pt>
                <c:pt idx="675">
                  <c:v>22591</c:v>
                </c:pt>
                <c:pt idx="676">
                  <c:v>22624</c:v>
                </c:pt>
                <c:pt idx="677">
                  <c:v>22658</c:v>
                </c:pt>
                <c:pt idx="678">
                  <c:v>22691</c:v>
                </c:pt>
                <c:pt idx="679">
                  <c:v>22724</c:v>
                </c:pt>
                <c:pt idx="680">
                  <c:v>22758</c:v>
                </c:pt>
                <c:pt idx="681">
                  <c:v>22791</c:v>
                </c:pt>
                <c:pt idx="682">
                  <c:v>22824</c:v>
                </c:pt>
                <c:pt idx="683">
                  <c:v>22858</c:v>
                </c:pt>
                <c:pt idx="684">
                  <c:v>22891</c:v>
                </c:pt>
                <c:pt idx="685">
                  <c:v>22924</c:v>
                </c:pt>
                <c:pt idx="686">
                  <c:v>22958</c:v>
                </c:pt>
                <c:pt idx="687">
                  <c:v>22991</c:v>
                </c:pt>
                <c:pt idx="688">
                  <c:v>23024</c:v>
                </c:pt>
                <c:pt idx="689">
                  <c:v>23058</c:v>
                </c:pt>
                <c:pt idx="690">
                  <c:v>23091</c:v>
                </c:pt>
                <c:pt idx="691">
                  <c:v>23124</c:v>
                </c:pt>
                <c:pt idx="692">
                  <c:v>23158</c:v>
                </c:pt>
                <c:pt idx="693">
                  <c:v>23191</c:v>
                </c:pt>
                <c:pt idx="694">
                  <c:v>23224</c:v>
                </c:pt>
                <c:pt idx="695">
                  <c:v>23258</c:v>
                </c:pt>
                <c:pt idx="696">
                  <c:v>23291</c:v>
                </c:pt>
                <c:pt idx="697">
                  <c:v>23324</c:v>
                </c:pt>
                <c:pt idx="698">
                  <c:v>23358</c:v>
                </c:pt>
                <c:pt idx="699">
                  <c:v>23391</c:v>
                </c:pt>
                <c:pt idx="700">
                  <c:v>23424</c:v>
                </c:pt>
                <c:pt idx="701">
                  <c:v>23458</c:v>
                </c:pt>
                <c:pt idx="702">
                  <c:v>23491</c:v>
                </c:pt>
                <c:pt idx="703">
                  <c:v>23524</c:v>
                </c:pt>
                <c:pt idx="704">
                  <c:v>23558</c:v>
                </c:pt>
                <c:pt idx="705">
                  <c:v>23591</c:v>
                </c:pt>
                <c:pt idx="706">
                  <c:v>23624</c:v>
                </c:pt>
                <c:pt idx="707">
                  <c:v>23658</c:v>
                </c:pt>
                <c:pt idx="708">
                  <c:v>23691</c:v>
                </c:pt>
                <c:pt idx="709">
                  <c:v>23724</c:v>
                </c:pt>
                <c:pt idx="710">
                  <c:v>23758</c:v>
                </c:pt>
                <c:pt idx="711">
                  <c:v>23791</c:v>
                </c:pt>
                <c:pt idx="712">
                  <c:v>23824</c:v>
                </c:pt>
                <c:pt idx="713">
                  <c:v>23858</c:v>
                </c:pt>
                <c:pt idx="714">
                  <c:v>23891</c:v>
                </c:pt>
                <c:pt idx="715">
                  <c:v>23924</c:v>
                </c:pt>
                <c:pt idx="716">
                  <c:v>23958</c:v>
                </c:pt>
                <c:pt idx="717">
                  <c:v>23991</c:v>
                </c:pt>
                <c:pt idx="718">
                  <c:v>24024</c:v>
                </c:pt>
                <c:pt idx="719">
                  <c:v>24058</c:v>
                </c:pt>
                <c:pt idx="720">
                  <c:v>24091</c:v>
                </c:pt>
                <c:pt idx="721">
                  <c:v>24124</c:v>
                </c:pt>
                <c:pt idx="722">
                  <c:v>24158</c:v>
                </c:pt>
                <c:pt idx="723">
                  <c:v>24191</c:v>
                </c:pt>
                <c:pt idx="724">
                  <c:v>24224</c:v>
                </c:pt>
                <c:pt idx="725">
                  <c:v>24258</c:v>
                </c:pt>
                <c:pt idx="726">
                  <c:v>24291</c:v>
                </c:pt>
                <c:pt idx="727">
                  <c:v>24324</c:v>
                </c:pt>
                <c:pt idx="728">
                  <c:v>24358</c:v>
                </c:pt>
                <c:pt idx="729">
                  <c:v>24391</c:v>
                </c:pt>
                <c:pt idx="730">
                  <c:v>24424</c:v>
                </c:pt>
                <c:pt idx="731">
                  <c:v>24458</c:v>
                </c:pt>
                <c:pt idx="732">
                  <c:v>24491</c:v>
                </c:pt>
                <c:pt idx="733">
                  <c:v>24524</c:v>
                </c:pt>
                <c:pt idx="734">
                  <c:v>24558</c:v>
                </c:pt>
                <c:pt idx="735">
                  <c:v>24591</c:v>
                </c:pt>
                <c:pt idx="736">
                  <c:v>24624</c:v>
                </c:pt>
                <c:pt idx="737">
                  <c:v>24658</c:v>
                </c:pt>
                <c:pt idx="738">
                  <c:v>24691</c:v>
                </c:pt>
                <c:pt idx="739">
                  <c:v>24724</c:v>
                </c:pt>
                <c:pt idx="740">
                  <c:v>24758</c:v>
                </c:pt>
                <c:pt idx="741">
                  <c:v>24791</c:v>
                </c:pt>
                <c:pt idx="742">
                  <c:v>24825</c:v>
                </c:pt>
                <c:pt idx="743">
                  <c:v>24858</c:v>
                </c:pt>
                <c:pt idx="744">
                  <c:v>24891</c:v>
                </c:pt>
                <c:pt idx="745">
                  <c:v>24925</c:v>
                </c:pt>
                <c:pt idx="746">
                  <c:v>24958</c:v>
                </c:pt>
                <c:pt idx="747">
                  <c:v>24991</c:v>
                </c:pt>
                <c:pt idx="748">
                  <c:v>25025</c:v>
                </c:pt>
                <c:pt idx="749">
                  <c:v>25058</c:v>
                </c:pt>
                <c:pt idx="750">
                  <c:v>25091</c:v>
                </c:pt>
                <c:pt idx="751">
                  <c:v>25125</c:v>
                </c:pt>
                <c:pt idx="752">
                  <c:v>25158</c:v>
                </c:pt>
                <c:pt idx="753">
                  <c:v>25191</c:v>
                </c:pt>
                <c:pt idx="754">
                  <c:v>25225</c:v>
                </c:pt>
                <c:pt idx="755">
                  <c:v>25258</c:v>
                </c:pt>
                <c:pt idx="756">
                  <c:v>25291</c:v>
                </c:pt>
                <c:pt idx="757">
                  <c:v>25325</c:v>
                </c:pt>
                <c:pt idx="758">
                  <c:v>25358</c:v>
                </c:pt>
                <c:pt idx="759">
                  <c:v>25391</c:v>
                </c:pt>
                <c:pt idx="760">
                  <c:v>25425</c:v>
                </c:pt>
                <c:pt idx="761">
                  <c:v>25458</c:v>
                </c:pt>
                <c:pt idx="762">
                  <c:v>25491</c:v>
                </c:pt>
                <c:pt idx="763">
                  <c:v>25525</c:v>
                </c:pt>
                <c:pt idx="764">
                  <c:v>25558</c:v>
                </c:pt>
                <c:pt idx="765">
                  <c:v>25591</c:v>
                </c:pt>
                <c:pt idx="766">
                  <c:v>25625</c:v>
                </c:pt>
                <c:pt idx="767">
                  <c:v>25658</c:v>
                </c:pt>
                <c:pt idx="768">
                  <c:v>25691</c:v>
                </c:pt>
                <c:pt idx="769">
                  <c:v>25725</c:v>
                </c:pt>
                <c:pt idx="770">
                  <c:v>25758</c:v>
                </c:pt>
                <c:pt idx="771">
                  <c:v>25791</c:v>
                </c:pt>
                <c:pt idx="772">
                  <c:v>25825</c:v>
                </c:pt>
                <c:pt idx="773">
                  <c:v>25858</c:v>
                </c:pt>
                <c:pt idx="774">
                  <c:v>25891</c:v>
                </c:pt>
                <c:pt idx="775">
                  <c:v>25925</c:v>
                </c:pt>
                <c:pt idx="776">
                  <c:v>25958</c:v>
                </c:pt>
                <c:pt idx="777">
                  <c:v>25991</c:v>
                </c:pt>
                <c:pt idx="778">
                  <c:v>26025</c:v>
                </c:pt>
                <c:pt idx="779">
                  <c:v>26058</c:v>
                </c:pt>
                <c:pt idx="780">
                  <c:v>26091</c:v>
                </c:pt>
                <c:pt idx="781">
                  <c:v>26125</c:v>
                </c:pt>
                <c:pt idx="782">
                  <c:v>26158</c:v>
                </c:pt>
                <c:pt idx="783">
                  <c:v>26191</c:v>
                </c:pt>
                <c:pt idx="784">
                  <c:v>26225</c:v>
                </c:pt>
                <c:pt idx="785">
                  <c:v>26258</c:v>
                </c:pt>
                <c:pt idx="786">
                  <c:v>26291</c:v>
                </c:pt>
                <c:pt idx="787">
                  <c:v>26325</c:v>
                </c:pt>
                <c:pt idx="788">
                  <c:v>26358</c:v>
                </c:pt>
                <c:pt idx="789">
                  <c:v>26391</c:v>
                </c:pt>
                <c:pt idx="790">
                  <c:v>26425</c:v>
                </c:pt>
                <c:pt idx="791">
                  <c:v>26458</c:v>
                </c:pt>
                <c:pt idx="792">
                  <c:v>26491</c:v>
                </c:pt>
                <c:pt idx="793">
                  <c:v>26525</c:v>
                </c:pt>
                <c:pt idx="794">
                  <c:v>26558</c:v>
                </c:pt>
                <c:pt idx="795">
                  <c:v>26591</c:v>
                </c:pt>
                <c:pt idx="796">
                  <c:v>26625</c:v>
                </c:pt>
                <c:pt idx="797">
                  <c:v>26658</c:v>
                </c:pt>
                <c:pt idx="798">
                  <c:v>26691</c:v>
                </c:pt>
                <c:pt idx="799">
                  <c:v>26725</c:v>
                </c:pt>
                <c:pt idx="800">
                  <c:v>26758</c:v>
                </c:pt>
                <c:pt idx="801">
                  <c:v>26791</c:v>
                </c:pt>
                <c:pt idx="802">
                  <c:v>26825</c:v>
                </c:pt>
                <c:pt idx="803">
                  <c:v>26858</c:v>
                </c:pt>
                <c:pt idx="804">
                  <c:v>26891</c:v>
                </c:pt>
                <c:pt idx="805">
                  <c:v>26925</c:v>
                </c:pt>
                <c:pt idx="806">
                  <c:v>26958</c:v>
                </c:pt>
                <c:pt idx="807">
                  <c:v>26991</c:v>
                </c:pt>
                <c:pt idx="808">
                  <c:v>27025</c:v>
                </c:pt>
                <c:pt idx="809">
                  <c:v>27058</c:v>
                </c:pt>
                <c:pt idx="810">
                  <c:v>27092</c:v>
                </c:pt>
                <c:pt idx="811">
                  <c:v>27125</c:v>
                </c:pt>
                <c:pt idx="812">
                  <c:v>27158</c:v>
                </c:pt>
                <c:pt idx="813">
                  <c:v>27192</c:v>
                </c:pt>
                <c:pt idx="814">
                  <c:v>27225</c:v>
                </c:pt>
                <c:pt idx="815">
                  <c:v>27258</c:v>
                </c:pt>
                <c:pt idx="816">
                  <c:v>27292</c:v>
                </c:pt>
                <c:pt idx="817">
                  <c:v>27325</c:v>
                </c:pt>
                <c:pt idx="818">
                  <c:v>27358</c:v>
                </c:pt>
                <c:pt idx="819">
                  <c:v>27392</c:v>
                </c:pt>
                <c:pt idx="820">
                  <c:v>27425</c:v>
                </c:pt>
                <c:pt idx="821">
                  <c:v>27458</c:v>
                </c:pt>
                <c:pt idx="822">
                  <c:v>27492</c:v>
                </c:pt>
                <c:pt idx="823">
                  <c:v>27525</c:v>
                </c:pt>
                <c:pt idx="824">
                  <c:v>27558</c:v>
                </c:pt>
                <c:pt idx="825">
                  <c:v>27592</c:v>
                </c:pt>
                <c:pt idx="826">
                  <c:v>27625</c:v>
                </c:pt>
                <c:pt idx="827">
                  <c:v>27658</c:v>
                </c:pt>
                <c:pt idx="828">
                  <c:v>27692</c:v>
                </c:pt>
                <c:pt idx="829">
                  <c:v>27725</c:v>
                </c:pt>
                <c:pt idx="830">
                  <c:v>27758</c:v>
                </c:pt>
                <c:pt idx="831">
                  <c:v>27792</c:v>
                </c:pt>
                <c:pt idx="832">
                  <c:v>27825</c:v>
                </c:pt>
                <c:pt idx="833">
                  <c:v>27858</c:v>
                </c:pt>
                <c:pt idx="834">
                  <c:v>27892</c:v>
                </c:pt>
                <c:pt idx="835">
                  <c:v>27925</c:v>
                </c:pt>
                <c:pt idx="836">
                  <c:v>27958</c:v>
                </c:pt>
                <c:pt idx="837">
                  <c:v>27992</c:v>
                </c:pt>
                <c:pt idx="838">
                  <c:v>28025</c:v>
                </c:pt>
                <c:pt idx="839">
                  <c:v>28058</c:v>
                </c:pt>
                <c:pt idx="840">
                  <c:v>28092</c:v>
                </c:pt>
                <c:pt idx="841">
                  <c:v>28125</c:v>
                </c:pt>
                <c:pt idx="842">
                  <c:v>28158</c:v>
                </c:pt>
                <c:pt idx="843">
                  <c:v>28192</c:v>
                </c:pt>
                <c:pt idx="844">
                  <c:v>28225</c:v>
                </c:pt>
                <c:pt idx="845">
                  <c:v>28258</c:v>
                </c:pt>
                <c:pt idx="846">
                  <c:v>28292</c:v>
                </c:pt>
                <c:pt idx="847">
                  <c:v>28325</c:v>
                </c:pt>
                <c:pt idx="848">
                  <c:v>28358</c:v>
                </c:pt>
                <c:pt idx="849">
                  <c:v>28392</c:v>
                </c:pt>
                <c:pt idx="850">
                  <c:v>28425</c:v>
                </c:pt>
                <c:pt idx="851">
                  <c:v>28458</c:v>
                </c:pt>
                <c:pt idx="852">
                  <c:v>28492</c:v>
                </c:pt>
                <c:pt idx="853">
                  <c:v>28525</c:v>
                </c:pt>
                <c:pt idx="854">
                  <c:v>28558</c:v>
                </c:pt>
                <c:pt idx="855">
                  <c:v>28592</c:v>
                </c:pt>
                <c:pt idx="856">
                  <c:v>28625</c:v>
                </c:pt>
                <c:pt idx="857">
                  <c:v>28658</c:v>
                </c:pt>
                <c:pt idx="858">
                  <c:v>28692</c:v>
                </c:pt>
                <c:pt idx="859">
                  <c:v>28725</c:v>
                </c:pt>
                <c:pt idx="860">
                  <c:v>28758</c:v>
                </c:pt>
                <c:pt idx="861">
                  <c:v>28792</c:v>
                </c:pt>
                <c:pt idx="862">
                  <c:v>28825</c:v>
                </c:pt>
                <c:pt idx="863">
                  <c:v>28858</c:v>
                </c:pt>
                <c:pt idx="864">
                  <c:v>28892</c:v>
                </c:pt>
                <c:pt idx="865">
                  <c:v>28925</c:v>
                </c:pt>
                <c:pt idx="866">
                  <c:v>28958</c:v>
                </c:pt>
                <c:pt idx="867">
                  <c:v>28992</c:v>
                </c:pt>
                <c:pt idx="868">
                  <c:v>29025</c:v>
                </c:pt>
                <c:pt idx="869">
                  <c:v>29058</c:v>
                </c:pt>
                <c:pt idx="870">
                  <c:v>29092</c:v>
                </c:pt>
                <c:pt idx="871">
                  <c:v>29125</c:v>
                </c:pt>
                <c:pt idx="872">
                  <c:v>29158</c:v>
                </c:pt>
                <c:pt idx="873">
                  <c:v>29192</c:v>
                </c:pt>
                <c:pt idx="874">
                  <c:v>29225</c:v>
                </c:pt>
                <c:pt idx="875">
                  <c:v>29258</c:v>
                </c:pt>
                <c:pt idx="876">
                  <c:v>29292</c:v>
                </c:pt>
                <c:pt idx="877">
                  <c:v>29325</c:v>
                </c:pt>
                <c:pt idx="878">
                  <c:v>29359</c:v>
                </c:pt>
                <c:pt idx="879">
                  <c:v>29392</c:v>
                </c:pt>
                <c:pt idx="880">
                  <c:v>29425</c:v>
                </c:pt>
                <c:pt idx="881">
                  <c:v>29459</c:v>
                </c:pt>
                <c:pt idx="882">
                  <c:v>29492</c:v>
                </c:pt>
                <c:pt idx="883">
                  <c:v>29525</c:v>
                </c:pt>
                <c:pt idx="884">
                  <c:v>29559</c:v>
                </c:pt>
                <c:pt idx="885">
                  <c:v>29592</c:v>
                </c:pt>
                <c:pt idx="886">
                  <c:v>29625</c:v>
                </c:pt>
                <c:pt idx="887">
                  <c:v>29659</c:v>
                </c:pt>
                <c:pt idx="888">
                  <c:v>29692</c:v>
                </c:pt>
                <c:pt idx="889">
                  <c:v>29725</c:v>
                </c:pt>
                <c:pt idx="890">
                  <c:v>29759</c:v>
                </c:pt>
                <c:pt idx="891">
                  <c:v>29792</c:v>
                </c:pt>
                <c:pt idx="892">
                  <c:v>29825</c:v>
                </c:pt>
                <c:pt idx="893">
                  <c:v>29859</c:v>
                </c:pt>
                <c:pt idx="894">
                  <c:v>29892</c:v>
                </c:pt>
                <c:pt idx="895">
                  <c:v>29925</c:v>
                </c:pt>
                <c:pt idx="896">
                  <c:v>29959</c:v>
                </c:pt>
                <c:pt idx="897">
                  <c:v>29992</c:v>
                </c:pt>
                <c:pt idx="898">
                  <c:v>30025</c:v>
                </c:pt>
                <c:pt idx="899">
                  <c:v>30059</c:v>
                </c:pt>
                <c:pt idx="900">
                  <c:v>30092</c:v>
                </c:pt>
                <c:pt idx="901">
                  <c:v>30125</c:v>
                </c:pt>
                <c:pt idx="902">
                  <c:v>30159</c:v>
                </c:pt>
                <c:pt idx="903">
                  <c:v>30192</c:v>
                </c:pt>
                <c:pt idx="904">
                  <c:v>30225</c:v>
                </c:pt>
                <c:pt idx="905">
                  <c:v>30259</c:v>
                </c:pt>
                <c:pt idx="906">
                  <c:v>30292</c:v>
                </c:pt>
                <c:pt idx="907">
                  <c:v>30325</c:v>
                </c:pt>
                <c:pt idx="908">
                  <c:v>30359</c:v>
                </c:pt>
                <c:pt idx="909">
                  <c:v>30392</c:v>
                </c:pt>
                <c:pt idx="910">
                  <c:v>30425</c:v>
                </c:pt>
                <c:pt idx="911">
                  <c:v>30459</c:v>
                </c:pt>
                <c:pt idx="912">
                  <c:v>30492</c:v>
                </c:pt>
                <c:pt idx="913">
                  <c:v>30525</c:v>
                </c:pt>
                <c:pt idx="914">
                  <c:v>30559</c:v>
                </c:pt>
                <c:pt idx="915">
                  <c:v>30592</c:v>
                </c:pt>
                <c:pt idx="916">
                  <c:v>30625</c:v>
                </c:pt>
                <c:pt idx="917">
                  <c:v>30659</c:v>
                </c:pt>
                <c:pt idx="918">
                  <c:v>30692</c:v>
                </c:pt>
                <c:pt idx="919">
                  <c:v>30725</c:v>
                </c:pt>
                <c:pt idx="920">
                  <c:v>30759</c:v>
                </c:pt>
                <c:pt idx="921">
                  <c:v>30792</c:v>
                </c:pt>
                <c:pt idx="922">
                  <c:v>30825</c:v>
                </c:pt>
                <c:pt idx="923">
                  <c:v>30859</c:v>
                </c:pt>
                <c:pt idx="924">
                  <c:v>30892</c:v>
                </c:pt>
                <c:pt idx="925">
                  <c:v>30925</c:v>
                </c:pt>
                <c:pt idx="926">
                  <c:v>30959</c:v>
                </c:pt>
                <c:pt idx="927">
                  <c:v>30992</c:v>
                </c:pt>
                <c:pt idx="928">
                  <c:v>31025</c:v>
                </c:pt>
                <c:pt idx="929">
                  <c:v>31059</c:v>
                </c:pt>
                <c:pt idx="930">
                  <c:v>31092</c:v>
                </c:pt>
                <c:pt idx="931">
                  <c:v>31125</c:v>
                </c:pt>
                <c:pt idx="932">
                  <c:v>31159</c:v>
                </c:pt>
                <c:pt idx="933">
                  <c:v>31192</c:v>
                </c:pt>
                <c:pt idx="934">
                  <c:v>31225</c:v>
                </c:pt>
                <c:pt idx="935">
                  <c:v>31259</c:v>
                </c:pt>
                <c:pt idx="936">
                  <c:v>31292</c:v>
                </c:pt>
                <c:pt idx="937">
                  <c:v>31325</c:v>
                </c:pt>
                <c:pt idx="938">
                  <c:v>31359</c:v>
                </c:pt>
                <c:pt idx="939">
                  <c:v>31392</c:v>
                </c:pt>
                <c:pt idx="940">
                  <c:v>31425</c:v>
                </c:pt>
                <c:pt idx="941">
                  <c:v>31459</c:v>
                </c:pt>
                <c:pt idx="942">
                  <c:v>31492</c:v>
                </c:pt>
                <c:pt idx="943">
                  <c:v>31526</c:v>
                </c:pt>
                <c:pt idx="944">
                  <c:v>31559</c:v>
                </c:pt>
                <c:pt idx="945">
                  <c:v>31592</c:v>
                </c:pt>
                <c:pt idx="946">
                  <c:v>31626</c:v>
                </c:pt>
                <c:pt idx="947">
                  <c:v>31659</c:v>
                </c:pt>
                <c:pt idx="948">
                  <c:v>31692</c:v>
                </c:pt>
                <c:pt idx="949">
                  <c:v>31726</c:v>
                </c:pt>
                <c:pt idx="950">
                  <c:v>31759</c:v>
                </c:pt>
                <c:pt idx="951">
                  <c:v>31792</c:v>
                </c:pt>
                <c:pt idx="952">
                  <c:v>31826</c:v>
                </c:pt>
                <c:pt idx="953">
                  <c:v>31859</c:v>
                </c:pt>
                <c:pt idx="954">
                  <c:v>31892</c:v>
                </c:pt>
                <c:pt idx="955">
                  <c:v>31926</c:v>
                </c:pt>
                <c:pt idx="956">
                  <c:v>31959</c:v>
                </c:pt>
                <c:pt idx="957">
                  <c:v>31992</c:v>
                </c:pt>
                <c:pt idx="958">
                  <c:v>32026</c:v>
                </c:pt>
                <c:pt idx="959">
                  <c:v>32059</c:v>
                </c:pt>
                <c:pt idx="960">
                  <c:v>32092</c:v>
                </c:pt>
                <c:pt idx="961">
                  <c:v>32126</c:v>
                </c:pt>
                <c:pt idx="962">
                  <c:v>32159</c:v>
                </c:pt>
                <c:pt idx="963">
                  <c:v>32192</c:v>
                </c:pt>
                <c:pt idx="964">
                  <c:v>32226</c:v>
                </c:pt>
                <c:pt idx="965">
                  <c:v>32259</c:v>
                </c:pt>
                <c:pt idx="966">
                  <c:v>32292</c:v>
                </c:pt>
                <c:pt idx="967">
                  <c:v>32326</c:v>
                </c:pt>
                <c:pt idx="968">
                  <c:v>32359</c:v>
                </c:pt>
                <c:pt idx="969">
                  <c:v>32392</c:v>
                </c:pt>
                <c:pt idx="970">
                  <c:v>32426</c:v>
                </c:pt>
                <c:pt idx="971">
                  <c:v>32459</c:v>
                </c:pt>
                <c:pt idx="972">
                  <c:v>32492</c:v>
                </c:pt>
                <c:pt idx="973">
                  <c:v>32526</c:v>
                </c:pt>
                <c:pt idx="974">
                  <c:v>32559</c:v>
                </c:pt>
                <c:pt idx="975">
                  <c:v>32592</c:v>
                </c:pt>
                <c:pt idx="976">
                  <c:v>32626</c:v>
                </c:pt>
                <c:pt idx="977">
                  <c:v>32659</c:v>
                </c:pt>
                <c:pt idx="978">
                  <c:v>32692</c:v>
                </c:pt>
                <c:pt idx="979">
                  <c:v>32726</c:v>
                </c:pt>
                <c:pt idx="980">
                  <c:v>32759</c:v>
                </c:pt>
                <c:pt idx="981">
                  <c:v>32792</c:v>
                </c:pt>
                <c:pt idx="982">
                  <c:v>32826</c:v>
                </c:pt>
                <c:pt idx="983">
                  <c:v>32859</c:v>
                </c:pt>
                <c:pt idx="984">
                  <c:v>32892</c:v>
                </c:pt>
                <c:pt idx="985">
                  <c:v>32926</c:v>
                </c:pt>
                <c:pt idx="986">
                  <c:v>32959</c:v>
                </c:pt>
                <c:pt idx="987">
                  <c:v>32992</c:v>
                </c:pt>
                <c:pt idx="988">
                  <c:v>33026</c:v>
                </c:pt>
                <c:pt idx="989">
                  <c:v>33059</c:v>
                </c:pt>
                <c:pt idx="990">
                  <c:v>33092</c:v>
                </c:pt>
                <c:pt idx="991">
                  <c:v>33126</c:v>
                </c:pt>
                <c:pt idx="992">
                  <c:v>33159</c:v>
                </c:pt>
                <c:pt idx="993">
                  <c:v>33192</c:v>
                </c:pt>
                <c:pt idx="994">
                  <c:v>33226</c:v>
                </c:pt>
                <c:pt idx="995">
                  <c:v>33259</c:v>
                </c:pt>
                <c:pt idx="996">
                  <c:v>33292</c:v>
                </c:pt>
                <c:pt idx="997">
                  <c:v>33326</c:v>
                </c:pt>
                <c:pt idx="998">
                  <c:v>33359</c:v>
                </c:pt>
                <c:pt idx="999">
                  <c:v>33392</c:v>
                </c:pt>
                <c:pt idx="1000">
                  <c:v>33426</c:v>
                </c:pt>
                <c:pt idx="1001">
                  <c:v>33459</c:v>
                </c:pt>
                <c:pt idx="1002">
                  <c:v>33492</c:v>
                </c:pt>
                <c:pt idx="1003">
                  <c:v>33526</c:v>
                </c:pt>
                <c:pt idx="1004">
                  <c:v>33559</c:v>
                </c:pt>
                <c:pt idx="1005">
                  <c:v>33592</c:v>
                </c:pt>
                <c:pt idx="1006">
                  <c:v>33626</c:v>
                </c:pt>
                <c:pt idx="1007">
                  <c:v>33659</c:v>
                </c:pt>
                <c:pt idx="1008">
                  <c:v>33692</c:v>
                </c:pt>
                <c:pt idx="1009">
                  <c:v>33726</c:v>
                </c:pt>
                <c:pt idx="1010">
                  <c:v>33759</c:v>
                </c:pt>
                <c:pt idx="1011">
                  <c:v>33793</c:v>
                </c:pt>
                <c:pt idx="1012">
                  <c:v>33826</c:v>
                </c:pt>
                <c:pt idx="1013">
                  <c:v>33859</c:v>
                </c:pt>
                <c:pt idx="1014">
                  <c:v>33893</c:v>
                </c:pt>
                <c:pt idx="1015">
                  <c:v>33926</c:v>
                </c:pt>
                <c:pt idx="1016">
                  <c:v>33959</c:v>
                </c:pt>
                <c:pt idx="1017">
                  <c:v>33993</c:v>
                </c:pt>
                <c:pt idx="1018">
                  <c:v>34026</c:v>
                </c:pt>
                <c:pt idx="1019">
                  <c:v>34059</c:v>
                </c:pt>
                <c:pt idx="1020">
                  <c:v>34093</c:v>
                </c:pt>
                <c:pt idx="1021">
                  <c:v>34126</c:v>
                </c:pt>
                <c:pt idx="1022">
                  <c:v>34159</c:v>
                </c:pt>
                <c:pt idx="1023">
                  <c:v>34193</c:v>
                </c:pt>
                <c:pt idx="1024">
                  <c:v>34226</c:v>
                </c:pt>
                <c:pt idx="1025">
                  <c:v>34259</c:v>
                </c:pt>
                <c:pt idx="1026">
                  <c:v>34293</c:v>
                </c:pt>
                <c:pt idx="1027">
                  <c:v>34326</c:v>
                </c:pt>
                <c:pt idx="1028">
                  <c:v>34359</c:v>
                </c:pt>
                <c:pt idx="1029">
                  <c:v>34393</c:v>
                </c:pt>
                <c:pt idx="1030">
                  <c:v>34426</c:v>
                </c:pt>
                <c:pt idx="1031">
                  <c:v>34459</c:v>
                </c:pt>
                <c:pt idx="1032">
                  <c:v>34493</c:v>
                </c:pt>
                <c:pt idx="1033">
                  <c:v>34526</c:v>
                </c:pt>
                <c:pt idx="1034">
                  <c:v>34559</c:v>
                </c:pt>
                <c:pt idx="1035">
                  <c:v>34593</c:v>
                </c:pt>
                <c:pt idx="1036">
                  <c:v>34626</c:v>
                </c:pt>
                <c:pt idx="1037">
                  <c:v>34659</c:v>
                </c:pt>
                <c:pt idx="1038">
                  <c:v>34693</c:v>
                </c:pt>
                <c:pt idx="1039">
                  <c:v>34726</c:v>
                </c:pt>
                <c:pt idx="1040">
                  <c:v>34759</c:v>
                </c:pt>
                <c:pt idx="1041">
                  <c:v>34793</c:v>
                </c:pt>
                <c:pt idx="1042">
                  <c:v>34826</c:v>
                </c:pt>
                <c:pt idx="1043">
                  <c:v>34859</c:v>
                </c:pt>
                <c:pt idx="1044">
                  <c:v>34893</c:v>
                </c:pt>
                <c:pt idx="1045">
                  <c:v>34926</c:v>
                </c:pt>
                <c:pt idx="1046">
                  <c:v>34959</c:v>
                </c:pt>
                <c:pt idx="1047">
                  <c:v>34993</c:v>
                </c:pt>
                <c:pt idx="1048">
                  <c:v>35026</c:v>
                </c:pt>
                <c:pt idx="1049">
                  <c:v>35059</c:v>
                </c:pt>
                <c:pt idx="1050">
                  <c:v>35093</c:v>
                </c:pt>
                <c:pt idx="1051">
                  <c:v>35126</c:v>
                </c:pt>
                <c:pt idx="1052">
                  <c:v>35159</c:v>
                </c:pt>
                <c:pt idx="1053">
                  <c:v>35193</c:v>
                </c:pt>
                <c:pt idx="1054">
                  <c:v>35226</c:v>
                </c:pt>
                <c:pt idx="1055">
                  <c:v>35259</c:v>
                </c:pt>
                <c:pt idx="1056">
                  <c:v>35293</c:v>
                </c:pt>
                <c:pt idx="1057">
                  <c:v>35326</c:v>
                </c:pt>
                <c:pt idx="1058">
                  <c:v>35359</c:v>
                </c:pt>
                <c:pt idx="1059">
                  <c:v>35393</c:v>
                </c:pt>
                <c:pt idx="1060">
                  <c:v>35426</c:v>
                </c:pt>
                <c:pt idx="1061">
                  <c:v>35459</c:v>
                </c:pt>
                <c:pt idx="1062">
                  <c:v>35493</c:v>
                </c:pt>
                <c:pt idx="1063">
                  <c:v>35526</c:v>
                </c:pt>
                <c:pt idx="1064">
                  <c:v>35559</c:v>
                </c:pt>
                <c:pt idx="1065">
                  <c:v>35593</c:v>
                </c:pt>
                <c:pt idx="1066">
                  <c:v>35626</c:v>
                </c:pt>
                <c:pt idx="1067">
                  <c:v>35659</c:v>
                </c:pt>
                <c:pt idx="1068">
                  <c:v>35693</c:v>
                </c:pt>
                <c:pt idx="1069">
                  <c:v>35726</c:v>
                </c:pt>
                <c:pt idx="1070">
                  <c:v>35759</c:v>
                </c:pt>
                <c:pt idx="1071">
                  <c:v>35793</c:v>
                </c:pt>
                <c:pt idx="1072">
                  <c:v>35826</c:v>
                </c:pt>
                <c:pt idx="1073">
                  <c:v>35859</c:v>
                </c:pt>
                <c:pt idx="1074">
                  <c:v>35893</c:v>
                </c:pt>
                <c:pt idx="1075">
                  <c:v>35926</c:v>
                </c:pt>
                <c:pt idx="1076">
                  <c:v>35959</c:v>
                </c:pt>
                <c:pt idx="1077">
                  <c:v>35993</c:v>
                </c:pt>
                <c:pt idx="1078">
                  <c:v>36026</c:v>
                </c:pt>
                <c:pt idx="1079">
                  <c:v>36060</c:v>
                </c:pt>
                <c:pt idx="1080">
                  <c:v>36093</c:v>
                </c:pt>
                <c:pt idx="1081">
                  <c:v>36126</c:v>
                </c:pt>
                <c:pt idx="1082">
                  <c:v>36160</c:v>
                </c:pt>
                <c:pt idx="1083">
                  <c:v>36193</c:v>
                </c:pt>
                <c:pt idx="1084">
                  <c:v>36226</c:v>
                </c:pt>
                <c:pt idx="1085">
                  <c:v>36260</c:v>
                </c:pt>
                <c:pt idx="1086">
                  <c:v>36293</c:v>
                </c:pt>
                <c:pt idx="1087">
                  <c:v>36326</c:v>
                </c:pt>
                <c:pt idx="1088">
                  <c:v>36360</c:v>
                </c:pt>
                <c:pt idx="1089">
                  <c:v>36393</c:v>
                </c:pt>
                <c:pt idx="1090">
                  <c:v>36426</c:v>
                </c:pt>
                <c:pt idx="1091">
                  <c:v>36460</c:v>
                </c:pt>
                <c:pt idx="1092">
                  <c:v>36493</c:v>
                </c:pt>
                <c:pt idx="1093">
                  <c:v>36526</c:v>
                </c:pt>
                <c:pt idx="1094">
                  <c:v>36560</c:v>
                </c:pt>
                <c:pt idx="1095">
                  <c:v>36593</c:v>
                </c:pt>
                <c:pt idx="1096">
                  <c:v>36626</c:v>
                </c:pt>
                <c:pt idx="1097">
                  <c:v>36660</c:v>
                </c:pt>
                <c:pt idx="1098">
                  <c:v>36693</c:v>
                </c:pt>
                <c:pt idx="1099">
                  <c:v>36726</c:v>
                </c:pt>
                <c:pt idx="1100">
                  <c:v>36760</c:v>
                </c:pt>
                <c:pt idx="1101">
                  <c:v>36793</c:v>
                </c:pt>
                <c:pt idx="1102">
                  <c:v>36826</c:v>
                </c:pt>
                <c:pt idx="1103">
                  <c:v>36860</c:v>
                </c:pt>
                <c:pt idx="1104">
                  <c:v>36893</c:v>
                </c:pt>
                <c:pt idx="1105">
                  <c:v>36926</c:v>
                </c:pt>
                <c:pt idx="1106">
                  <c:v>36960</c:v>
                </c:pt>
                <c:pt idx="1107">
                  <c:v>36993</c:v>
                </c:pt>
                <c:pt idx="1108">
                  <c:v>37026</c:v>
                </c:pt>
                <c:pt idx="1109">
                  <c:v>37060</c:v>
                </c:pt>
                <c:pt idx="1110">
                  <c:v>37093</c:v>
                </c:pt>
                <c:pt idx="1111">
                  <c:v>37126</c:v>
                </c:pt>
                <c:pt idx="1112">
                  <c:v>37160</c:v>
                </c:pt>
                <c:pt idx="1113">
                  <c:v>37193</c:v>
                </c:pt>
                <c:pt idx="1114">
                  <c:v>37226</c:v>
                </c:pt>
                <c:pt idx="1115">
                  <c:v>37260</c:v>
                </c:pt>
                <c:pt idx="1116">
                  <c:v>37293</c:v>
                </c:pt>
                <c:pt idx="1117">
                  <c:v>37326</c:v>
                </c:pt>
                <c:pt idx="1118">
                  <c:v>37360</c:v>
                </c:pt>
                <c:pt idx="1119">
                  <c:v>37393</c:v>
                </c:pt>
                <c:pt idx="1120">
                  <c:v>37426</c:v>
                </c:pt>
                <c:pt idx="1121">
                  <c:v>37460</c:v>
                </c:pt>
                <c:pt idx="1122">
                  <c:v>37493</c:v>
                </c:pt>
                <c:pt idx="1123">
                  <c:v>37526</c:v>
                </c:pt>
                <c:pt idx="1124">
                  <c:v>37560</c:v>
                </c:pt>
                <c:pt idx="1125">
                  <c:v>37593</c:v>
                </c:pt>
                <c:pt idx="1126">
                  <c:v>37626</c:v>
                </c:pt>
                <c:pt idx="1127">
                  <c:v>37660</c:v>
                </c:pt>
                <c:pt idx="1128">
                  <c:v>37693</c:v>
                </c:pt>
                <c:pt idx="1129">
                  <c:v>37726</c:v>
                </c:pt>
                <c:pt idx="1130">
                  <c:v>37760</c:v>
                </c:pt>
                <c:pt idx="1131">
                  <c:v>37793</c:v>
                </c:pt>
                <c:pt idx="1132">
                  <c:v>37826</c:v>
                </c:pt>
                <c:pt idx="1133">
                  <c:v>37860</c:v>
                </c:pt>
                <c:pt idx="1134">
                  <c:v>37893</c:v>
                </c:pt>
                <c:pt idx="1135">
                  <c:v>37926</c:v>
                </c:pt>
                <c:pt idx="1136">
                  <c:v>37960</c:v>
                </c:pt>
                <c:pt idx="1137">
                  <c:v>37993</c:v>
                </c:pt>
                <c:pt idx="1138">
                  <c:v>38026</c:v>
                </c:pt>
                <c:pt idx="1139">
                  <c:v>38060</c:v>
                </c:pt>
                <c:pt idx="1140">
                  <c:v>38093</c:v>
                </c:pt>
                <c:pt idx="1141">
                  <c:v>38126</c:v>
                </c:pt>
                <c:pt idx="1142">
                  <c:v>38160</c:v>
                </c:pt>
                <c:pt idx="1143">
                  <c:v>38193</c:v>
                </c:pt>
                <c:pt idx="1144">
                  <c:v>38227</c:v>
                </c:pt>
                <c:pt idx="1145">
                  <c:v>38260</c:v>
                </c:pt>
                <c:pt idx="1146">
                  <c:v>38293</c:v>
                </c:pt>
                <c:pt idx="1147">
                  <c:v>38327</c:v>
                </c:pt>
                <c:pt idx="1148">
                  <c:v>38360</c:v>
                </c:pt>
                <c:pt idx="1149">
                  <c:v>38393</c:v>
                </c:pt>
                <c:pt idx="1150">
                  <c:v>38427</c:v>
                </c:pt>
                <c:pt idx="1151">
                  <c:v>38460</c:v>
                </c:pt>
                <c:pt idx="1152">
                  <c:v>38493</c:v>
                </c:pt>
                <c:pt idx="1153">
                  <c:v>38527</c:v>
                </c:pt>
                <c:pt idx="1154">
                  <c:v>38560</c:v>
                </c:pt>
                <c:pt idx="1155">
                  <c:v>38593</c:v>
                </c:pt>
                <c:pt idx="1156">
                  <c:v>38627</c:v>
                </c:pt>
                <c:pt idx="1157">
                  <c:v>38660</c:v>
                </c:pt>
                <c:pt idx="1158">
                  <c:v>38693</c:v>
                </c:pt>
                <c:pt idx="1159">
                  <c:v>38727</c:v>
                </c:pt>
                <c:pt idx="1160">
                  <c:v>38760</c:v>
                </c:pt>
                <c:pt idx="1161">
                  <c:v>38793</c:v>
                </c:pt>
                <c:pt idx="1162">
                  <c:v>38827</c:v>
                </c:pt>
                <c:pt idx="1163">
                  <c:v>38860</c:v>
                </c:pt>
                <c:pt idx="1164">
                  <c:v>38893</c:v>
                </c:pt>
                <c:pt idx="1165">
                  <c:v>38927</c:v>
                </c:pt>
                <c:pt idx="1166">
                  <c:v>38960</c:v>
                </c:pt>
                <c:pt idx="1167">
                  <c:v>38993</c:v>
                </c:pt>
                <c:pt idx="1168">
                  <c:v>39027</c:v>
                </c:pt>
                <c:pt idx="1169">
                  <c:v>39060</c:v>
                </c:pt>
                <c:pt idx="1170">
                  <c:v>39093</c:v>
                </c:pt>
                <c:pt idx="1171">
                  <c:v>39127</c:v>
                </c:pt>
                <c:pt idx="1172">
                  <c:v>39160</c:v>
                </c:pt>
                <c:pt idx="1173">
                  <c:v>39193</c:v>
                </c:pt>
                <c:pt idx="1174">
                  <c:v>39227</c:v>
                </c:pt>
                <c:pt idx="1175">
                  <c:v>39260</c:v>
                </c:pt>
                <c:pt idx="1176">
                  <c:v>39293</c:v>
                </c:pt>
                <c:pt idx="1177">
                  <c:v>39327</c:v>
                </c:pt>
                <c:pt idx="1178">
                  <c:v>39360</c:v>
                </c:pt>
                <c:pt idx="1179">
                  <c:v>39393</c:v>
                </c:pt>
                <c:pt idx="1180">
                  <c:v>39427</c:v>
                </c:pt>
                <c:pt idx="1181">
                  <c:v>39460</c:v>
                </c:pt>
              </c:numCache>
            </c:numRef>
          </c:cat>
          <c:val>
            <c:numRef>
              <c:f>'https://utokai.sharepoint.com/sites/msteams_21d92e/Shared Documents/光瞳孔反射研究プロジェクト/07色の組み合わせ(減光)/02.青緑/01.実験データ/20251128髙平/[20251128.takahira_B56G5.xlsm]照射後３sごと'!$F$3:$F$1194</c:f>
              <c:numCache>
                <c:formatCode>General</c:formatCode>
                <c:ptCount val="1192"/>
                <c:pt idx="0">
                  <c:v>8981</c:v>
                </c:pt>
                <c:pt idx="1">
                  <c:v>8820</c:v>
                </c:pt>
                <c:pt idx="2">
                  <c:v>8834</c:v>
                </c:pt>
                <c:pt idx="3">
                  <c:v>8762</c:v>
                </c:pt>
                <c:pt idx="4">
                  <c:v>8772</c:v>
                </c:pt>
                <c:pt idx="5">
                  <c:v>8778</c:v>
                </c:pt>
                <c:pt idx="6">
                  <c:v>8854</c:v>
                </c:pt>
                <c:pt idx="7">
                  <c:v>8804</c:v>
                </c:pt>
                <c:pt idx="8">
                  <c:v>8746</c:v>
                </c:pt>
                <c:pt idx="9">
                  <c:v>8699</c:v>
                </c:pt>
                <c:pt idx="10">
                  <c:v>8631</c:v>
                </c:pt>
                <c:pt idx="11">
                  <c:v>8629</c:v>
                </c:pt>
                <c:pt idx="12">
                  <c:v>8682</c:v>
                </c:pt>
                <c:pt idx="13">
                  <c:v>8646</c:v>
                </c:pt>
                <c:pt idx="14">
                  <c:v>8695</c:v>
                </c:pt>
                <c:pt idx="15">
                  <c:v>8688</c:v>
                </c:pt>
                <c:pt idx="16">
                  <c:v>8862</c:v>
                </c:pt>
                <c:pt idx="17">
                  <c:v>8715</c:v>
                </c:pt>
                <c:pt idx="18">
                  <c:v>8698</c:v>
                </c:pt>
                <c:pt idx="19">
                  <c:v>8755</c:v>
                </c:pt>
                <c:pt idx="20">
                  <c:v>8771</c:v>
                </c:pt>
                <c:pt idx="21">
                  <c:v>8693</c:v>
                </c:pt>
                <c:pt idx="22">
                  <c:v>8765</c:v>
                </c:pt>
                <c:pt idx="23">
                  <c:v>8819</c:v>
                </c:pt>
                <c:pt idx="24">
                  <c:v>8823</c:v>
                </c:pt>
                <c:pt idx="25">
                  <c:v>8815</c:v>
                </c:pt>
                <c:pt idx="26">
                  <c:v>8816</c:v>
                </c:pt>
                <c:pt idx="27">
                  <c:v>8778</c:v>
                </c:pt>
                <c:pt idx="28">
                  <c:v>8888</c:v>
                </c:pt>
                <c:pt idx="29">
                  <c:v>8837</c:v>
                </c:pt>
                <c:pt idx="30">
                  <c:v>0</c:v>
                </c:pt>
                <c:pt idx="31">
                  <c:v>0</c:v>
                </c:pt>
                <c:pt idx="32">
                  <c:v>0</c:v>
                </c:pt>
                <c:pt idx="33">
                  <c:v>8818</c:v>
                </c:pt>
                <c:pt idx="34">
                  <c:v>8893</c:v>
                </c:pt>
                <c:pt idx="35">
                  <c:v>8829</c:v>
                </c:pt>
                <c:pt idx="36">
                  <c:v>8829</c:v>
                </c:pt>
                <c:pt idx="37">
                  <c:v>8810</c:v>
                </c:pt>
                <c:pt idx="38">
                  <c:v>8819</c:v>
                </c:pt>
                <c:pt idx="39">
                  <c:v>8815</c:v>
                </c:pt>
                <c:pt idx="40">
                  <c:v>8813</c:v>
                </c:pt>
                <c:pt idx="41">
                  <c:v>8818</c:v>
                </c:pt>
                <c:pt idx="42">
                  <c:v>8830</c:v>
                </c:pt>
                <c:pt idx="43">
                  <c:v>8721</c:v>
                </c:pt>
                <c:pt idx="44">
                  <c:v>8849</c:v>
                </c:pt>
                <c:pt idx="45">
                  <c:v>8891</c:v>
                </c:pt>
                <c:pt idx="46">
                  <c:v>8831</c:v>
                </c:pt>
                <c:pt idx="47">
                  <c:v>8758</c:v>
                </c:pt>
                <c:pt idx="48">
                  <c:v>8732</c:v>
                </c:pt>
                <c:pt idx="49">
                  <c:v>8704</c:v>
                </c:pt>
                <c:pt idx="50">
                  <c:v>8852</c:v>
                </c:pt>
                <c:pt idx="51">
                  <c:v>8830</c:v>
                </c:pt>
                <c:pt idx="52">
                  <c:v>8785</c:v>
                </c:pt>
                <c:pt idx="53">
                  <c:v>8852</c:v>
                </c:pt>
                <c:pt idx="54">
                  <c:v>8836</c:v>
                </c:pt>
                <c:pt idx="55">
                  <c:v>8740</c:v>
                </c:pt>
                <c:pt idx="56">
                  <c:v>8924</c:v>
                </c:pt>
                <c:pt idx="57">
                  <c:v>8696</c:v>
                </c:pt>
                <c:pt idx="58">
                  <c:v>8827</c:v>
                </c:pt>
                <c:pt idx="59">
                  <c:v>8761</c:v>
                </c:pt>
                <c:pt idx="60">
                  <c:v>8760</c:v>
                </c:pt>
                <c:pt idx="61">
                  <c:v>8815</c:v>
                </c:pt>
                <c:pt idx="62">
                  <c:v>8773</c:v>
                </c:pt>
                <c:pt idx="63">
                  <c:v>8846</c:v>
                </c:pt>
                <c:pt idx="64">
                  <c:v>8831</c:v>
                </c:pt>
                <c:pt idx="65">
                  <c:v>8654</c:v>
                </c:pt>
                <c:pt idx="66">
                  <c:v>8606</c:v>
                </c:pt>
                <c:pt idx="67">
                  <c:v>8734</c:v>
                </c:pt>
                <c:pt idx="68">
                  <c:v>8843</c:v>
                </c:pt>
                <c:pt idx="69">
                  <c:v>8703</c:v>
                </c:pt>
                <c:pt idx="70">
                  <c:v>8577</c:v>
                </c:pt>
                <c:pt idx="71">
                  <c:v>8345</c:v>
                </c:pt>
                <c:pt idx="72">
                  <c:v>7978</c:v>
                </c:pt>
                <c:pt idx="73">
                  <c:v>7655</c:v>
                </c:pt>
                <c:pt idx="74">
                  <c:v>7285</c:v>
                </c:pt>
                <c:pt idx="75">
                  <c:v>6917</c:v>
                </c:pt>
                <c:pt idx="76">
                  <c:v>6477</c:v>
                </c:pt>
                <c:pt idx="77">
                  <c:v>6283</c:v>
                </c:pt>
                <c:pt idx="78">
                  <c:v>5994</c:v>
                </c:pt>
                <c:pt idx="79">
                  <c:v>5854</c:v>
                </c:pt>
                <c:pt idx="80">
                  <c:v>5657</c:v>
                </c:pt>
                <c:pt idx="81">
                  <c:v>5538</c:v>
                </c:pt>
                <c:pt idx="82">
                  <c:v>5339</c:v>
                </c:pt>
                <c:pt idx="83">
                  <c:v>5202</c:v>
                </c:pt>
                <c:pt idx="84">
                  <c:v>5082</c:v>
                </c:pt>
                <c:pt idx="85">
                  <c:v>5033</c:v>
                </c:pt>
                <c:pt idx="86">
                  <c:v>4894</c:v>
                </c:pt>
                <c:pt idx="87">
                  <c:v>4858</c:v>
                </c:pt>
                <c:pt idx="88">
                  <c:v>4784</c:v>
                </c:pt>
                <c:pt idx="89">
                  <c:v>4788</c:v>
                </c:pt>
                <c:pt idx="90">
                  <c:v>4728</c:v>
                </c:pt>
                <c:pt idx="91">
                  <c:v>4646</c:v>
                </c:pt>
                <c:pt idx="92">
                  <c:v>4650</c:v>
                </c:pt>
                <c:pt idx="93">
                  <c:v>4729</c:v>
                </c:pt>
                <c:pt idx="94">
                  <c:v>4723</c:v>
                </c:pt>
                <c:pt idx="95">
                  <c:v>4726</c:v>
                </c:pt>
                <c:pt idx="96">
                  <c:v>4784</c:v>
                </c:pt>
                <c:pt idx="97">
                  <c:v>4777</c:v>
                </c:pt>
                <c:pt idx="98">
                  <c:v>4888</c:v>
                </c:pt>
                <c:pt idx="99">
                  <c:v>4963</c:v>
                </c:pt>
                <c:pt idx="100">
                  <c:v>4908</c:v>
                </c:pt>
                <c:pt idx="101">
                  <c:v>4893</c:v>
                </c:pt>
                <c:pt idx="102">
                  <c:v>4788</c:v>
                </c:pt>
                <c:pt idx="103">
                  <c:v>4602</c:v>
                </c:pt>
                <c:pt idx="104">
                  <c:v>4485</c:v>
                </c:pt>
                <c:pt idx="105">
                  <c:v>4359</c:v>
                </c:pt>
                <c:pt idx="106">
                  <c:v>4309</c:v>
                </c:pt>
                <c:pt idx="107">
                  <c:v>4195</c:v>
                </c:pt>
                <c:pt idx="108">
                  <c:v>4080</c:v>
                </c:pt>
                <c:pt idx="109">
                  <c:v>4021</c:v>
                </c:pt>
                <c:pt idx="110">
                  <c:v>3918</c:v>
                </c:pt>
                <c:pt idx="111">
                  <c:v>3863</c:v>
                </c:pt>
                <c:pt idx="112">
                  <c:v>3808</c:v>
                </c:pt>
                <c:pt idx="113">
                  <c:v>3756</c:v>
                </c:pt>
                <c:pt idx="114">
                  <c:v>3756</c:v>
                </c:pt>
                <c:pt idx="115">
                  <c:v>3758</c:v>
                </c:pt>
                <c:pt idx="116">
                  <c:v>3756</c:v>
                </c:pt>
                <c:pt idx="117">
                  <c:v>3764</c:v>
                </c:pt>
                <c:pt idx="118">
                  <c:v>3704</c:v>
                </c:pt>
                <c:pt idx="119">
                  <c:v>3757</c:v>
                </c:pt>
                <c:pt idx="120">
                  <c:v>3759</c:v>
                </c:pt>
                <c:pt idx="121">
                  <c:v>3764</c:v>
                </c:pt>
                <c:pt idx="122">
                  <c:v>3862</c:v>
                </c:pt>
                <c:pt idx="123">
                  <c:v>3860</c:v>
                </c:pt>
                <c:pt idx="124">
                  <c:v>3981</c:v>
                </c:pt>
                <c:pt idx="125">
                  <c:v>4023</c:v>
                </c:pt>
                <c:pt idx="126">
                  <c:v>4139</c:v>
                </c:pt>
                <c:pt idx="127">
                  <c:v>4197</c:v>
                </c:pt>
                <c:pt idx="128">
                  <c:v>4315</c:v>
                </c:pt>
                <c:pt idx="129">
                  <c:v>4434</c:v>
                </c:pt>
                <c:pt idx="130">
                  <c:v>4487</c:v>
                </c:pt>
                <c:pt idx="131">
                  <c:v>4422</c:v>
                </c:pt>
                <c:pt idx="132">
                  <c:v>4316</c:v>
                </c:pt>
                <c:pt idx="133">
                  <c:v>4141</c:v>
                </c:pt>
                <c:pt idx="134">
                  <c:v>4023</c:v>
                </c:pt>
                <c:pt idx="135">
                  <c:v>3918</c:v>
                </c:pt>
                <c:pt idx="136">
                  <c:v>3856</c:v>
                </c:pt>
                <c:pt idx="137">
                  <c:v>3757</c:v>
                </c:pt>
                <c:pt idx="138">
                  <c:v>3710</c:v>
                </c:pt>
                <c:pt idx="139">
                  <c:v>3646</c:v>
                </c:pt>
                <c:pt idx="140">
                  <c:v>3593</c:v>
                </c:pt>
                <c:pt idx="141">
                  <c:v>3588</c:v>
                </c:pt>
                <c:pt idx="142">
                  <c:v>3605</c:v>
                </c:pt>
                <c:pt idx="143">
                  <c:v>3495</c:v>
                </c:pt>
                <c:pt idx="144">
                  <c:v>3558</c:v>
                </c:pt>
                <c:pt idx="145">
                  <c:v>3544</c:v>
                </c:pt>
                <c:pt idx="146">
                  <c:v>3588</c:v>
                </c:pt>
                <c:pt idx="147">
                  <c:v>3597</c:v>
                </c:pt>
                <c:pt idx="148">
                  <c:v>3643</c:v>
                </c:pt>
                <c:pt idx="149">
                  <c:v>3713</c:v>
                </c:pt>
                <c:pt idx="150">
                  <c:v>3760</c:v>
                </c:pt>
                <c:pt idx="151">
                  <c:v>3800</c:v>
                </c:pt>
                <c:pt idx="152">
                  <c:v>3921</c:v>
                </c:pt>
                <c:pt idx="153">
                  <c:v>4023</c:v>
                </c:pt>
                <c:pt idx="154">
                  <c:v>4142</c:v>
                </c:pt>
                <c:pt idx="155">
                  <c:v>4177</c:v>
                </c:pt>
                <c:pt idx="156">
                  <c:v>4312</c:v>
                </c:pt>
                <c:pt idx="157">
                  <c:v>4371</c:v>
                </c:pt>
                <c:pt idx="158">
                  <c:v>4426</c:v>
                </c:pt>
                <c:pt idx="159">
                  <c:v>4547</c:v>
                </c:pt>
                <c:pt idx="160">
                  <c:v>4550</c:v>
                </c:pt>
                <c:pt idx="161">
                  <c:v>4423</c:v>
                </c:pt>
                <c:pt idx="162">
                  <c:v>4252</c:v>
                </c:pt>
                <c:pt idx="163">
                  <c:v>4146</c:v>
                </c:pt>
                <c:pt idx="164">
                  <c:v>3916</c:v>
                </c:pt>
                <c:pt idx="165">
                  <c:v>3865</c:v>
                </c:pt>
                <c:pt idx="166">
                  <c:v>3756</c:v>
                </c:pt>
                <c:pt idx="167">
                  <c:v>3645</c:v>
                </c:pt>
                <c:pt idx="168">
                  <c:v>3600</c:v>
                </c:pt>
                <c:pt idx="169">
                  <c:v>3498</c:v>
                </c:pt>
                <c:pt idx="170">
                  <c:v>3500</c:v>
                </c:pt>
                <c:pt idx="171">
                  <c:v>3447</c:v>
                </c:pt>
                <c:pt idx="172">
                  <c:v>3384</c:v>
                </c:pt>
                <c:pt idx="173">
                  <c:v>3389</c:v>
                </c:pt>
                <c:pt idx="174">
                  <c:v>3383</c:v>
                </c:pt>
                <c:pt idx="175">
                  <c:v>3406</c:v>
                </c:pt>
                <c:pt idx="176">
                  <c:v>3388</c:v>
                </c:pt>
                <c:pt idx="177">
                  <c:v>3447</c:v>
                </c:pt>
                <c:pt idx="178">
                  <c:v>3500</c:v>
                </c:pt>
                <c:pt idx="179">
                  <c:v>3603</c:v>
                </c:pt>
                <c:pt idx="180">
                  <c:v>3641</c:v>
                </c:pt>
                <c:pt idx="181">
                  <c:v>3754</c:v>
                </c:pt>
                <c:pt idx="182">
                  <c:v>3871</c:v>
                </c:pt>
                <c:pt idx="183">
                  <c:v>3908</c:v>
                </c:pt>
                <c:pt idx="184">
                  <c:v>4035</c:v>
                </c:pt>
                <c:pt idx="185">
                  <c:v>4137</c:v>
                </c:pt>
                <c:pt idx="186">
                  <c:v>4194</c:v>
                </c:pt>
                <c:pt idx="187">
                  <c:v>4316</c:v>
                </c:pt>
                <c:pt idx="188">
                  <c:v>4368</c:v>
                </c:pt>
                <c:pt idx="189">
                  <c:v>4430</c:v>
                </c:pt>
                <c:pt idx="190">
                  <c:v>4424</c:v>
                </c:pt>
                <c:pt idx="191">
                  <c:v>4254</c:v>
                </c:pt>
                <c:pt idx="192">
                  <c:v>4025</c:v>
                </c:pt>
                <c:pt idx="193">
                  <c:v>3923</c:v>
                </c:pt>
                <c:pt idx="194">
                  <c:v>3762</c:v>
                </c:pt>
                <c:pt idx="195">
                  <c:v>3597</c:v>
                </c:pt>
                <c:pt idx="196">
                  <c:v>3495</c:v>
                </c:pt>
                <c:pt idx="197">
                  <c:v>3389</c:v>
                </c:pt>
                <c:pt idx="198">
                  <c:v>3352</c:v>
                </c:pt>
                <c:pt idx="199">
                  <c:v>3286</c:v>
                </c:pt>
                <c:pt idx="200">
                  <c:v>3237</c:v>
                </c:pt>
                <c:pt idx="201">
                  <c:v>3237</c:v>
                </c:pt>
                <c:pt idx="202">
                  <c:v>3149</c:v>
                </c:pt>
                <c:pt idx="203">
                  <c:v>3140</c:v>
                </c:pt>
                <c:pt idx="204">
                  <c:v>3139</c:v>
                </c:pt>
                <c:pt idx="205">
                  <c:v>3146</c:v>
                </c:pt>
                <c:pt idx="206">
                  <c:v>3246</c:v>
                </c:pt>
                <c:pt idx="207">
                  <c:v>3234</c:v>
                </c:pt>
                <c:pt idx="208">
                  <c:v>3287</c:v>
                </c:pt>
                <c:pt idx="209">
                  <c:v>3452</c:v>
                </c:pt>
                <c:pt idx="210">
                  <c:v>3497</c:v>
                </c:pt>
                <c:pt idx="211">
                  <c:v>3600</c:v>
                </c:pt>
                <c:pt idx="212">
                  <c:v>3659</c:v>
                </c:pt>
                <c:pt idx="213">
                  <c:v>3761</c:v>
                </c:pt>
                <c:pt idx="214">
                  <c:v>3860</c:v>
                </c:pt>
                <c:pt idx="215">
                  <c:v>3985</c:v>
                </c:pt>
                <c:pt idx="216">
                  <c:v>4031</c:v>
                </c:pt>
                <c:pt idx="217">
                  <c:v>4146</c:v>
                </c:pt>
                <c:pt idx="218">
                  <c:v>4145</c:v>
                </c:pt>
                <c:pt idx="219">
                  <c:v>4254</c:v>
                </c:pt>
                <c:pt idx="220">
                  <c:v>4248</c:v>
                </c:pt>
                <c:pt idx="221">
                  <c:v>4148</c:v>
                </c:pt>
                <c:pt idx="222">
                  <c:v>3978</c:v>
                </c:pt>
                <c:pt idx="223">
                  <c:v>3803</c:v>
                </c:pt>
                <c:pt idx="224">
                  <c:v>3707</c:v>
                </c:pt>
                <c:pt idx="225">
                  <c:v>3561</c:v>
                </c:pt>
                <c:pt idx="226">
                  <c:v>3441</c:v>
                </c:pt>
                <c:pt idx="227">
                  <c:v>3346</c:v>
                </c:pt>
                <c:pt idx="228">
                  <c:v>3288</c:v>
                </c:pt>
                <c:pt idx="229">
                  <c:v>3233</c:v>
                </c:pt>
                <c:pt idx="230">
                  <c:v>3136</c:v>
                </c:pt>
                <c:pt idx="231">
                  <c:v>3136</c:v>
                </c:pt>
                <c:pt idx="232">
                  <c:v>3193</c:v>
                </c:pt>
                <c:pt idx="233">
                  <c:v>3135</c:v>
                </c:pt>
                <c:pt idx="234">
                  <c:v>3190</c:v>
                </c:pt>
                <c:pt idx="235">
                  <c:v>3239</c:v>
                </c:pt>
                <c:pt idx="236">
                  <c:v>3234</c:v>
                </c:pt>
                <c:pt idx="237">
                  <c:v>3355</c:v>
                </c:pt>
                <c:pt idx="238">
                  <c:v>3387</c:v>
                </c:pt>
                <c:pt idx="239">
                  <c:v>3505</c:v>
                </c:pt>
                <c:pt idx="240">
                  <c:v>3603</c:v>
                </c:pt>
                <c:pt idx="241">
                  <c:v>3640</c:v>
                </c:pt>
                <c:pt idx="242">
                  <c:v>3765</c:v>
                </c:pt>
                <c:pt idx="243">
                  <c:v>3861</c:v>
                </c:pt>
                <c:pt idx="244">
                  <c:v>3978</c:v>
                </c:pt>
                <c:pt idx="245">
                  <c:v>4035</c:v>
                </c:pt>
                <c:pt idx="246">
                  <c:v>4136</c:v>
                </c:pt>
                <c:pt idx="247">
                  <c:v>4198</c:v>
                </c:pt>
                <c:pt idx="248">
                  <c:v>4258</c:v>
                </c:pt>
                <c:pt idx="249">
                  <c:v>4309</c:v>
                </c:pt>
                <c:pt idx="250">
                  <c:v>4253</c:v>
                </c:pt>
                <c:pt idx="251">
                  <c:v>4026</c:v>
                </c:pt>
                <c:pt idx="252">
                  <c:v>3864</c:v>
                </c:pt>
                <c:pt idx="253">
                  <c:v>3707</c:v>
                </c:pt>
                <c:pt idx="254">
                  <c:v>3552</c:v>
                </c:pt>
                <c:pt idx="255">
                  <c:v>3443</c:v>
                </c:pt>
                <c:pt idx="256">
                  <c:v>3346</c:v>
                </c:pt>
                <c:pt idx="257">
                  <c:v>3241</c:v>
                </c:pt>
                <c:pt idx="258">
                  <c:v>3133</c:v>
                </c:pt>
                <c:pt idx="259">
                  <c:v>3099</c:v>
                </c:pt>
                <c:pt idx="260">
                  <c:v>2974</c:v>
                </c:pt>
                <c:pt idx="261">
                  <c:v>2974</c:v>
                </c:pt>
                <c:pt idx="262">
                  <c:v>2939</c:v>
                </c:pt>
                <c:pt idx="263">
                  <c:v>2882</c:v>
                </c:pt>
                <c:pt idx="264">
                  <c:v>2879</c:v>
                </c:pt>
                <c:pt idx="265">
                  <c:v>2881</c:v>
                </c:pt>
                <c:pt idx="266">
                  <c:v>2932</c:v>
                </c:pt>
                <c:pt idx="267">
                  <c:v>2880</c:v>
                </c:pt>
                <c:pt idx="268">
                  <c:v>2935</c:v>
                </c:pt>
                <c:pt idx="269">
                  <c:v>2977</c:v>
                </c:pt>
                <c:pt idx="270">
                  <c:v>3029</c:v>
                </c:pt>
                <c:pt idx="271">
                  <c:v>3099</c:v>
                </c:pt>
                <c:pt idx="272">
                  <c:v>3236</c:v>
                </c:pt>
                <c:pt idx="273">
                  <c:v>3285</c:v>
                </c:pt>
                <c:pt idx="274">
                  <c:v>3398</c:v>
                </c:pt>
                <c:pt idx="275">
                  <c:v>3494</c:v>
                </c:pt>
                <c:pt idx="276">
                  <c:v>3600</c:v>
                </c:pt>
                <c:pt idx="277">
                  <c:v>3710</c:v>
                </c:pt>
                <c:pt idx="278">
                  <c:v>3769</c:v>
                </c:pt>
                <c:pt idx="279">
                  <c:v>3800</c:v>
                </c:pt>
                <c:pt idx="280">
                  <c:v>3858</c:v>
                </c:pt>
                <c:pt idx="281">
                  <c:v>3756</c:v>
                </c:pt>
                <c:pt idx="282">
                  <c:v>3603</c:v>
                </c:pt>
                <c:pt idx="283">
                  <c:v>3490</c:v>
                </c:pt>
                <c:pt idx="284">
                  <c:v>3378</c:v>
                </c:pt>
                <c:pt idx="285">
                  <c:v>3237</c:v>
                </c:pt>
                <c:pt idx="286">
                  <c:v>3189</c:v>
                </c:pt>
                <c:pt idx="287">
                  <c:v>3089</c:v>
                </c:pt>
                <c:pt idx="288">
                  <c:v>3089</c:v>
                </c:pt>
                <c:pt idx="289">
                  <c:v>3029</c:v>
                </c:pt>
                <c:pt idx="290">
                  <c:v>2982</c:v>
                </c:pt>
                <c:pt idx="291">
                  <c:v>2983</c:v>
                </c:pt>
                <c:pt idx="292">
                  <c:v>2929</c:v>
                </c:pt>
                <c:pt idx="293">
                  <c:v>2924</c:v>
                </c:pt>
                <c:pt idx="294">
                  <c:v>2887</c:v>
                </c:pt>
                <c:pt idx="295">
                  <c:v>2936</c:v>
                </c:pt>
                <c:pt idx="296">
                  <c:v>2977</c:v>
                </c:pt>
                <c:pt idx="297">
                  <c:v>2981</c:v>
                </c:pt>
                <c:pt idx="298">
                  <c:v>3034</c:v>
                </c:pt>
                <c:pt idx="299">
                  <c:v>3089</c:v>
                </c:pt>
                <c:pt idx="300">
                  <c:v>3136</c:v>
                </c:pt>
                <c:pt idx="301">
                  <c:v>3197</c:v>
                </c:pt>
                <c:pt idx="302">
                  <c:v>3290</c:v>
                </c:pt>
                <c:pt idx="303">
                  <c:v>3398</c:v>
                </c:pt>
                <c:pt idx="304">
                  <c:v>3443</c:v>
                </c:pt>
                <c:pt idx="305">
                  <c:v>3550</c:v>
                </c:pt>
                <c:pt idx="306">
                  <c:v>3597</c:v>
                </c:pt>
                <c:pt idx="307">
                  <c:v>3710</c:v>
                </c:pt>
                <c:pt idx="308">
                  <c:v>3809</c:v>
                </c:pt>
                <c:pt idx="309">
                  <c:v>3863</c:v>
                </c:pt>
                <c:pt idx="310">
                  <c:v>3813</c:v>
                </c:pt>
                <c:pt idx="311">
                  <c:v>3709</c:v>
                </c:pt>
                <c:pt idx="312">
                  <c:v>3592</c:v>
                </c:pt>
                <c:pt idx="313">
                  <c:v>3438</c:v>
                </c:pt>
                <c:pt idx="314">
                  <c:v>3297</c:v>
                </c:pt>
                <c:pt idx="315">
                  <c:v>3136</c:v>
                </c:pt>
                <c:pt idx="316">
                  <c:v>3093</c:v>
                </c:pt>
                <c:pt idx="317">
                  <c:v>2983</c:v>
                </c:pt>
                <c:pt idx="318">
                  <c:v>2931</c:v>
                </c:pt>
                <c:pt idx="319">
                  <c:v>2880</c:v>
                </c:pt>
                <c:pt idx="320">
                  <c:v>2841</c:v>
                </c:pt>
                <c:pt idx="321">
                  <c:v>2786</c:v>
                </c:pt>
                <c:pt idx="322">
                  <c:v>2788</c:v>
                </c:pt>
                <c:pt idx="323">
                  <c:v>2749</c:v>
                </c:pt>
                <c:pt idx="324">
                  <c:v>2790</c:v>
                </c:pt>
                <c:pt idx="325">
                  <c:v>2732</c:v>
                </c:pt>
                <c:pt idx="326">
                  <c:v>2782</c:v>
                </c:pt>
                <c:pt idx="327">
                  <c:v>2835</c:v>
                </c:pt>
                <c:pt idx="328">
                  <c:v>2882</c:v>
                </c:pt>
                <c:pt idx="329">
                  <c:v>2934</c:v>
                </c:pt>
                <c:pt idx="330">
                  <c:v>3044</c:v>
                </c:pt>
                <c:pt idx="331">
                  <c:v>3088</c:v>
                </c:pt>
                <c:pt idx="332">
                  <c:v>3232</c:v>
                </c:pt>
                <c:pt idx="333">
                  <c:v>3288</c:v>
                </c:pt>
                <c:pt idx="334">
                  <c:v>3390</c:v>
                </c:pt>
                <c:pt idx="335">
                  <c:v>3495</c:v>
                </c:pt>
                <c:pt idx="336">
                  <c:v>3588</c:v>
                </c:pt>
                <c:pt idx="337">
                  <c:v>3643</c:v>
                </c:pt>
                <c:pt idx="338">
                  <c:v>3713</c:v>
                </c:pt>
                <c:pt idx="339">
                  <c:v>3766</c:v>
                </c:pt>
                <c:pt idx="340">
                  <c:v>3816</c:v>
                </c:pt>
                <c:pt idx="341">
                  <c:v>3660</c:v>
                </c:pt>
                <c:pt idx="342">
                  <c:v>3549</c:v>
                </c:pt>
                <c:pt idx="343">
                  <c:v>3349</c:v>
                </c:pt>
                <c:pt idx="344">
                  <c:v>3234</c:v>
                </c:pt>
                <c:pt idx="345">
                  <c:v>3139</c:v>
                </c:pt>
                <c:pt idx="346">
                  <c:v>3092</c:v>
                </c:pt>
                <c:pt idx="347">
                  <c:v>2995</c:v>
                </c:pt>
                <c:pt idx="348">
                  <c:v>2932</c:v>
                </c:pt>
                <c:pt idx="349">
                  <c:v>2877</c:v>
                </c:pt>
                <c:pt idx="350">
                  <c:v>2840</c:v>
                </c:pt>
                <c:pt idx="351">
                  <c:v>2843</c:v>
                </c:pt>
                <c:pt idx="352">
                  <c:v>2842</c:v>
                </c:pt>
                <c:pt idx="353">
                  <c:v>2842</c:v>
                </c:pt>
                <c:pt idx="354">
                  <c:v>2842</c:v>
                </c:pt>
                <c:pt idx="355">
                  <c:v>2840</c:v>
                </c:pt>
                <c:pt idx="356">
                  <c:v>2880</c:v>
                </c:pt>
                <c:pt idx="357">
                  <c:v>2929</c:v>
                </c:pt>
                <c:pt idx="358">
                  <c:v>2976</c:v>
                </c:pt>
                <c:pt idx="359">
                  <c:v>3044</c:v>
                </c:pt>
                <c:pt idx="360">
                  <c:v>3139</c:v>
                </c:pt>
                <c:pt idx="361">
                  <c:v>3206</c:v>
                </c:pt>
                <c:pt idx="362">
                  <c:v>3297</c:v>
                </c:pt>
                <c:pt idx="363">
                  <c:v>3447</c:v>
                </c:pt>
                <c:pt idx="364">
                  <c:v>3494</c:v>
                </c:pt>
                <c:pt idx="365">
                  <c:v>3589</c:v>
                </c:pt>
                <c:pt idx="366">
                  <c:v>3711</c:v>
                </c:pt>
                <c:pt idx="367">
                  <c:v>3708</c:v>
                </c:pt>
                <c:pt idx="368">
                  <c:v>3815</c:v>
                </c:pt>
                <c:pt idx="369">
                  <c:v>3860</c:v>
                </c:pt>
                <c:pt idx="370">
                  <c:v>3984</c:v>
                </c:pt>
                <c:pt idx="371">
                  <c:v>3984</c:v>
                </c:pt>
                <c:pt idx="372">
                  <c:v>4033</c:v>
                </c:pt>
                <c:pt idx="373">
                  <c:v>4088</c:v>
                </c:pt>
                <c:pt idx="374">
                  <c:v>4149</c:v>
                </c:pt>
                <c:pt idx="375">
                  <c:v>4145</c:v>
                </c:pt>
                <c:pt idx="376">
                  <c:v>4214</c:v>
                </c:pt>
                <c:pt idx="377">
                  <c:v>4255</c:v>
                </c:pt>
                <c:pt idx="378">
                  <c:v>4325</c:v>
                </c:pt>
                <c:pt idx="379">
                  <c:v>4385</c:v>
                </c:pt>
                <c:pt idx="380">
                  <c:v>4375</c:v>
                </c:pt>
                <c:pt idx="381">
                  <c:v>4383</c:v>
                </c:pt>
                <c:pt idx="382">
                  <c:v>4431</c:v>
                </c:pt>
                <c:pt idx="383">
                  <c:v>4485</c:v>
                </c:pt>
                <c:pt idx="384">
                  <c:v>4494</c:v>
                </c:pt>
                <c:pt idx="385">
                  <c:v>4553</c:v>
                </c:pt>
                <c:pt idx="386">
                  <c:v>4549</c:v>
                </c:pt>
                <c:pt idx="387">
                  <c:v>4604</c:v>
                </c:pt>
                <c:pt idx="388">
                  <c:v>4609</c:v>
                </c:pt>
                <c:pt idx="389">
                  <c:v>4602</c:v>
                </c:pt>
                <c:pt idx="390">
                  <c:v>4675</c:v>
                </c:pt>
                <c:pt idx="391">
                  <c:v>4725</c:v>
                </c:pt>
                <c:pt idx="392">
                  <c:v>4729</c:v>
                </c:pt>
                <c:pt idx="393">
                  <c:v>4728</c:v>
                </c:pt>
                <c:pt idx="394">
                  <c:v>4714</c:v>
                </c:pt>
                <c:pt idx="395">
                  <c:v>4834</c:v>
                </c:pt>
                <c:pt idx="396">
                  <c:v>4834</c:v>
                </c:pt>
                <c:pt idx="397">
                  <c:v>4844</c:v>
                </c:pt>
                <c:pt idx="398">
                  <c:v>4892</c:v>
                </c:pt>
                <c:pt idx="399">
                  <c:v>4890</c:v>
                </c:pt>
                <c:pt idx="400">
                  <c:v>4953</c:v>
                </c:pt>
                <c:pt idx="401">
                  <c:v>5023</c:v>
                </c:pt>
                <c:pt idx="402">
                  <c:v>5026</c:v>
                </c:pt>
                <c:pt idx="403">
                  <c:v>5022</c:v>
                </c:pt>
                <c:pt idx="404">
                  <c:v>5077</c:v>
                </c:pt>
                <c:pt idx="405">
                  <c:v>5065</c:v>
                </c:pt>
                <c:pt idx="406">
                  <c:v>5073</c:v>
                </c:pt>
                <c:pt idx="407">
                  <c:v>5144</c:v>
                </c:pt>
                <c:pt idx="408">
                  <c:v>5143</c:v>
                </c:pt>
                <c:pt idx="409">
                  <c:v>5139</c:v>
                </c:pt>
                <c:pt idx="410">
                  <c:v>5210</c:v>
                </c:pt>
                <c:pt idx="411">
                  <c:v>5214</c:v>
                </c:pt>
                <c:pt idx="412">
                  <c:v>5210</c:v>
                </c:pt>
                <c:pt idx="413">
                  <c:v>5291</c:v>
                </c:pt>
                <c:pt idx="414">
                  <c:v>5206</c:v>
                </c:pt>
                <c:pt idx="415">
                  <c:v>5335</c:v>
                </c:pt>
                <c:pt idx="416">
                  <c:v>5332</c:v>
                </c:pt>
                <c:pt idx="417">
                  <c:v>5334</c:v>
                </c:pt>
                <c:pt idx="418">
                  <c:v>5329</c:v>
                </c:pt>
                <c:pt idx="419">
                  <c:v>5341</c:v>
                </c:pt>
                <c:pt idx="420">
                  <c:v>5333</c:v>
                </c:pt>
                <c:pt idx="421">
                  <c:v>5387</c:v>
                </c:pt>
                <c:pt idx="422">
                  <c:v>5400</c:v>
                </c:pt>
                <c:pt idx="423">
                  <c:v>5398</c:v>
                </c:pt>
                <c:pt idx="424">
                  <c:v>5390</c:v>
                </c:pt>
                <c:pt idx="425">
                  <c:v>5390</c:v>
                </c:pt>
                <c:pt idx="426">
                  <c:v>5400</c:v>
                </c:pt>
                <c:pt idx="427">
                  <c:v>5476</c:v>
                </c:pt>
                <c:pt idx="428">
                  <c:v>5461</c:v>
                </c:pt>
                <c:pt idx="429">
                  <c:v>5533</c:v>
                </c:pt>
                <c:pt idx="430">
                  <c:v>5463</c:v>
                </c:pt>
                <c:pt idx="431">
                  <c:v>5531</c:v>
                </c:pt>
                <c:pt idx="432">
                  <c:v>5532</c:v>
                </c:pt>
                <c:pt idx="433">
                  <c:v>5538</c:v>
                </c:pt>
                <c:pt idx="434">
                  <c:v>5529</c:v>
                </c:pt>
                <c:pt idx="435">
                  <c:v>5527</c:v>
                </c:pt>
                <c:pt idx="436">
                  <c:v>5539</c:v>
                </c:pt>
                <c:pt idx="437">
                  <c:v>5585</c:v>
                </c:pt>
                <c:pt idx="438">
                  <c:v>5600</c:v>
                </c:pt>
                <c:pt idx="439">
                  <c:v>5577</c:v>
                </c:pt>
                <c:pt idx="440">
                  <c:v>5600</c:v>
                </c:pt>
                <c:pt idx="441">
                  <c:v>5589</c:v>
                </c:pt>
                <c:pt idx="442">
                  <c:v>5659</c:v>
                </c:pt>
                <c:pt idx="443">
                  <c:v>5658</c:v>
                </c:pt>
                <c:pt idx="444">
                  <c:v>5654</c:v>
                </c:pt>
                <c:pt idx="445">
                  <c:v>5642</c:v>
                </c:pt>
                <c:pt idx="446">
                  <c:v>5652</c:v>
                </c:pt>
                <c:pt idx="447">
                  <c:v>5723</c:v>
                </c:pt>
                <c:pt idx="448">
                  <c:v>5723</c:v>
                </c:pt>
                <c:pt idx="449">
                  <c:v>5719</c:v>
                </c:pt>
                <c:pt idx="450">
                  <c:v>5720</c:v>
                </c:pt>
                <c:pt idx="451">
                  <c:v>5724</c:v>
                </c:pt>
                <c:pt idx="452">
                  <c:v>5718</c:v>
                </c:pt>
                <c:pt idx="453">
                  <c:v>5723</c:v>
                </c:pt>
                <c:pt idx="454">
                  <c:v>5795</c:v>
                </c:pt>
                <c:pt idx="455">
                  <c:v>5797</c:v>
                </c:pt>
                <c:pt idx="456">
                  <c:v>5793</c:v>
                </c:pt>
                <c:pt idx="457">
                  <c:v>5860</c:v>
                </c:pt>
                <c:pt idx="458">
                  <c:v>5780</c:v>
                </c:pt>
                <c:pt idx="459">
                  <c:v>5863</c:v>
                </c:pt>
                <c:pt idx="460">
                  <c:v>5851</c:v>
                </c:pt>
                <c:pt idx="461">
                  <c:v>5863</c:v>
                </c:pt>
                <c:pt idx="462">
                  <c:v>5854</c:v>
                </c:pt>
                <c:pt idx="463">
                  <c:v>5861</c:v>
                </c:pt>
                <c:pt idx="464">
                  <c:v>5853</c:v>
                </c:pt>
                <c:pt idx="465">
                  <c:v>5856</c:v>
                </c:pt>
                <c:pt idx="466">
                  <c:v>5850</c:v>
                </c:pt>
                <c:pt idx="467">
                  <c:v>5849</c:v>
                </c:pt>
                <c:pt idx="468">
                  <c:v>5857</c:v>
                </c:pt>
                <c:pt idx="469">
                  <c:v>5916</c:v>
                </c:pt>
                <c:pt idx="470">
                  <c:v>5920</c:v>
                </c:pt>
                <c:pt idx="471">
                  <c:v>5914</c:v>
                </c:pt>
                <c:pt idx="472">
                  <c:v>5922</c:v>
                </c:pt>
                <c:pt idx="473">
                  <c:v>5915</c:v>
                </c:pt>
                <c:pt idx="474">
                  <c:v>5994</c:v>
                </c:pt>
                <c:pt idx="475">
                  <c:v>5992</c:v>
                </c:pt>
                <c:pt idx="476">
                  <c:v>5997</c:v>
                </c:pt>
                <c:pt idx="477">
                  <c:v>5993</c:v>
                </c:pt>
                <c:pt idx="478">
                  <c:v>5990</c:v>
                </c:pt>
                <c:pt idx="479">
                  <c:v>5994</c:v>
                </c:pt>
                <c:pt idx="480">
                  <c:v>5992</c:v>
                </c:pt>
                <c:pt idx="481">
                  <c:v>5998</c:v>
                </c:pt>
                <c:pt idx="482">
                  <c:v>5996</c:v>
                </c:pt>
                <c:pt idx="483">
                  <c:v>6054</c:v>
                </c:pt>
                <c:pt idx="484">
                  <c:v>6047</c:v>
                </c:pt>
                <c:pt idx="485">
                  <c:v>5992</c:v>
                </c:pt>
                <c:pt idx="486">
                  <c:v>5996</c:v>
                </c:pt>
                <c:pt idx="487">
                  <c:v>5993</c:v>
                </c:pt>
                <c:pt idx="488">
                  <c:v>6065</c:v>
                </c:pt>
                <c:pt idx="489">
                  <c:v>6066</c:v>
                </c:pt>
                <c:pt idx="490">
                  <c:v>6061</c:v>
                </c:pt>
                <c:pt idx="491">
                  <c:v>6057</c:v>
                </c:pt>
                <c:pt idx="492">
                  <c:v>6064</c:v>
                </c:pt>
                <c:pt idx="493">
                  <c:v>6060</c:v>
                </c:pt>
                <c:pt idx="494">
                  <c:v>6064</c:v>
                </c:pt>
                <c:pt idx="495">
                  <c:v>6049</c:v>
                </c:pt>
                <c:pt idx="496">
                  <c:v>6185</c:v>
                </c:pt>
                <c:pt idx="497">
                  <c:v>6135</c:v>
                </c:pt>
                <c:pt idx="498">
                  <c:v>6190</c:v>
                </c:pt>
                <c:pt idx="499">
                  <c:v>6184</c:v>
                </c:pt>
                <c:pt idx="500">
                  <c:v>6192</c:v>
                </c:pt>
                <c:pt idx="501">
                  <c:v>6184</c:v>
                </c:pt>
                <c:pt idx="502">
                  <c:v>6196</c:v>
                </c:pt>
                <c:pt idx="503">
                  <c:v>6187</c:v>
                </c:pt>
                <c:pt idx="504">
                  <c:v>6200</c:v>
                </c:pt>
                <c:pt idx="505">
                  <c:v>6197</c:v>
                </c:pt>
                <c:pt idx="506">
                  <c:v>6188</c:v>
                </c:pt>
                <c:pt idx="507">
                  <c:v>6189</c:v>
                </c:pt>
                <c:pt idx="508">
                  <c:v>6193</c:v>
                </c:pt>
                <c:pt idx="509">
                  <c:v>6192</c:v>
                </c:pt>
                <c:pt idx="510">
                  <c:v>6196</c:v>
                </c:pt>
                <c:pt idx="511">
                  <c:v>6187</c:v>
                </c:pt>
                <c:pt idx="512">
                  <c:v>6188</c:v>
                </c:pt>
                <c:pt idx="513">
                  <c:v>6273</c:v>
                </c:pt>
                <c:pt idx="514">
                  <c:v>6279</c:v>
                </c:pt>
                <c:pt idx="515">
                  <c:v>6186</c:v>
                </c:pt>
                <c:pt idx="516">
                  <c:v>6195</c:v>
                </c:pt>
                <c:pt idx="517">
                  <c:v>6199</c:v>
                </c:pt>
                <c:pt idx="518">
                  <c:v>6265</c:v>
                </c:pt>
                <c:pt idx="519">
                  <c:v>6202</c:v>
                </c:pt>
                <c:pt idx="520">
                  <c:v>6339</c:v>
                </c:pt>
                <c:pt idx="521">
                  <c:v>6335</c:v>
                </c:pt>
                <c:pt idx="522">
                  <c:v>6342</c:v>
                </c:pt>
                <c:pt idx="523">
                  <c:v>6340</c:v>
                </c:pt>
                <c:pt idx="524">
                  <c:v>6337</c:v>
                </c:pt>
                <c:pt idx="525">
                  <c:v>6343</c:v>
                </c:pt>
                <c:pt idx="526">
                  <c:v>6341</c:v>
                </c:pt>
                <c:pt idx="527">
                  <c:v>6334</c:v>
                </c:pt>
                <c:pt idx="528">
                  <c:v>6341</c:v>
                </c:pt>
                <c:pt idx="529">
                  <c:v>6335</c:v>
                </c:pt>
                <c:pt idx="530">
                  <c:v>6335</c:v>
                </c:pt>
                <c:pt idx="531">
                  <c:v>6335</c:v>
                </c:pt>
                <c:pt idx="532">
                  <c:v>6340</c:v>
                </c:pt>
                <c:pt idx="533">
                  <c:v>6332</c:v>
                </c:pt>
                <c:pt idx="534">
                  <c:v>6337</c:v>
                </c:pt>
                <c:pt idx="535">
                  <c:v>6410</c:v>
                </c:pt>
                <c:pt idx="536">
                  <c:v>6400</c:v>
                </c:pt>
                <c:pt idx="537">
                  <c:v>6407</c:v>
                </c:pt>
                <c:pt idx="538">
                  <c:v>6408</c:v>
                </c:pt>
                <c:pt idx="539">
                  <c:v>6474</c:v>
                </c:pt>
                <c:pt idx="540">
                  <c:v>6399</c:v>
                </c:pt>
                <c:pt idx="541">
                  <c:v>6480</c:v>
                </c:pt>
                <c:pt idx="542">
                  <c:v>6415</c:v>
                </c:pt>
                <c:pt idx="543">
                  <c:v>6484</c:v>
                </c:pt>
                <c:pt idx="544">
                  <c:v>6543</c:v>
                </c:pt>
                <c:pt idx="545">
                  <c:v>6538</c:v>
                </c:pt>
                <c:pt idx="546">
                  <c:v>6535</c:v>
                </c:pt>
                <c:pt idx="547">
                  <c:v>6536</c:v>
                </c:pt>
                <c:pt idx="548">
                  <c:v>6538</c:v>
                </c:pt>
                <c:pt idx="549">
                  <c:v>6544</c:v>
                </c:pt>
                <c:pt idx="550">
                  <c:v>6552</c:v>
                </c:pt>
                <c:pt idx="551">
                  <c:v>6533</c:v>
                </c:pt>
                <c:pt idx="552">
                  <c:v>6542</c:v>
                </c:pt>
                <c:pt idx="553">
                  <c:v>6540</c:v>
                </c:pt>
                <c:pt idx="554">
                  <c:v>6550</c:v>
                </c:pt>
                <c:pt idx="555">
                  <c:v>6535</c:v>
                </c:pt>
                <c:pt idx="556">
                  <c:v>6529</c:v>
                </c:pt>
                <c:pt idx="557">
                  <c:v>6527</c:v>
                </c:pt>
                <c:pt idx="558">
                  <c:v>6540</c:v>
                </c:pt>
                <c:pt idx="559">
                  <c:v>6540</c:v>
                </c:pt>
                <c:pt idx="560">
                  <c:v>6540</c:v>
                </c:pt>
                <c:pt idx="561">
                  <c:v>6538</c:v>
                </c:pt>
                <c:pt idx="562">
                  <c:v>6552</c:v>
                </c:pt>
                <c:pt idx="563">
                  <c:v>6542</c:v>
                </c:pt>
                <c:pt idx="564">
                  <c:v>6536</c:v>
                </c:pt>
                <c:pt idx="565">
                  <c:v>6542</c:v>
                </c:pt>
                <c:pt idx="566">
                  <c:v>6546</c:v>
                </c:pt>
                <c:pt idx="567">
                  <c:v>6545</c:v>
                </c:pt>
                <c:pt idx="568">
                  <c:v>6548</c:v>
                </c:pt>
                <c:pt idx="569">
                  <c:v>6547</c:v>
                </c:pt>
                <c:pt idx="570">
                  <c:v>6530</c:v>
                </c:pt>
                <c:pt idx="571">
                  <c:v>6528</c:v>
                </c:pt>
                <c:pt idx="572">
                  <c:v>6546</c:v>
                </c:pt>
                <c:pt idx="573">
                  <c:v>6543</c:v>
                </c:pt>
                <c:pt idx="574">
                  <c:v>6553</c:v>
                </c:pt>
                <c:pt idx="575">
                  <c:v>6551</c:v>
                </c:pt>
                <c:pt idx="576">
                  <c:v>6553</c:v>
                </c:pt>
                <c:pt idx="577">
                  <c:v>6551</c:v>
                </c:pt>
                <c:pt idx="578">
                  <c:v>6545</c:v>
                </c:pt>
                <c:pt idx="579">
                  <c:v>6633</c:v>
                </c:pt>
                <c:pt idx="580">
                  <c:v>6547</c:v>
                </c:pt>
                <c:pt idx="581">
                  <c:v>6606</c:v>
                </c:pt>
                <c:pt idx="582">
                  <c:v>6627</c:v>
                </c:pt>
                <c:pt idx="583">
                  <c:v>6549</c:v>
                </c:pt>
                <c:pt idx="584">
                  <c:v>6636</c:v>
                </c:pt>
                <c:pt idx="585">
                  <c:v>6551</c:v>
                </c:pt>
                <c:pt idx="586">
                  <c:v>6684</c:v>
                </c:pt>
                <c:pt idx="587">
                  <c:v>6685</c:v>
                </c:pt>
                <c:pt idx="588">
                  <c:v>6691</c:v>
                </c:pt>
                <c:pt idx="589">
                  <c:v>6682</c:v>
                </c:pt>
                <c:pt idx="590">
                  <c:v>6679</c:v>
                </c:pt>
                <c:pt idx="591">
                  <c:v>6679</c:v>
                </c:pt>
                <c:pt idx="592">
                  <c:v>6686</c:v>
                </c:pt>
                <c:pt idx="593">
                  <c:v>6690</c:v>
                </c:pt>
                <c:pt idx="594">
                  <c:v>6691</c:v>
                </c:pt>
                <c:pt idx="595">
                  <c:v>6686</c:v>
                </c:pt>
                <c:pt idx="596">
                  <c:v>6683</c:v>
                </c:pt>
                <c:pt idx="597">
                  <c:v>6689</c:v>
                </c:pt>
                <c:pt idx="598">
                  <c:v>6683</c:v>
                </c:pt>
                <c:pt idx="599">
                  <c:v>6690</c:v>
                </c:pt>
                <c:pt idx="600">
                  <c:v>6690</c:v>
                </c:pt>
                <c:pt idx="601">
                  <c:v>6684</c:v>
                </c:pt>
                <c:pt idx="602">
                  <c:v>6692</c:v>
                </c:pt>
                <c:pt idx="603">
                  <c:v>6698</c:v>
                </c:pt>
                <c:pt idx="604">
                  <c:v>6692</c:v>
                </c:pt>
                <c:pt idx="605">
                  <c:v>6686</c:v>
                </c:pt>
                <c:pt idx="606">
                  <c:v>6684</c:v>
                </c:pt>
                <c:pt idx="607">
                  <c:v>6751</c:v>
                </c:pt>
                <c:pt idx="608">
                  <c:v>6762</c:v>
                </c:pt>
                <c:pt idx="609">
                  <c:v>6827</c:v>
                </c:pt>
                <c:pt idx="610">
                  <c:v>6839</c:v>
                </c:pt>
                <c:pt idx="611">
                  <c:v>6834</c:v>
                </c:pt>
                <c:pt idx="612">
                  <c:v>6837</c:v>
                </c:pt>
                <c:pt idx="613">
                  <c:v>6838</c:v>
                </c:pt>
                <c:pt idx="614">
                  <c:v>6906</c:v>
                </c:pt>
                <c:pt idx="615">
                  <c:v>6832</c:v>
                </c:pt>
                <c:pt idx="616">
                  <c:v>6828</c:v>
                </c:pt>
                <c:pt idx="617">
                  <c:v>6911</c:v>
                </c:pt>
                <c:pt idx="618">
                  <c:v>6914</c:v>
                </c:pt>
                <c:pt idx="619">
                  <c:v>6906</c:v>
                </c:pt>
                <c:pt idx="620">
                  <c:v>6973</c:v>
                </c:pt>
                <c:pt idx="621">
                  <c:v>6903</c:v>
                </c:pt>
                <c:pt idx="622">
                  <c:v>6974</c:v>
                </c:pt>
                <c:pt idx="623">
                  <c:v>6973</c:v>
                </c:pt>
                <c:pt idx="624">
                  <c:v>6914</c:v>
                </c:pt>
                <c:pt idx="625">
                  <c:v>6983</c:v>
                </c:pt>
                <c:pt idx="626">
                  <c:v>6981</c:v>
                </c:pt>
                <c:pt idx="627">
                  <c:v>6979</c:v>
                </c:pt>
                <c:pt idx="628">
                  <c:v>6983</c:v>
                </c:pt>
                <c:pt idx="629">
                  <c:v>6976</c:v>
                </c:pt>
                <c:pt idx="630">
                  <c:v>6968</c:v>
                </c:pt>
                <c:pt idx="631">
                  <c:v>7062</c:v>
                </c:pt>
                <c:pt idx="632">
                  <c:v>7062</c:v>
                </c:pt>
                <c:pt idx="633">
                  <c:v>7054</c:v>
                </c:pt>
                <c:pt idx="634">
                  <c:v>7054</c:v>
                </c:pt>
                <c:pt idx="635">
                  <c:v>7061</c:v>
                </c:pt>
                <c:pt idx="636">
                  <c:v>6970</c:v>
                </c:pt>
                <c:pt idx="637">
                  <c:v>7054</c:v>
                </c:pt>
                <c:pt idx="638">
                  <c:v>7054</c:v>
                </c:pt>
                <c:pt idx="639">
                  <c:v>7061</c:v>
                </c:pt>
                <c:pt idx="640">
                  <c:v>7053</c:v>
                </c:pt>
                <c:pt idx="641">
                  <c:v>7054</c:v>
                </c:pt>
                <c:pt idx="642">
                  <c:v>7064</c:v>
                </c:pt>
                <c:pt idx="643">
                  <c:v>7064</c:v>
                </c:pt>
                <c:pt idx="644">
                  <c:v>7059</c:v>
                </c:pt>
                <c:pt idx="645">
                  <c:v>7067</c:v>
                </c:pt>
                <c:pt idx="646">
                  <c:v>7062</c:v>
                </c:pt>
                <c:pt idx="647">
                  <c:v>7067</c:v>
                </c:pt>
                <c:pt idx="648">
                  <c:v>7057</c:v>
                </c:pt>
                <c:pt idx="649">
                  <c:v>7070</c:v>
                </c:pt>
                <c:pt idx="650">
                  <c:v>7067</c:v>
                </c:pt>
                <c:pt idx="651">
                  <c:v>6978</c:v>
                </c:pt>
                <c:pt idx="652">
                  <c:v>6850</c:v>
                </c:pt>
                <c:pt idx="653">
                  <c:v>7181</c:v>
                </c:pt>
                <c:pt idx="654">
                  <c:v>6844</c:v>
                </c:pt>
                <c:pt idx="655">
                  <c:v>6987</c:v>
                </c:pt>
                <c:pt idx="656">
                  <c:v>7060</c:v>
                </c:pt>
                <c:pt idx="657">
                  <c:v>7060</c:v>
                </c:pt>
                <c:pt idx="658">
                  <c:v>7058</c:v>
                </c:pt>
                <c:pt idx="659">
                  <c:v>7059</c:v>
                </c:pt>
                <c:pt idx="660">
                  <c:v>7054</c:v>
                </c:pt>
                <c:pt idx="661">
                  <c:v>7058</c:v>
                </c:pt>
                <c:pt idx="662">
                  <c:v>7050</c:v>
                </c:pt>
                <c:pt idx="663">
                  <c:v>7130</c:v>
                </c:pt>
                <c:pt idx="664">
                  <c:v>7127</c:v>
                </c:pt>
                <c:pt idx="665">
                  <c:v>7129</c:v>
                </c:pt>
                <c:pt idx="666">
                  <c:v>7131</c:v>
                </c:pt>
                <c:pt idx="667">
                  <c:v>7132</c:v>
                </c:pt>
                <c:pt idx="668">
                  <c:v>7125</c:v>
                </c:pt>
                <c:pt idx="669">
                  <c:v>7138</c:v>
                </c:pt>
                <c:pt idx="670">
                  <c:v>7125</c:v>
                </c:pt>
                <c:pt idx="671">
                  <c:v>7127</c:v>
                </c:pt>
                <c:pt idx="672">
                  <c:v>7132</c:v>
                </c:pt>
                <c:pt idx="673">
                  <c:v>7069</c:v>
                </c:pt>
                <c:pt idx="674">
                  <c:v>7212</c:v>
                </c:pt>
                <c:pt idx="675">
                  <c:v>7135</c:v>
                </c:pt>
                <c:pt idx="676">
                  <c:v>7210</c:v>
                </c:pt>
                <c:pt idx="677">
                  <c:v>7197</c:v>
                </c:pt>
                <c:pt idx="678">
                  <c:v>7224</c:v>
                </c:pt>
                <c:pt idx="679">
                  <c:v>7116</c:v>
                </c:pt>
                <c:pt idx="680">
                  <c:v>7197</c:v>
                </c:pt>
                <c:pt idx="681">
                  <c:v>7205</c:v>
                </c:pt>
                <c:pt idx="682">
                  <c:v>7211</c:v>
                </c:pt>
                <c:pt idx="683">
                  <c:v>7208</c:v>
                </c:pt>
                <c:pt idx="684">
                  <c:v>7213</c:v>
                </c:pt>
                <c:pt idx="685">
                  <c:v>7110</c:v>
                </c:pt>
                <c:pt idx="686">
                  <c:v>7212</c:v>
                </c:pt>
                <c:pt idx="687">
                  <c:v>7285</c:v>
                </c:pt>
                <c:pt idx="688">
                  <c:v>7283</c:v>
                </c:pt>
                <c:pt idx="689">
                  <c:v>7286</c:v>
                </c:pt>
                <c:pt idx="690">
                  <c:v>7291</c:v>
                </c:pt>
                <c:pt idx="691">
                  <c:v>7356</c:v>
                </c:pt>
                <c:pt idx="692">
                  <c:v>7436</c:v>
                </c:pt>
                <c:pt idx="693">
                  <c:v>7438</c:v>
                </c:pt>
                <c:pt idx="694">
                  <c:v>7441</c:v>
                </c:pt>
                <c:pt idx="695">
                  <c:v>7428</c:v>
                </c:pt>
                <c:pt idx="696">
                  <c:v>7438</c:v>
                </c:pt>
                <c:pt idx="697">
                  <c:v>7507</c:v>
                </c:pt>
                <c:pt idx="698">
                  <c:v>7511</c:v>
                </c:pt>
                <c:pt idx="699">
                  <c:v>7503</c:v>
                </c:pt>
                <c:pt idx="700">
                  <c:v>7514</c:v>
                </c:pt>
                <c:pt idx="701">
                  <c:v>7518</c:v>
                </c:pt>
                <c:pt idx="702">
                  <c:v>7596</c:v>
                </c:pt>
                <c:pt idx="703">
                  <c:v>7591</c:v>
                </c:pt>
                <c:pt idx="704">
                  <c:v>7596</c:v>
                </c:pt>
                <c:pt idx="705">
                  <c:v>7596</c:v>
                </c:pt>
                <c:pt idx="706">
                  <c:v>7582</c:v>
                </c:pt>
                <c:pt idx="707">
                  <c:v>7589</c:v>
                </c:pt>
                <c:pt idx="708">
                  <c:v>7589</c:v>
                </c:pt>
                <c:pt idx="709">
                  <c:v>7593</c:v>
                </c:pt>
                <c:pt idx="710">
                  <c:v>7596</c:v>
                </c:pt>
                <c:pt idx="711">
                  <c:v>7589</c:v>
                </c:pt>
                <c:pt idx="712">
                  <c:v>7582</c:v>
                </c:pt>
                <c:pt idx="713">
                  <c:v>7593</c:v>
                </c:pt>
                <c:pt idx="714">
                  <c:v>7588</c:v>
                </c:pt>
                <c:pt idx="715">
                  <c:v>7591</c:v>
                </c:pt>
                <c:pt idx="716">
                  <c:v>7588</c:v>
                </c:pt>
                <c:pt idx="717">
                  <c:v>7655</c:v>
                </c:pt>
                <c:pt idx="718">
                  <c:v>7591</c:v>
                </c:pt>
                <c:pt idx="719">
                  <c:v>7748</c:v>
                </c:pt>
                <c:pt idx="720">
                  <c:v>7675</c:v>
                </c:pt>
                <c:pt idx="721">
                  <c:v>7671</c:v>
                </c:pt>
                <c:pt idx="722">
                  <c:v>7651</c:v>
                </c:pt>
                <c:pt idx="723">
                  <c:v>7590</c:v>
                </c:pt>
                <c:pt idx="724">
                  <c:v>7740</c:v>
                </c:pt>
                <c:pt idx="725">
                  <c:v>7669</c:v>
                </c:pt>
                <c:pt idx="726">
                  <c:v>7748</c:v>
                </c:pt>
                <c:pt idx="727">
                  <c:v>7677</c:v>
                </c:pt>
                <c:pt idx="728">
                  <c:v>7742</c:v>
                </c:pt>
                <c:pt idx="729">
                  <c:v>7668</c:v>
                </c:pt>
                <c:pt idx="730">
                  <c:v>7654</c:v>
                </c:pt>
                <c:pt idx="731">
                  <c:v>7742</c:v>
                </c:pt>
                <c:pt idx="732">
                  <c:v>7584</c:v>
                </c:pt>
                <c:pt idx="733">
                  <c:v>7748</c:v>
                </c:pt>
                <c:pt idx="734">
                  <c:v>7734</c:v>
                </c:pt>
                <c:pt idx="735">
                  <c:v>7671</c:v>
                </c:pt>
                <c:pt idx="736">
                  <c:v>7677</c:v>
                </c:pt>
                <c:pt idx="737">
                  <c:v>7670</c:v>
                </c:pt>
                <c:pt idx="738">
                  <c:v>7586</c:v>
                </c:pt>
                <c:pt idx="739">
                  <c:v>7591</c:v>
                </c:pt>
                <c:pt idx="740">
                  <c:v>7671</c:v>
                </c:pt>
                <c:pt idx="741">
                  <c:v>7591</c:v>
                </c:pt>
                <c:pt idx="742">
                  <c:v>7586</c:v>
                </c:pt>
                <c:pt idx="743">
                  <c:v>7673</c:v>
                </c:pt>
                <c:pt idx="744">
                  <c:v>7594</c:v>
                </c:pt>
                <c:pt idx="745">
                  <c:v>7676</c:v>
                </c:pt>
                <c:pt idx="746">
                  <c:v>7589</c:v>
                </c:pt>
                <c:pt idx="747">
                  <c:v>7671</c:v>
                </c:pt>
                <c:pt idx="748">
                  <c:v>7600</c:v>
                </c:pt>
                <c:pt idx="749">
                  <c:v>7676</c:v>
                </c:pt>
                <c:pt idx="750">
                  <c:v>7752</c:v>
                </c:pt>
                <c:pt idx="751">
                  <c:v>7652</c:v>
                </c:pt>
                <c:pt idx="752">
                  <c:v>7667</c:v>
                </c:pt>
                <c:pt idx="753">
                  <c:v>7670</c:v>
                </c:pt>
                <c:pt idx="754">
                  <c:v>7675</c:v>
                </c:pt>
                <c:pt idx="755">
                  <c:v>7746</c:v>
                </c:pt>
                <c:pt idx="756">
                  <c:v>7671</c:v>
                </c:pt>
                <c:pt idx="757">
                  <c:v>7743</c:v>
                </c:pt>
                <c:pt idx="758">
                  <c:v>7747</c:v>
                </c:pt>
                <c:pt idx="759">
                  <c:v>7750</c:v>
                </c:pt>
                <c:pt idx="760">
                  <c:v>7827</c:v>
                </c:pt>
                <c:pt idx="761">
                  <c:v>7668</c:v>
                </c:pt>
                <c:pt idx="762">
                  <c:v>7740</c:v>
                </c:pt>
                <c:pt idx="763">
                  <c:v>7759</c:v>
                </c:pt>
                <c:pt idx="764">
                  <c:v>7836</c:v>
                </c:pt>
                <c:pt idx="765">
                  <c:v>7749</c:v>
                </c:pt>
                <c:pt idx="766">
                  <c:v>7738</c:v>
                </c:pt>
                <c:pt idx="767">
                  <c:v>7828</c:v>
                </c:pt>
                <c:pt idx="768">
                  <c:v>7831</c:v>
                </c:pt>
                <c:pt idx="769">
                  <c:v>7832</c:v>
                </c:pt>
                <c:pt idx="770">
                  <c:v>7829</c:v>
                </c:pt>
                <c:pt idx="771">
                  <c:v>7829</c:v>
                </c:pt>
                <c:pt idx="772">
                  <c:v>7832</c:v>
                </c:pt>
                <c:pt idx="773">
                  <c:v>7819</c:v>
                </c:pt>
                <c:pt idx="774">
                  <c:v>7909</c:v>
                </c:pt>
                <c:pt idx="775">
                  <c:v>7831</c:v>
                </c:pt>
                <c:pt idx="776">
                  <c:v>7834</c:v>
                </c:pt>
                <c:pt idx="777">
                  <c:v>7825</c:v>
                </c:pt>
                <c:pt idx="778">
                  <c:v>7831</c:v>
                </c:pt>
                <c:pt idx="779">
                  <c:v>7831</c:v>
                </c:pt>
                <c:pt idx="780">
                  <c:v>7830</c:v>
                </c:pt>
                <c:pt idx="781">
                  <c:v>7833</c:v>
                </c:pt>
                <c:pt idx="782">
                  <c:v>7831</c:v>
                </c:pt>
                <c:pt idx="783">
                  <c:v>7831</c:v>
                </c:pt>
                <c:pt idx="784">
                  <c:v>7827</c:v>
                </c:pt>
                <c:pt idx="785">
                  <c:v>7830</c:v>
                </c:pt>
                <c:pt idx="786">
                  <c:v>7832</c:v>
                </c:pt>
                <c:pt idx="787">
                  <c:v>7910</c:v>
                </c:pt>
                <c:pt idx="788">
                  <c:v>7909</c:v>
                </c:pt>
                <c:pt idx="789">
                  <c:v>7909</c:v>
                </c:pt>
                <c:pt idx="790">
                  <c:v>7831</c:v>
                </c:pt>
                <c:pt idx="791">
                  <c:v>7917</c:v>
                </c:pt>
                <c:pt idx="792">
                  <c:v>7829</c:v>
                </c:pt>
                <c:pt idx="793">
                  <c:v>7921</c:v>
                </c:pt>
                <c:pt idx="794">
                  <c:v>7899</c:v>
                </c:pt>
                <c:pt idx="795">
                  <c:v>7916</c:v>
                </c:pt>
                <c:pt idx="796">
                  <c:v>7916</c:v>
                </c:pt>
                <c:pt idx="797">
                  <c:v>7828</c:v>
                </c:pt>
                <c:pt idx="798">
                  <c:v>7918</c:v>
                </c:pt>
                <c:pt idx="799">
                  <c:v>7913</c:v>
                </c:pt>
                <c:pt idx="800">
                  <c:v>7908</c:v>
                </c:pt>
                <c:pt idx="801">
                  <c:v>7919</c:v>
                </c:pt>
                <c:pt idx="802">
                  <c:v>7926</c:v>
                </c:pt>
                <c:pt idx="803">
                  <c:v>7915</c:v>
                </c:pt>
                <c:pt idx="804">
                  <c:v>7917</c:v>
                </c:pt>
                <c:pt idx="805">
                  <c:v>7833</c:v>
                </c:pt>
                <c:pt idx="806">
                  <c:v>7909</c:v>
                </c:pt>
                <c:pt idx="807">
                  <c:v>7916</c:v>
                </c:pt>
                <c:pt idx="808">
                  <c:v>7822</c:v>
                </c:pt>
                <c:pt idx="809">
                  <c:v>7828</c:v>
                </c:pt>
                <c:pt idx="810">
                  <c:v>7831</c:v>
                </c:pt>
                <c:pt idx="811">
                  <c:v>7827</c:v>
                </c:pt>
                <c:pt idx="812">
                  <c:v>7909</c:v>
                </c:pt>
                <c:pt idx="813">
                  <c:v>7909</c:v>
                </c:pt>
                <c:pt idx="814">
                  <c:v>7918</c:v>
                </c:pt>
                <c:pt idx="815">
                  <c:v>7741</c:v>
                </c:pt>
                <c:pt idx="816">
                  <c:v>7829</c:v>
                </c:pt>
                <c:pt idx="817">
                  <c:v>7828</c:v>
                </c:pt>
                <c:pt idx="818">
                  <c:v>7829</c:v>
                </c:pt>
                <c:pt idx="819">
                  <c:v>7832</c:v>
                </c:pt>
                <c:pt idx="820">
                  <c:v>7830</c:v>
                </c:pt>
                <c:pt idx="821">
                  <c:v>7827</c:v>
                </c:pt>
                <c:pt idx="822">
                  <c:v>7836</c:v>
                </c:pt>
                <c:pt idx="823">
                  <c:v>7831</c:v>
                </c:pt>
                <c:pt idx="824">
                  <c:v>7829</c:v>
                </c:pt>
                <c:pt idx="825">
                  <c:v>7825</c:v>
                </c:pt>
                <c:pt idx="826">
                  <c:v>7909</c:v>
                </c:pt>
                <c:pt idx="827">
                  <c:v>7823</c:v>
                </c:pt>
                <c:pt idx="828">
                  <c:v>7831</c:v>
                </c:pt>
                <c:pt idx="829">
                  <c:v>7822</c:v>
                </c:pt>
                <c:pt idx="830">
                  <c:v>7894</c:v>
                </c:pt>
                <c:pt idx="831">
                  <c:v>7830</c:v>
                </c:pt>
                <c:pt idx="832">
                  <c:v>7915</c:v>
                </c:pt>
                <c:pt idx="833">
                  <c:v>7827</c:v>
                </c:pt>
                <c:pt idx="834">
                  <c:v>7829</c:v>
                </c:pt>
                <c:pt idx="835">
                  <c:v>7832</c:v>
                </c:pt>
                <c:pt idx="836">
                  <c:v>7835</c:v>
                </c:pt>
                <c:pt idx="837">
                  <c:v>7825</c:v>
                </c:pt>
                <c:pt idx="838">
                  <c:v>7835</c:v>
                </c:pt>
                <c:pt idx="839">
                  <c:v>7910</c:v>
                </c:pt>
                <c:pt idx="840">
                  <c:v>7897</c:v>
                </c:pt>
                <c:pt idx="841">
                  <c:v>7978</c:v>
                </c:pt>
                <c:pt idx="842">
                  <c:v>7909</c:v>
                </c:pt>
                <c:pt idx="843">
                  <c:v>7974</c:v>
                </c:pt>
                <c:pt idx="844">
                  <c:v>7914</c:v>
                </c:pt>
                <c:pt idx="845">
                  <c:v>7893</c:v>
                </c:pt>
                <c:pt idx="846">
                  <c:v>7889</c:v>
                </c:pt>
                <c:pt idx="847">
                  <c:v>7980</c:v>
                </c:pt>
                <c:pt idx="848">
                  <c:v>7909</c:v>
                </c:pt>
                <c:pt idx="849">
                  <c:v>7980</c:v>
                </c:pt>
                <c:pt idx="850">
                  <c:v>7920</c:v>
                </c:pt>
                <c:pt idx="851">
                  <c:v>7976</c:v>
                </c:pt>
                <c:pt idx="852">
                  <c:v>7899</c:v>
                </c:pt>
                <c:pt idx="853">
                  <c:v>7897</c:v>
                </c:pt>
                <c:pt idx="854">
                  <c:v>7978</c:v>
                </c:pt>
                <c:pt idx="855">
                  <c:v>7984</c:v>
                </c:pt>
                <c:pt idx="856">
                  <c:v>7980</c:v>
                </c:pt>
                <c:pt idx="857">
                  <c:v>7911</c:v>
                </c:pt>
                <c:pt idx="858">
                  <c:v>7917</c:v>
                </c:pt>
                <c:pt idx="859">
                  <c:v>7909</c:v>
                </c:pt>
                <c:pt idx="860">
                  <c:v>7901</c:v>
                </c:pt>
                <c:pt idx="861">
                  <c:v>7913</c:v>
                </c:pt>
                <c:pt idx="862">
                  <c:v>7978</c:v>
                </c:pt>
                <c:pt idx="863">
                  <c:v>7906</c:v>
                </c:pt>
                <c:pt idx="864">
                  <c:v>7980</c:v>
                </c:pt>
                <c:pt idx="865">
                  <c:v>7920</c:v>
                </c:pt>
                <c:pt idx="866">
                  <c:v>7899</c:v>
                </c:pt>
                <c:pt idx="867">
                  <c:v>7899</c:v>
                </c:pt>
                <c:pt idx="868">
                  <c:v>7984</c:v>
                </c:pt>
                <c:pt idx="869">
                  <c:v>7912</c:v>
                </c:pt>
                <c:pt idx="870">
                  <c:v>7898</c:v>
                </c:pt>
                <c:pt idx="871">
                  <c:v>7901</c:v>
                </c:pt>
                <c:pt idx="872">
                  <c:v>7896</c:v>
                </c:pt>
                <c:pt idx="873">
                  <c:v>7977</c:v>
                </c:pt>
                <c:pt idx="874">
                  <c:v>7893</c:v>
                </c:pt>
                <c:pt idx="875">
                  <c:v>7899</c:v>
                </c:pt>
                <c:pt idx="876">
                  <c:v>7978</c:v>
                </c:pt>
                <c:pt idx="877">
                  <c:v>7997</c:v>
                </c:pt>
                <c:pt idx="878">
                  <c:v>7981</c:v>
                </c:pt>
                <c:pt idx="879">
                  <c:v>7979</c:v>
                </c:pt>
                <c:pt idx="880">
                  <c:v>7982</c:v>
                </c:pt>
                <c:pt idx="881">
                  <c:v>7980</c:v>
                </c:pt>
                <c:pt idx="882">
                  <c:v>7983</c:v>
                </c:pt>
                <c:pt idx="883">
                  <c:v>7980</c:v>
                </c:pt>
                <c:pt idx="884">
                  <c:v>7975</c:v>
                </c:pt>
                <c:pt idx="885">
                  <c:v>7908</c:v>
                </c:pt>
                <c:pt idx="886">
                  <c:v>7982</c:v>
                </c:pt>
                <c:pt idx="887">
                  <c:v>7981</c:v>
                </c:pt>
                <c:pt idx="888">
                  <c:v>7973</c:v>
                </c:pt>
                <c:pt idx="889">
                  <c:v>7978</c:v>
                </c:pt>
                <c:pt idx="890">
                  <c:v>7903</c:v>
                </c:pt>
                <c:pt idx="891">
                  <c:v>7978</c:v>
                </c:pt>
                <c:pt idx="892">
                  <c:v>7978</c:v>
                </c:pt>
                <c:pt idx="893">
                  <c:v>7911</c:v>
                </c:pt>
                <c:pt idx="894">
                  <c:v>7978</c:v>
                </c:pt>
                <c:pt idx="895">
                  <c:v>7892</c:v>
                </c:pt>
                <c:pt idx="896">
                  <c:v>7977</c:v>
                </c:pt>
                <c:pt idx="897">
                  <c:v>7887</c:v>
                </c:pt>
                <c:pt idx="898">
                  <c:v>7975</c:v>
                </c:pt>
                <c:pt idx="899">
                  <c:v>7979</c:v>
                </c:pt>
                <c:pt idx="900">
                  <c:v>7896</c:v>
                </c:pt>
                <c:pt idx="901">
                  <c:v>7973</c:v>
                </c:pt>
                <c:pt idx="902">
                  <c:v>7974</c:v>
                </c:pt>
                <c:pt idx="903">
                  <c:v>7980</c:v>
                </c:pt>
                <c:pt idx="904">
                  <c:v>7902</c:v>
                </c:pt>
                <c:pt idx="905">
                  <c:v>7982</c:v>
                </c:pt>
                <c:pt idx="906">
                  <c:v>7979</c:v>
                </c:pt>
                <c:pt idx="907">
                  <c:v>7971</c:v>
                </c:pt>
                <c:pt idx="908">
                  <c:v>7905</c:v>
                </c:pt>
                <c:pt idx="909">
                  <c:v>7992</c:v>
                </c:pt>
                <c:pt idx="910">
                  <c:v>7999</c:v>
                </c:pt>
                <c:pt idx="911">
                  <c:v>7983</c:v>
                </c:pt>
                <c:pt idx="912">
                  <c:v>8058</c:v>
                </c:pt>
                <c:pt idx="913">
                  <c:v>8058</c:v>
                </c:pt>
                <c:pt idx="914">
                  <c:v>8053</c:v>
                </c:pt>
                <c:pt idx="915">
                  <c:v>8056</c:v>
                </c:pt>
                <c:pt idx="916">
                  <c:v>8071</c:v>
                </c:pt>
                <c:pt idx="917">
                  <c:v>8060</c:v>
                </c:pt>
                <c:pt idx="918">
                  <c:v>8052</c:v>
                </c:pt>
                <c:pt idx="919">
                  <c:v>8074</c:v>
                </c:pt>
                <c:pt idx="920">
                  <c:v>7989</c:v>
                </c:pt>
                <c:pt idx="921">
                  <c:v>8145</c:v>
                </c:pt>
                <c:pt idx="922">
                  <c:v>8154</c:v>
                </c:pt>
                <c:pt idx="923">
                  <c:v>8057</c:v>
                </c:pt>
                <c:pt idx="924">
                  <c:v>8142</c:v>
                </c:pt>
                <c:pt idx="925">
                  <c:v>8153</c:v>
                </c:pt>
                <c:pt idx="926">
                  <c:v>8069</c:v>
                </c:pt>
                <c:pt idx="927">
                  <c:v>8153</c:v>
                </c:pt>
                <c:pt idx="928">
                  <c:v>8059</c:v>
                </c:pt>
                <c:pt idx="929">
                  <c:v>8142</c:v>
                </c:pt>
                <c:pt idx="930">
                  <c:v>8065</c:v>
                </c:pt>
                <c:pt idx="931">
                  <c:v>8140</c:v>
                </c:pt>
                <c:pt idx="932">
                  <c:v>8053</c:v>
                </c:pt>
                <c:pt idx="933">
                  <c:v>8039</c:v>
                </c:pt>
                <c:pt idx="934">
                  <c:v>8064</c:v>
                </c:pt>
                <c:pt idx="935">
                  <c:v>8137</c:v>
                </c:pt>
                <c:pt idx="936">
                  <c:v>8148</c:v>
                </c:pt>
                <c:pt idx="937">
                  <c:v>7978</c:v>
                </c:pt>
                <c:pt idx="938">
                  <c:v>8060</c:v>
                </c:pt>
                <c:pt idx="939">
                  <c:v>8153</c:v>
                </c:pt>
                <c:pt idx="940">
                  <c:v>8148</c:v>
                </c:pt>
                <c:pt idx="941">
                  <c:v>8149</c:v>
                </c:pt>
                <c:pt idx="942">
                  <c:v>8060</c:v>
                </c:pt>
                <c:pt idx="943">
                  <c:v>8154</c:v>
                </c:pt>
                <c:pt idx="944">
                  <c:v>8152</c:v>
                </c:pt>
                <c:pt idx="945">
                  <c:v>8075</c:v>
                </c:pt>
                <c:pt idx="946">
                  <c:v>8146</c:v>
                </c:pt>
                <c:pt idx="947">
                  <c:v>8154</c:v>
                </c:pt>
                <c:pt idx="948">
                  <c:v>8144</c:v>
                </c:pt>
                <c:pt idx="949">
                  <c:v>8068</c:v>
                </c:pt>
                <c:pt idx="950">
                  <c:v>8072</c:v>
                </c:pt>
                <c:pt idx="951">
                  <c:v>8064</c:v>
                </c:pt>
                <c:pt idx="952">
                  <c:v>8155</c:v>
                </c:pt>
                <c:pt idx="953">
                  <c:v>8071</c:v>
                </c:pt>
                <c:pt idx="954">
                  <c:v>8146</c:v>
                </c:pt>
                <c:pt idx="955">
                  <c:v>8152</c:v>
                </c:pt>
                <c:pt idx="956">
                  <c:v>8168</c:v>
                </c:pt>
                <c:pt idx="957">
                  <c:v>8157</c:v>
                </c:pt>
                <c:pt idx="958">
                  <c:v>8064</c:v>
                </c:pt>
                <c:pt idx="959">
                  <c:v>8151</c:v>
                </c:pt>
                <c:pt idx="960">
                  <c:v>8155</c:v>
                </c:pt>
                <c:pt idx="961">
                  <c:v>8146</c:v>
                </c:pt>
                <c:pt idx="962">
                  <c:v>8165</c:v>
                </c:pt>
                <c:pt idx="963">
                  <c:v>8149</c:v>
                </c:pt>
                <c:pt idx="964">
                  <c:v>8240</c:v>
                </c:pt>
                <c:pt idx="965">
                  <c:v>8149</c:v>
                </c:pt>
                <c:pt idx="966">
                  <c:v>8241</c:v>
                </c:pt>
                <c:pt idx="967">
                  <c:v>8233</c:v>
                </c:pt>
                <c:pt idx="968">
                  <c:v>8152</c:v>
                </c:pt>
                <c:pt idx="969">
                  <c:v>8154</c:v>
                </c:pt>
                <c:pt idx="970">
                  <c:v>8152</c:v>
                </c:pt>
                <c:pt idx="971">
                  <c:v>8150</c:v>
                </c:pt>
                <c:pt idx="972">
                  <c:v>8146</c:v>
                </c:pt>
                <c:pt idx="973">
                  <c:v>8229</c:v>
                </c:pt>
                <c:pt idx="974">
                  <c:v>8142</c:v>
                </c:pt>
                <c:pt idx="975">
                  <c:v>8229</c:v>
                </c:pt>
                <c:pt idx="976">
                  <c:v>8154</c:v>
                </c:pt>
                <c:pt idx="977">
                  <c:v>8238</c:v>
                </c:pt>
                <c:pt idx="978">
                  <c:v>8157</c:v>
                </c:pt>
                <c:pt idx="979">
                  <c:v>8235</c:v>
                </c:pt>
                <c:pt idx="980">
                  <c:v>8143</c:v>
                </c:pt>
                <c:pt idx="981">
                  <c:v>8153</c:v>
                </c:pt>
                <c:pt idx="982">
                  <c:v>8230</c:v>
                </c:pt>
                <c:pt idx="983">
                  <c:v>8238</c:v>
                </c:pt>
                <c:pt idx="984">
                  <c:v>8231</c:v>
                </c:pt>
                <c:pt idx="985">
                  <c:v>8148</c:v>
                </c:pt>
                <c:pt idx="986">
                  <c:v>8156</c:v>
                </c:pt>
                <c:pt idx="987">
                  <c:v>8246</c:v>
                </c:pt>
                <c:pt idx="988">
                  <c:v>8235</c:v>
                </c:pt>
                <c:pt idx="989">
                  <c:v>8315</c:v>
                </c:pt>
                <c:pt idx="990">
                  <c:v>8233</c:v>
                </c:pt>
                <c:pt idx="991">
                  <c:v>8304</c:v>
                </c:pt>
                <c:pt idx="992">
                  <c:v>8311</c:v>
                </c:pt>
                <c:pt idx="993">
                  <c:v>8220</c:v>
                </c:pt>
                <c:pt idx="994">
                  <c:v>8247</c:v>
                </c:pt>
                <c:pt idx="995">
                  <c:v>8311</c:v>
                </c:pt>
                <c:pt idx="996">
                  <c:v>8302</c:v>
                </c:pt>
                <c:pt idx="997">
                  <c:v>8309</c:v>
                </c:pt>
                <c:pt idx="998">
                  <c:v>8315</c:v>
                </c:pt>
                <c:pt idx="999">
                  <c:v>8224</c:v>
                </c:pt>
                <c:pt idx="1000">
                  <c:v>8238</c:v>
                </c:pt>
                <c:pt idx="1001">
                  <c:v>8221</c:v>
                </c:pt>
                <c:pt idx="1002">
                  <c:v>8304</c:v>
                </c:pt>
                <c:pt idx="1003">
                  <c:v>8158</c:v>
                </c:pt>
                <c:pt idx="1004">
                  <c:v>8299</c:v>
                </c:pt>
                <c:pt idx="1005">
                  <c:v>8307</c:v>
                </c:pt>
                <c:pt idx="1006">
                  <c:v>8316</c:v>
                </c:pt>
                <c:pt idx="1007">
                  <c:v>8308</c:v>
                </c:pt>
                <c:pt idx="1008">
                  <c:v>8303</c:v>
                </c:pt>
                <c:pt idx="1009">
                  <c:v>8313</c:v>
                </c:pt>
                <c:pt idx="1010">
                  <c:v>8300</c:v>
                </c:pt>
                <c:pt idx="1011">
                  <c:v>8307</c:v>
                </c:pt>
                <c:pt idx="1012">
                  <c:v>8310</c:v>
                </c:pt>
                <c:pt idx="1013">
                  <c:v>8224</c:v>
                </c:pt>
                <c:pt idx="1014">
                  <c:v>8308</c:v>
                </c:pt>
                <c:pt idx="1015">
                  <c:v>8304</c:v>
                </c:pt>
                <c:pt idx="1016">
                  <c:v>8313</c:v>
                </c:pt>
                <c:pt idx="1017">
                  <c:v>8226</c:v>
                </c:pt>
                <c:pt idx="1018">
                  <c:v>8316</c:v>
                </c:pt>
                <c:pt idx="1019">
                  <c:v>8318</c:v>
                </c:pt>
                <c:pt idx="1020">
                  <c:v>8234</c:v>
                </c:pt>
                <c:pt idx="1021">
                  <c:v>8129</c:v>
                </c:pt>
                <c:pt idx="1022">
                  <c:v>8229</c:v>
                </c:pt>
                <c:pt idx="1023">
                  <c:v>8217</c:v>
                </c:pt>
                <c:pt idx="1024">
                  <c:v>8299</c:v>
                </c:pt>
                <c:pt idx="1025">
                  <c:v>8308</c:v>
                </c:pt>
                <c:pt idx="1026">
                  <c:v>8226</c:v>
                </c:pt>
                <c:pt idx="1027">
                  <c:v>8229</c:v>
                </c:pt>
                <c:pt idx="1028">
                  <c:v>8221</c:v>
                </c:pt>
                <c:pt idx="1029">
                  <c:v>8220</c:v>
                </c:pt>
                <c:pt idx="1030">
                  <c:v>8222</c:v>
                </c:pt>
                <c:pt idx="1031">
                  <c:v>8220</c:v>
                </c:pt>
                <c:pt idx="1032">
                  <c:v>8315</c:v>
                </c:pt>
                <c:pt idx="1033">
                  <c:v>8312</c:v>
                </c:pt>
                <c:pt idx="1034">
                  <c:v>8308</c:v>
                </c:pt>
                <c:pt idx="1035">
                  <c:v>8223</c:v>
                </c:pt>
                <c:pt idx="1036">
                  <c:v>8310</c:v>
                </c:pt>
                <c:pt idx="1037">
                  <c:v>8303</c:v>
                </c:pt>
                <c:pt idx="1038">
                  <c:v>8211</c:v>
                </c:pt>
                <c:pt idx="1039">
                  <c:v>8221</c:v>
                </c:pt>
                <c:pt idx="1040">
                  <c:v>8209</c:v>
                </c:pt>
                <c:pt idx="1041">
                  <c:v>8289</c:v>
                </c:pt>
                <c:pt idx="1042">
                  <c:v>8289</c:v>
                </c:pt>
                <c:pt idx="1043">
                  <c:v>8205</c:v>
                </c:pt>
                <c:pt idx="1044">
                  <c:v>8192</c:v>
                </c:pt>
                <c:pt idx="1045">
                  <c:v>8280</c:v>
                </c:pt>
                <c:pt idx="1046">
                  <c:v>8302</c:v>
                </c:pt>
                <c:pt idx="1047">
                  <c:v>8295</c:v>
                </c:pt>
                <c:pt idx="1048">
                  <c:v>8291</c:v>
                </c:pt>
                <c:pt idx="1049">
                  <c:v>8226</c:v>
                </c:pt>
                <c:pt idx="1050">
                  <c:v>8289</c:v>
                </c:pt>
                <c:pt idx="1051">
                  <c:v>8218</c:v>
                </c:pt>
                <c:pt idx="1052">
                  <c:v>8223</c:v>
                </c:pt>
                <c:pt idx="1053">
                  <c:v>8301</c:v>
                </c:pt>
                <c:pt idx="1054">
                  <c:v>8220</c:v>
                </c:pt>
                <c:pt idx="1055">
                  <c:v>8229</c:v>
                </c:pt>
                <c:pt idx="1056">
                  <c:v>8219</c:v>
                </c:pt>
                <c:pt idx="1057">
                  <c:v>8227</c:v>
                </c:pt>
                <c:pt idx="1058">
                  <c:v>8302</c:v>
                </c:pt>
                <c:pt idx="1059">
                  <c:v>8224</c:v>
                </c:pt>
                <c:pt idx="1060">
                  <c:v>8219</c:v>
                </c:pt>
                <c:pt idx="1061">
                  <c:v>8219</c:v>
                </c:pt>
                <c:pt idx="1062">
                  <c:v>8220</c:v>
                </c:pt>
                <c:pt idx="1063">
                  <c:v>8284</c:v>
                </c:pt>
                <c:pt idx="1064">
                  <c:v>8310</c:v>
                </c:pt>
                <c:pt idx="1065">
                  <c:v>8302</c:v>
                </c:pt>
                <c:pt idx="1066">
                  <c:v>8311</c:v>
                </c:pt>
                <c:pt idx="1067">
                  <c:v>8306</c:v>
                </c:pt>
                <c:pt idx="1068">
                  <c:v>8304</c:v>
                </c:pt>
                <c:pt idx="1069">
                  <c:v>8304</c:v>
                </c:pt>
                <c:pt idx="1070">
                  <c:v>8303</c:v>
                </c:pt>
                <c:pt idx="1071">
                  <c:v>8312</c:v>
                </c:pt>
                <c:pt idx="1072">
                  <c:v>8378</c:v>
                </c:pt>
                <c:pt idx="1073">
                  <c:v>8303</c:v>
                </c:pt>
                <c:pt idx="1074">
                  <c:v>8383</c:v>
                </c:pt>
                <c:pt idx="1075">
                  <c:v>8379</c:v>
                </c:pt>
                <c:pt idx="1076">
                  <c:v>8386</c:v>
                </c:pt>
                <c:pt idx="1077">
                  <c:v>8375</c:v>
                </c:pt>
                <c:pt idx="1078">
                  <c:v>8306</c:v>
                </c:pt>
                <c:pt idx="1079">
                  <c:v>8372</c:v>
                </c:pt>
                <c:pt idx="1080">
                  <c:v>8375</c:v>
                </c:pt>
                <c:pt idx="1081">
                  <c:v>8373</c:v>
                </c:pt>
                <c:pt idx="1082">
                  <c:v>8385</c:v>
                </c:pt>
                <c:pt idx="1083">
                  <c:v>8381</c:v>
                </c:pt>
                <c:pt idx="1084">
                  <c:v>8460</c:v>
                </c:pt>
                <c:pt idx="1085">
                  <c:v>8387</c:v>
                </c:pt>
                <c:pt idx="1086">
                  <c:v>8388</c:v>
                </c:pt>
                <c:pt idx="1087">
                  <c:v>8371</c:v>
                </c:pt>
                <c:pt idx="1088">
                  <c:v>8451</c:v>
                </c:pt>
                <c:pt idx="1089">
                  <c:v>8462</c:v>
                </c:pt>
                <c:pt idx="1090">
                  <c:v>8385</c:v>
                </c:pt>
                <c:pt idx="1091">
                  <c:v>8459</c:v>
                </c:pt>
                <c:pt idx="1092">
                  <c:v>8382</c:v>
                </c:pt>
                <c:pt idx="1093">
                  <c:v>8381</c:v>
                </c:pt>
                <c:pt idx="1094">
                  <c:v>8457</c:v>
                </c:pt>
                <c:pt idx="1095">
                  <c:v>8449</c:v>
                </c:pt>
                <c:pt idx="1096">
                  <c:v>8449</c:v>
                </c:pt>
                <c:pt idx="1097">
                  <c:v>8380</c:v>
                </c:pt>
                <c:pt idx="1098">
                  <c:v>8385</c:v>
                </c:pt>
                <c:pt idx="1099">
                  <c:v>8461</c:v>
                </c:pt>
                <c:pt idx="1100">
                  <c:v>8381</c:v>
                </c:pt>
                <c:pt idx="1101">
                  <c:v>8372</c:v>
                </c:pt>
                <c:pt idx="1102">
                  <c:v>8383</c:v>
                </c:pt>
                <c:pt idx="1103">
                  <c:v>8380</c:v>
                </c:pt>
                <c:pt idx="1104">
                  <c:v>8383</c:v>
                </c:pt>
                <c:pt idx="1105">
                  <c:v>8384</c:v>
                </c:pt>
                <c:pt idx="1106">
                  <c:v>8375</c:v>
                </c:pt>
                <c:pt idx="1107">
                  <c:v>8382</c:v>
                </c:pt>
                <c:pt idx="1108">
                  <c:v>8460</c:v>
                </c:pt>
                <c:pt idx="1109">
                  <c:v>8446</c:v>
                </c:pt>
                <c:pt idx="1110">
                  <c:v>8456</c:v>
                </c:pt>
                <c:pt idx="1111">
                  <c:v>8466</c:v>
                </c:pt>
                <c:pt idx="1112">
                  <c:v>8462</c:v>
                </c:pt>
                <c:pt idx="1113">
                  <c:v>8389</c:v>
                </c:pt>
                <c:pt idx="1114">
                  <c:v>8382</c:v>
                </c:pt>
                <c:pt idx="1115">
                  <c:v>8383</c:v>
                </c:pt>
                <c:pt idx="1116">
                  <c:v>8448</c:v>
                </c:pt>
                <c:pt idx="1117">
                  <c:v>8373</c:v>
                </c:pt>
                <c:pt idx="1118">
                  <c:v>8453</c:v>
                </c:pt>
                <c:pt idx="1119">
                  <c:v>8449</c:v>
                </c:pt>
                <c:pt idx="1120">
                  <c:v>8381</c:v>
                </c:pt>
                <c:pt idx="1121">
                  <c:v>8398</c:v>
                </c:pt>
                <c:pt idx="1122">
                  <c:v>8385</c:v>
                </c:pt>
                <c:pt idx="1123">
                  <c:v>8368</c:v>
                </c:pt>
                <c:pt idx="1124">
                  <c:v>8383</c:v>
                </c:pt>
                <c:pt idx="1125">
                  <c:v>8368</c:v>
                </c:pt>
                <c:pt idx="1126">
                  <c:v>8374</c:v>
                </c:pt>
                <c:pt idx="1127">
                  <c:v>8378</c:v>
                </c:pt>
                <c:pt idx="1128">
                  <c:v>8459</c:v>
                </c:pt>
                <c:pt idx="1129">
                  <c:v>8375</c:v>
                </c:pt>
                <c:pt idx="1130">
                  <c:v>8381</c:v>
                </c:pt>
                <c:pt idx="1131">
                  <c:v>8449</c:v>
                </c:pt>
                <c:pt idx="1132">
                  <c:v>8385</c:v>
                </c:pt>
                <c:pt idx="1133">
                  <c:v>8388</c:v>
                </c:pt>
                <c:pt idx="1134">
                  <c:v>8377</c:v>
                </c:pt>
                <c:pt idx="1135">
                  <c:v>8457</c:v>
                </c:pt>
                <c:pt idx="1136">
                  <c:v>8369</c:v>
                </c:pt>
                <c:pt idx="1137">
                  <c:v>8368</c:v>
                </c:pt>
                <c:pt idx="1138">
                  <c:v>8366</c:v>
                </c:pt>
                <c:pt idx="1139">
                  <c:v>8361</c:v>
                </c:pt>
                <c:pt idx="1140">
                  <c:v>8359</c:v>
                </c:pt>
                <c:pt idx="1141">
                  <c:v>8252</c:v>
                </c:pt>
                <c:pt idx="1142">
                  <c:v>8371</c:v>
                </c:pt>
                <c:pt idx="1143">
                  <c:v>8447</c:v>
                </c:pt>
                <c:pt idx="1144">
                  <c:v>8367</c:v>
                </c:pt>
                <c:pt idx="1145">
                  <c:v>8366</c:v>
                </c:pt>
                <c:pt idx="1146">
                  <c:v>8361</c:v>
                </c:pt>
                <c:pt idx="1147">
                  <c:v>8383</c:v>
                </c:pt>
                <c:pt idx="1148">
                  <c:v>8451</c:v>
                </c:pt>
                <c:pt idx="1149">
                  <c:v>8451</c:v>
                </c:pt>
                <c:pt idx="1150">
                  <c:v>8457</c:v>
                </c:pt>
                <c:pt idx="1151">
                  <c:v>8457</c:v>
                </c:pt>
                <c:pt idx="1152">
                  <c:v>8449</c:v>
                </c:pt>
                <c:pt idx="1153">
                  <c:v>8361</c:v>
                </c:pt>
                <c:pt idx="1154">
                  <c:v>8299</c:v>
                </c:pt>
                <c:pt idx="1155">
                  <c:v>8371</c:v>
                </c:pt>
                <c:pt idx="1156">
                  <c:v>8306</c:v>
                </c:pt>
                <c:pt idx="1157">
                  <c:v>8290</c:v>
                </c:pt>
                <c:pt idx="1158">
                  <c:v>8300</c:v>
                </c:pt>
                <c:pt idx="1159">
                  <c:v>8356</c:v>
                </c:pt>
                <c:pt idx="1160">
                  <c:v>8300</c:v>
                </c:pt>
                <c:pt idx="1161">
                  <c:v>8304</c:v>
                </c:pt>
                <c:pt idx="1162">
                  <c:v>8297</c:v>
                </c:pt>
                <c:pt idx="1163">
                  <c:v>8299</c:v>
                </c:pt>
                <c:pt idx="1164">
                  <c:v>8370</c:v>
                </c:pt>
                <c:pt idx="1165">
                  <c:v>8293</c:v>
                </c:pt>
                <c:pt idx="1166">
                  <c:v>8289</c:v>
                </c:pt>
                <c:pt idx="1167">
                  <c:v>8291</c:v>
                </c:pt>
                <c:pt idx="1168">
                  <c:v>8361</c:v>
                </c:pt>
                <c:pt idx="1169">
                  <c:v>8372</c:v>
                </c:pt>
                <c:pt idx="1170">
                  <c:v>8292</c:v>
                </c:pt>
                <c:pt idx="1171">
                  <c:v>8281</c:v>
                </c:pt>
                <c:pt idx="1172">
                  <c:v>8286</c:v>
                </c:pt>
                <c:pt idx="1173">
                  <c:v>8304</c:v>
                </c:pt>
                <c:pt idx="1174">
                  <c:v>8291</c:v>
                </c:pt>
              </c:numCache>
            </c:numRef>
          </c:val>
          <c:smooth val="0"/>
          <c:extLst>
            <c:ext xmlns:c16="http://schemas.microsoft.com/office/drawing/2014/chart" uri="{C3380CC4-5D6E-409C-BE32-E72D297353CC}">
              <c16:uniqueId val="{00000002-5A7C-4DF5-A07B-495B21888182}"/>
            </c:ext>
          </c:extLst>
        </c:ser>
        <c:dLbls>
          <c:showLegendKey val="0"/>
          <c:showVal val="0"/>
          <c:showCatName val="0"/>
          <c:showSerName val="0"/>
          <c:showPercent val="0"/>
          <c:showBubbleSize val="0"/>
        </c:dLbls>
        <c:marker val="1"/>
        <c:smooth val="0"/>
        <c:axId val="2113383983"/>
        <c:axId val="1988176991"/>
        <c:extLst>
          <c:ext xmlns:c15="http://schemas.microsoft.com/office/drawing/2012/chart" uri="{02D57815-91ED-43cb-92C2-25804820EDAC}">
            <c15:filteredLineSeries>
              <c15:ser>
                <c:idx val="3"/>
                <c:order val="3"/>
                <c:tx>
                  <c:strRef>
                    <c:extLst>
                      <c:ext uri="{02D57815-91ED-43cb-92C2-25804820EDAC}">
                        <c15:formulaRef>
                          <c15:sqref>'https://utokai.sharepoint.com/sites/msteams_21d92e/Shared Documents/光瞳孔反射研究プロジェクト/07色の組み合わせ(減光)/02.青緑/01.実験データ/20251128髙平/[20251128.takahira_B56G5.xlsm]照射後３sごと'!$B$1:$B$2</c15:sqref>
                        </c15:formulaRef>
                      </c:ext>
                    </c:extLst>
                    <c:strCache>
                      <c:ptCount val="1"/>
                      <c:pt idx="0">
                        <c:v>経過時間 [ms]</c:v>
                      </c:pt>
                    </c:strCache>
                  </c:strRef>
                </c:tx>
                <c:spPr>
                  <a:ln w="28575" cap="rnd">
                    <a:solidFill>
                      <a:schemeClr val="accent4"/>
                    </a:solidFill>
                    <a:round/>
                  </a:ln>
                  <a:effectLst/>
                </c:spPr>
                <c:marker>
                  <c:symbol val="none"/>
                </c:marker>
                <c:cat>
                  <c:numRef>
                    <c:extLst>
                      <c:ext uri="{02D57815-91ED-43cb-92C2-25804820EDAC}">
                        <c15:formulaRef>
                          <c15:sqref>'https://utokai.sharepoint.com/sites/msteams_21d92e/Shared Documents/光瞳孔反射研究プロジェクト/07色の組み合わせ(減光)/02.青緑/01.実験データ/20251128髙平/[20251128.takahira_B56G5.xlsm]照射後３sごと'!$B$3:$B$1184</c15:sqref>
                        </c15:formulaRef>
                      </c:ext>
                    </c:extLst>
                    <c:numCache>
                      <c:formatCode>General</c:formatCode>
                      <c:ptCount val="1182"/>
                      <c:pt idx="0">
                        <c:v>92</c:v>
                      </c:pt>
                      <c:pt idx="1">
                        <c:v>126</c:v>
                      </c:pt>
                      <c:pt idx="2">
                        <c:v>159</c:v>
                      </c:pt>
                      <c:pt idx="3">
                        <c:v>192</c:v>
                      </c:pt>
                      <c:pt idx="4">
                        <c:v>226</c:v>
                      </c:pt>
                      <c:pt idx="5">
                        <c:v>259</c:v>
                      </c:pt>
                      <c:pt idx="6">
                        <c:v>292</c:v>
                      </c:pt>
                      <c:pt idx="7">
                        <c:v>326</c:v>
                      </c:pt>
                      <c:pt idx="8">
                        <c:v>359</c:v>
                      </c:pt>
                      <c:pt idx="9">
                        <c:v>392</c:v>
                      </c:pt>
                      <c:pt idx="10">
                        <c:v>426</c:v>
                      </c:pt>
                      <c:pt idx="11">
                        <c:v>459</c:v>
                      </c:pt>
                      <c:pt idx="12">
                        <c:v>492</c:v>
                      </c:pt>
                      <c:pt idx="13">
                        <c:v>526</c:v>
                      </c:pt>
                      <c:pt idx="14">
                        <c:v>559</c:v>
                      </c:pt>
                      <c:pt idx="15">
                        <c:v>592</c:v>
                      </c:pt>
                      <c:pt idx="16">
                        <c:v>626</c:v>
                      </c:pt>
                      <c:pt idx="17">
                        <c:v>659</c:v>
                      </c:pt>
                      <c:pt idx="18">
                        <c:v>692</c:v>
                      </c:pt>
                      <c:pt idx="19">
                        <c:v>726</c:v>
                      </c:pt>
                      <c:pt idx="20">
                        <c:v>759</c:v>
                      </c:pt>
                      <c:pt idx="21">
                        <c:v>792</c:v>
                      </c:pt>
                      <c:pt idx="22">
                        <c:v>826</c:v>
                      </c:pt>
                      <c:pt idx="23">
                        <c:v>859</c:v>
                      </c:pt>
                      <c:pt idx="24">
                        <c:v>892</c:v>
                      </c:pt>
                      <c:pt idx="25">
                        <c:v>926</c:v>
                      </c:pt>
                      <c:pt idx="26">
                        <c:v>959</c:v>
                      </c:pt>
                      <c:pt idx="27">
                        <c:v>992</c:v>
                      </c:pt>
                      <c:pt idx="28">
                        <c:v>1026</c:v>
                      </c:pt>
                      <c:pt idx="29">
                        <c:v>1059</c:v>
                      </c:pt>
                      <c:pt idx="30">
                        <c:v>1092</c:v>
                      </c:pt>
                      <c:pt idx="31">
                        <c:v>1126</c:v>
                      </c:pt>
                      <c:pt idx="32">
                        <c:v>1159</c:v>
                      </c:pt>
                      <c:pt idx="33">
                        <c:v>1192</c:v>
                      </c:pt>
                      <c:pt idx="34">
                        <c:v>1226</c:v>
                      </c:pt>
                      <c:pt idx="35">
                        <c:v>1259</c:v>
                      </c:pt>
                      <c:pt idx="36">
                        <c:v>1292</c:v>
                      </c:pt>
                      <c:pt idx="37">
                        <c:v>33</c:v>
                      </c:pt>
                      <c:pt idx="38">
                        <c:v>66</c:v>
                      </c:pt>
                      <c:pt idx="39">
                        <c:v>99</c:v>
                      </c:pt>
                      <c:pt idx="40">
                        <c:v>1422</c:v>
                      </c:pt>
                      <c:pt idx="41">
                        <c:v>1455</c:v>
                      </c:pt>
                      <c:pt idx="42">
                        <c:v>1489</c:v>
                      </c:pt>
                      <c:pt idx="43">
                        <c:v>1522</c:v>
                      </c:pt>
                      <c:pt idx="44">
                        <c:v>1555</c:v>
                      </c:pt>
                      <c:pt idx="45">
                        <c:v>1589</c:v>
                      </c:pt>
                      <c:pt idx="46">
                        <c:v>1622</c:v>
                      </c:pt>
                      <c:pt idx="47">
                        <c:v>1655</c:v>
                      </c:pt>
                      <c:pt idx="48">
                        <c:v>1689</c:v>
                      </c:pt>
                      <c:pt idx="49">
                        <c:v>1722</c:v>
                      </c:pt>
                      <c:pt idx="50">
                        <c:v>1755</c:v>
                      </c:pt>
                      <c:pt idx="51">
                        <c:v>1789</c:v>
                      </c:pt>
                      <c:pt idx="52">
                        <c:v>1822</c:v>
                      </c:pt>
                      <c:pt idx="53">
                        <c:v>1855</c:v>
                      </c:pt>
                      <c:pt idx="54">
                        <c:v>1889</c:v>
                      </c:pt>
                      <c:pt idx="55">
                        <c:v>1922</c:v>
                      </c:pt>
                      <c:pt idx="56">
                        <c:v>1955</c:v>
                      </c:pt>
                      <c:pt idx="57">
                        <c:v>1989</c:v>
                      </c:pt>
                      <c:pt idx="58">
                        <c:v>2022</c:v>
                      </c:pt>
                      <c:pt idx="59">
                        <c:v>2055</c:v>
                      </c:pt>
                      <c:pt idx="60">
                        <c:v>2089</c:v>
                      </c:pt>
                      <c:pt idx="61">
                        <c:v>2122</c:v>
                      </c:pt>
                      <c:pt idx="62">
                        <c:v>2155</c:v>
                      </c:pt>
                      <c:pt idx="63">
                        <c:v>2189</c:v>
                      </c:pt>
                      <c:pt idx="64">
                        <c:v>2222</c:v>
                      </c:pt>
                      <c:pt idx="65">
                        <c:v>2255</c:v>
                      </c:pt>
                      <c:pt idx="66">
                        <c:v>2289</c:v>
                      </c:pt>
                      <c:pt idx="67">
                        <c:v>2322</c:v>
                      </c:pt>
                      <c:pt idx="68">
                        <c:v>2355</c:v>
                      </c:pt>
                      <c:pt idx="69">
                        <c:v>2389</c:v>
                      </c:pt>
                      <c:pt idx="70">
                        <c:v>2422</c:v>
                      </c:pt>
                      <c:pt idx="71">
                        <c:v>2455</c:v>
                      </c:pt>
                      <c:pt idx="72">
                        <c:v>2489</c:v>
                      </c:pt>
                      <c:pt idx="73">
                        <c:v>2522</c:v>
                      </c:pt>
                      <c:pt idx="74">
                        <c:v>2555</c:v>
                      </c:pt>
                      <c:pt idx="75">
                        <c:v>2589</c:v>
                      </c:pt>
                      <c:pt idx="76">
                        <c:v>2622</c:v>
                      </c:pt>
                      <c:pt idx="77">
                        <c:v>2655</c:v>
                      </c:pt>
                      <c:pt idx="78">
                        <c:v>2689</c:v>
                      </c:pt>
                      <c:pt idx="79">
                        <c:v>2722</c:v>
                      </c:pt>
                      <c:pt idx="80">
                        <c:v>2755</c:v>
                      </c:pt>
                      <c:pt idx="81">
                        <c:v>2789</c:v>
                      </c:pt>
                      <c:pt idx="82">
                        <c:v>2822</c:v>
                      </c:pt>
                      <c:pt idx="83">
                        <c:v>2855</c:v>
                      </c:pt>
                      <c:pt idx="84">
                        <c:v>2889</c:v>
                      </c:pt>
                      <c:pt idx="85">
                        <c:v>2922</c:v>
                      </c:pt>
                      <c:pt idx="86">
                        <c:v>2955</c:v>
                      </c:pt>
                      <c:pt idx="87">
                        <c:v>2989</c:v>
                      </c:pt>
                      <c:pt idx="88">
                        <c:v>3022</c:v>
                      </c:pt>
                      <c:pt idx="89">
                        <c:v>3055</c:v>
                      </c:pt>
                      <c:pt idx="90">
                        <c:v>3089</c:v>
                      </c:pt>
                      <c:pt idx="91">
                        <c:v>3122</c:v>
                      </c:pt>
                      <c:pt idx="92">
                        <c:v>3155</c:v>
                      </c:pt>
                      <c:pt idx="93">
                        <c:v>3189</c:v>
                      </c:pt>
                      <c:pt idx="94">
                        <c:v>3222</c:v>
                      </c:pt>
                      <c:pt idx="95">
                        <c:v>3255</c:v>
                      </c:pt>
                      <c:pt idx="96">
                        <c:v>3289</c:v>
                      </c:pt>
                      <c:pt idx="97">
                        <c:v>3322</c:v>
                      </c:pt>
                      <c:pt idx="98">
                        <c:v>3355</c:v>
                      </c:pt>
                      <c:pt idx="99">
                        <c:v>3389</c:v>
                      </c:pt>
                      <c:pt idx="100">
                        <c:v>3422</c:v>
                      </c:pt>
                      <c:pt idx="101">
                        <c:v>3455</c:v>
                      </c:pt>
                      <c:pt idx="102">
                        <c:v>3489</c:v>
                      </c:pt>
                      <c:pt idx="103">
                        <c:v>3522</c:v>
                      </c:pt>
                      <c:pt idx="104">
                        <c:v>3555</c:v>
                      </c:pt>
                      <c:pt idx="105">
                        <c:v>3589</c:v>
                      </c:pt>
                      <c:pt idx="106">
                        <c:v>3622</c:v>
                      </c:pt>
                      <c:pt idx="107">
                        <c:v>3655</c:v>
                      </c:pt>
                      <c:pt idx="108">
                        <c:v>3689</c:v>
                      </c:pt>
                      <c:pt idx="109">
                        <c:v>3722</c:v>
                      </c:pt>
                      <c:pt idx="110">
                        <c:v>3755</c:v>
                      </c:pt>
                      <c:pt idx="111">
                        <c:v>3789</c:v>
                      </c:pt>
                      <c:pt idx="112">
                        <c:v>3822</c:v>
                      </c:pt>
                      <c:pt idx="113">
                        <c:v>3855</c:v>
                      </c:pt>
                      <c:pt idx="114">
                        <c:v>3889</c:v>
                      </c:pt>
                      <c:pt idx="115">
                        <c:v>3922</c:v>
                      </c:pt>
                      <c:pt idx="116">
                        <c:v>3955</c:v>
                      </c:pt>
                      <c:pt idx="117">
                        <c:v>3989</c:v>
                      </c:pt>
                      <c:pt idx="118">
                        <c:v>4022</c:v>
                      </c:pt>
                      <c:pt idx="119">
                        <c:v>4055</c:v>
                      </c:pt>
                      <c:pt idx="120">
                        <c:v>4089</c:v>
                      </c:pt>
                      <c:pt idx="121">
                        <c:v>4122</c:v>
                      </c:pt>
                      <c:pt idx="122">
                        <c:v>4155</c:v>
                      </c:pt>
                      <c:pt idx="123">
                        <c:v>4189</c:v>
                      </c:pt>
                      <c:pt idx="124">
                        <c:v>4222</c:v>
                      </c:pt>
                      <c:pt idx="125">
                        <c:v>4255</c:v>
                      </c:pt>
                      <c:pt idx="126">
                        <c:v>4289</c:v>
                      </c:pt>
                      <c:pt idx="127">
                        <c:v>4322</c:v>
                      </c:pt>
                      <c:pt idx="128">
                        <c:v>4355</c:v>
                      </c:pt>
                      <c:pt idx="129">
                        <c:v>4389</c:v>
                      </c:pt>
                      <c:pt idx="130">
                        <c:v>4422</c:v>
                      </c:pt>
                      <c:pt idx="131">
                        <c:v>4455</c:v>
                      </c:pt>
                      <c:pt idx="132">
                        <c:v>4489</c:v>
                      </c:pt>
                      <c:pt idx="133">
                        <c:v>4522</c:v>
                      </c:pt>
                      <c:pt idx="134">
                        <c:v>4555</c:v>
                      </c:pt>
                      <c:pt idx="135">
                        <c:v>4589</c:v>
                      </c:pt>
                      <c:pt idx="136">
                        <c:v>4622</c:v>
                      </c:pt>
                      <c:pt idx="137">
                        <c:v>4655</c:v>
                      </c:pt>
                      <c:pt idx="138">
                        <c:v>4689</c:v>
                      </c:pt>
                      <c:pt idx="139">
                        <c:v>4722</c:v>
                      </c:pt>
                      <c:pt idx="140">
                        <c:v>4755</c:v>
                      </c:pt>
                      <c:pt idx="141">
                        <c:v>4789</c:v>
                      </c:pt>
                      <c:pt idx="142">
                        <c:v>4822</c:v>
                      </c:pt>
                      <c:pt idx="143">
                        <c:v>4855</c:v>
                      </c:pt>
                      <c:pt idx="144">
                        <c:v>4889</c:v>
                      </c:pt>
                      <c:pt idx="145">
                        <c:v>4922</c:v>
                      </c:pt>
                      <c:pt idx="146">
                        <c:v>4955</c:v>
                      </c:pt>
                      <c:pt idx="147">
                        <c:v>4989</c:v>
                      </c:pt>
                      <c:pt idx="148">
                        <c:v>5022</c:v>
                      </c:pt>
                      <c:pt idx="149">
                        <c:v>5055</c:v>
                      </c:pt>
                      <c:pt idx="150">
                        <c:v>5089</c:v>
                      </c:pt>
                      <c:pt idx="151">
                        <c:v>5122</c:v>
                      </c:pt>
                      <c:pt idx="152">
                        <c:v>5155</c:v>
                      </c:pt>
                      <c:pt idx="153">
                        <c:v>5189</c:v>
                      </c:pt>
                      <c:pt idx="154">
                        <c:v>5222</c:v>
                      </c:pt>
                      <c:pt idx="155">
                        <c:v>5255</c:v>
                      </c:pt>
                      <c:pt idx="156">
                        <c:v>5289</c:v>
                      </c:pt>
                      <c:pt idx="157">
                        <c:v>5322</c:v>
                      </c:pt>
                      <c:pt idx="158">
                        <c:v>5355</c:v>
                      </c:pt>
                      <c:pt idx="159">
                        <c:v>5389</c:v>
                      </c:pt>
                      <c:pt idx="160">
                        <c:v>5422</c:v>
                      </c:pt>
                      <c:pt idx="161">
                        <c:v>5455</c:v>
                      </c:pt>
                      <c:pt idx="162">
                        <c:v>5489</c:v>
                      </c:pt>
                      <c:pt idx="163">
                        <c:v>5522</c:v>
                      </c:pt>
                      <c:pt idx="164">
                        <c:v>5555</c:v>
                      </c:pt>
                      <c:pt idx="165">
                        <c:v>5589</c:v>
                      </c:pt>
                      <c:pt idx="166">
                        <c:v>5622</c:v>
                      </c:pt>
                      <c:pt idx="167">
                        <c:v>5655</c:v>
                      </c:pt>
                      <c:pt idx="168">
                        <c:v>5689</c:v>
                      </c:pt>
                      <c:pt idx="169">
                        <c:v>5722</c:v>
                      </c:pt>
                      <c:pt idx="170">
                        <c:v>5755</c:v>
                      </c:pt>
                      <c:pt idx="171">
                        <c:v>5789</c:v>
                      </c:pt>
                      <c:pt idx="172">
                        <c:v>5822</c:v>
                      </c:pt>
                      <c:pt idx="173">
                        <c:v>5855</c:v>
                      </c:pt>
                      <c:pt idx="174">
                        <c:v>5889</c:v>
                      </c:pt>
                      <c:pt idx="175">
                        <c:v>5922</c:v>
                      </c:pt>
                      <c:pt idx="176">
                        <c:v>5955</c:v>
                      </c:pt>
                      <c:pt idx="177">
                        <c:v>5989</c:v>
                      </c:pt>
                      <c:pt idx="178">
                        <c:v>6022</c:v>
                      </c:pt>
                      <c:pt idx="179">
                        <c:v>6055</c:v>
                      </c:pt>
                      <c:pt idx="180">
                        <c:v>6089</c:v>
                      </c:pt>
                      <c:pt idx="181">
                        <c:v>6122</c:v>
                      </c:pt>
                      <c:pt idx="182">
                        <c:v>6155</c:v>
                      </c:pt>
                      <c:pt idx="183">
                        <c:v>6189</c:v>
                      </c:pt>
                      <c:pt idx="184">
                        <c:v>6222</c:v>
                      </c:pt>
                      <c:pt idx="185">
                        <c:v>6255</c:v>
                      </c:pt>
                      <c:pt idx="186">
                        <c:v>6289</c:v>
                      </c:pt>
                      <c:pt idx="187">
                        <c:v>6322</c:v>
                      </c:pt>
                      <c:pt idx="188">
                        <c:v>6355</c:v>
                      </c:pt>
                      <c:pt idx="189">
                        <c:v>6389</c:v>
                      </c:pt>
                      <c:pt idx="190">
                        <c:v>6422</c:v>
                      </c:pt>
                      <c:pt idx="191">
                        <c:v>6455</c:v>
                      </c:pt>
                      <c:pt idx="192">
                        <c:v>6489</c:v>
                      </c:pt>
                      <c:pt idx="193">
                        <c:v>6522</c:v>
                      </c:pt>
                      <c:pt idx="194">
                        <c:v>6555</c:v>
                      </c:pt>
                      <c:pt idx="195">
                        <c:v>6589</c:v>
                      </c:pt>
                      <c:pt idx="196">
                        <c:v>6622</c:v>
                      </c:pt>
                      <c:pt idx="197">
                        <c:v>6655</c:v>
                      </c:pt>
                      <c:pt idx="198">
                        <c:v>6689</c:v>
                      </c:pt>
                      <c:pt idx="199">
                        <c:v>6722</c:v>
                      </c:pt>
                      <c:pt idx="200">
                        <c:v>6755</c:v>
                      </c:pt>
                      <c:pt idx="201">
                        <c:v>6789</c:v>
                      </c:pt>
                      <c:pt idx="202">
                        <c:v>6822</c:v>
                      </c:pt>
                      <c:pt idx="203">
                        <c:v>6855</c:v>
                      </c:pt>
                      <c:pt idx="204">
                        <c:v>6889</c:v>
                      </c:pt>
                      <c:pt idx="205">
                        <c:v>6922</c:v>
                      </c:pt>
                      <c:pt idx="206">
                        <c:v>6955</c:v>
                      </c:pt>
                      <c:pt idx="207">
                        <c:v>6989</c:v>
                      </c:pt>
                      <c:pt idx="208">
                        <c:v>7022</c:v>
                      </c:pt>
                      <c:pt idx="209">
                        <c:v>7055</c:v>
                      </c:pt>
                      <c:pt idx="210">
                        <c:v>7089</c:v>
                      </c:pt>
                      <c:pt idx="211">
                        <c:v>7122</c:v>
                      </c:pt>
                      <c:pt idx="212">
                        <c:v>7155</c:v>
                      </c:pt>
                      <c:pt idx="213">
                        <c:v>7189</c:v>
                      </c:pt>
                      <c:pt idx="214">
                        <c:v>7222</c:v>
                      </c:pt>
                      <c:pt idx="215">
                        <c:v>7255</c:v>
                      </c:pt>
                      <c:pt idx="216">
                        <c:v>7289</c:v>
                      </c:pt>
                      <c:pt idx="217">
                        <c:v>7322</c:v>
                      </c:pt>
                      <c:pt idx="218">
                        <c:v>7355</c:v>
                      </c:pt>
                      <c:pt idx="219">
                        <c:v>7389</c:v>
                      </c:pt>
                      <c:pt idx="220">
                        <c:v>7422</c:v>
                      </c:pt>
                      <c:pt idx="221">
                        <c:v>7455</c:v>
                      </c:pt>
                      <c:pt idx="222">
                        <c:v>7489</c:v>
                      </c:pt>
                      <c:pt idx="223">
                        <c:v>7522</c:v>
                      </c:pt>
                      <c:pt idx="224">
                        <c:v>7555</c:v>
                      </c:pt>
                      <c:pt idx="225">
                        <c:v>7589</c:v>
                      </c:pt>
                      <c:pt idx="226">
                        <c:v>7622</c:v>
                      </c:pt>
                      <c:pt idx="227">
                        <c:v>7655</c:v>
                      </c:pt>
                      <c:pt idx="228">
                        <c:v>7689</c:v>
                      </c:pt>
                      <c:pt idx="229">
                        <c:v>7722</c:v>
                      </c:pt>
                      <c:pt idx="230">
                        <c:v>7755</c:v>
                      </c:pt>
                      <c:pt idx="231">
                        <c:v>7789</c:v>
                      </c:pt>
                      <c:pt idx="232">
                        <c:v>7822</c:v>
                      </c:pt>
                      <c:pt idx="233">
                        <c:v>7855</c:v>
                      </c:pt>
                      <c:pt idx="234">
                        <c:v>7889</c:v>
                      </c:pt>
                      <c:pt idx="235">
                        <c:v>7922</c:v>
                      </c:pt>
                      <c:pt idx="236">
                        <c:v>7955</c:v>
                      </c:pt>
                      <c:pt idx="237">
                        <c:v>7989</c:v>
                      </c:pt>
                      <c:pt idx="238">
                        <c:v>8022</c:v>
                      </c:pt>
                      <c:pt idx="239">
                        <c:v>8055</c:v>
                      </c:pt>
                      <c:pt idx="240">
                        <c:v>8089</c:v>
                      </c:pt>
                      <c:pt idx="241">
                        <c:v>8122</c:v>
                      </c:pt>
                      <c:pt idx="242">
                        <c:v>8155</c:v>
                      </c:pt>
                      <c:pt idx="243">
                        <c:v>8189</c:v>
                      </c:pt>
                      <c:pt idx="244">
                        <c:v>8222</c:v>
                      </c:pt>
                      <c:pt idx="245">
                        <c:v>8255</c:v>
                      </c:pt>
                      <c:pt idx="246">
                        <c:v>8289</c:v>
                      </c:pt>
                      <c:pt idx="247">
                        <c:v>8322</c:v>
                      </c:pt>
                      <c:pt idx="248">
                        <c:v>8356</c:v>
                      </c:pt>
                      <c:pt idx="249">
                        <c:v>8389</c:v>
                      </c:pt>
                      <c:pt idx="250">
                        <c:v>8422</c:v>
                      </c:pt>
                      <c:pt idx="251">
                        <c:v>8456</c:v>
                      </c:pt>
                      <c:pt idx="252">
                        <c:v>8489</c:v>
                      </c:pt>
                      <c:pt idx="253">
                        <c:v>8522</c:v>
                      </c:pt>
                      <c:pt idx="254">
                        <c:v>8556</c:v>
                      </c:pt>
                      <c:pt idx="255">
                        <c:v>8589</c:v>
                      </c:pt>
                      <c:pt idx="256">
                        <c:v>8622</c:v>
                      </c:pt>
                      <c:pt idx="257">
                        <c:v>8656</c:v>
                      </c:pt>
                      <c:pt idx="258">
                        <c:v>8689</c:v>
                      </c:pt>
                      <c:pt idx="259">
                        <c:v>8722</c:v>
                      </c:pt>
                      <c:pt idx="260">
                        <c:v>8756</c:v>
                      </c:pt>
                      <c:pt idx="261">
                        <c:v>8789</c:v>
                      </c:pt>
                      <c:pt idx="262">
                        <c:v>8822</c:v>
                      </c:pt>
                      <c:pt idx="263">
                        <c:v>8856</c:v>
                      </c:pt>
                      <c:pt idx="264">
                        <c:v>8889</c:v>
                      </c:pt>
                      <c:pt idx="265">
                        <c:v>8922</c:v>
                      </c:pt>
                      <c:pt idx="266">
                        <c:v>8956</c:v>
                      </c:pt>
                      <c:pt idx="267">
                        <c:v>8989</c:v>
                      </c:pt>
                      <c:pt idx="268">
                        <c:v>9022</c:v>
                      </c:pt>
                      <c:pt idx="269">
                        <c:v>9056</c:v>
                      </c:pt>
                      <c:pt idx="270">
                        <c:v>9089</c:v>
                      </c:pt>
                      <c:pt idx="271">
                        <c:v>9122</c:v>
                      </c:pt>
                      <c:pt idx="272">
                        <c:v>9156</c:v>
                      </c:pt>
                      <c:pt idx="273">
                        <c:v>9189</c:v>
                      </c:pt>
                      <c:pt idx="274">
                        <c:v>9222</c:v>
                      </c:pt>
                      <c:pt idx="275">
                        <c:v>9256</c:v>
                      </c:pt>
                      <c:pt idx="276">
                        <c:v>9289</c:v>
                      </c:pt>
                      <c:pt idx="277">
                        <c:v>9322</c:v>
                      </c:pt>
                      <c:pt idx="278">
                        <c:v>9356</c:v>
                      </c:pt>
                      <c:pt idx="279">
                        <c:v>9389</c:v>
                      </c:pt>
                      <c:pt idx="280">
                        <c:v>9422</c:v>
                      </c:pt>
                      <c:pt idx="281">
                        <c:v>9456</c:v>
                      </c:pt>
                      <c:pt idx="282">
                        <c:v>9489</c:v>
                      </c:pt>
                      <c:pt idx="283">
                        <c:v>9522</c:v>
                      </c:pt>
                      <c:pt idx="284">
                        <c:v>9556</c:v>
                      </c:pt>
                      <c:pt idx="285">
                        <c:v>9589</c:v>
                      </c:pt>
                      <c:pt idx="286">
                        <c:v>9622</c:v>
                      </c:pt>
                      <c:pt idx="287">
                        <c:v>9656</c:v>
                      </c:pt>
                      <c:pt idx="288">
                        <c:v>9689</c:v>
                      </c:pt>
                      <c:pt idx="289">
                        <c:v>9722</c:v>
                      </c:pt>
                      <c:pt idx="290">
                        <c:v>9756</c:v>
                      </c:pt>
                      <c:pt idx="291">
                        <c:v>9789</c:v>
                      </c:pt>
                      <c:pt idx="292">
                        <c:v>9822</c:v>
                      </c:pt>
                      <c:pt idx="293">
                        <c:v>9856</c:v>
                      </c:pt>
                      <c:pt idx="294">
                        <c:v>9889</c:v>
                      </c:pt>
                      <c:pt idx="295">
                        <c:v>9922</c:v>
                      </c:pt>
                      <c:pt idx="296">
                        <c:v>9956</c:v>
                      </c:pt>
                      <c:pt idx="297">
                        <c:v>9989</c:v>
                      </c:pt>
                      <c:pt idx="298">
                        <c:v>10022</c:v>
                      </c:pt>
                      <c:pt idx="299">
                        <c:v>10056</c:v>
                      </c:pt>
                      <c:pt idx="300">
                        <c:v>10089</c:v>
                      </c:pt>
                      <c:pt idx="301">
                        <c:v>10122</c:v>
                      </c:pt>
                      <c:pt idx="302">
                        <c:v>10156</c:v>
                      </c:pt>
                      <c:pt idx="303">
                        <c:v>10189</c:v>
                      </c:pt>
                      <c:pt idx="304">
                        <c:v>10222</c:v>
                      </c:pt>
                      <c:pt idx="305">
                        <c:v>10256</c:v>
                      </c:pt>
                      <c:pt idx="306">
                        <c:v>10289</c:v>
                      </c:pt>
                      <c:pt idx="307">
                        <c:v>10322</c:v>
                      </c:pt>
                      <c:pt idx="308">
                        <c:v>10356</c:v>
                      </c:pt>
                      <c:pt idx="309">
                        <c:v>10389</c:v>
                      </c:pt>
                      <c:pt idx="310">
                        <c:v>10422</c:v>
                      </c:pt>
                      <c:pt idx="311">
                        <c:v>10456</c:v>
                      </c:pt>
                      <c:pt idx="312">
                        <c:v>10489</c:v>
                      </c:pt>
                      <c:pt idx="313">
                        <c:v>10522</c:v>
                      </c:pt>
                      <c:pt idx="314">
                        <c:v>10556</c:v>
                      </c:pt>
                      <c:pt idx="315">
                        <c:v>10589</c:v>
                      </c:pt>
                      <c:pt idx="316">
                        <c:v>10622</c:v>
                      </c:pt>
                      <c:pt idx="317">
                        <c:v>10656</c:v>
                      </c:pt>
                      <c:pt idx="318">
                        <c:v>10689</c:v>
                      </c:pt>
                      <c:pt idx="319">
                        <c:v>10722</c:v>
                      </c:pt>
                      <c:pt idx="320">
                        <c:v>10756</c:v>
                      </c:pt>
                      <c:pt idx="321">
                        <c:v>10789</c:v>
                      </c:pt>
                      <c:pt idx="322">
                        <c:v>10822</c:v>
                      </c:pt>
                      <c:pt idx="323">
                        <c:v>10856</c:v>
                      </c:pt>
                      <c:pt idx="324">
                        <c:v>10889</c:v>
                      </c:pt>
                      <c:pt idx="325">
                        <c:v>10922</c:v>
                      </c:pt>
                      <c:pt idx="326">
                        <c:v>10956</c:v>
                      </c:pt>
                      <c:pt idx="327">
                        <c:v>10989</c:v>
                      </c:pt>
                      <c:pt idx="328">
                        <c:v>11022</c:v>
                      </c:pt>
                      <c:pt idx="329">
                        <c:v>11056</c:v>
                      </c:pt>
                      <c:pt idx="330">
                        <c:v>11089</c:v>
                      </c:pt>
                      <c:pt idx="331">
                        <c:v>11122</c:v>
                      </c:pt>
                      <c:pt idx="332">
                        <c:v>11156</c:v>
                      </c:pt>
                      <c:pt idx="333">
                        <c:v>11189</c:v>
                      </c:pt>
                      <c:pt idx="334">
                        <c:v>11222</c:v>
                      </c:pt>
                      <c:pt idx="335">
                        <c:v>11256</c:v>
                      </c:pt>
                      <c:pt idx="336">
                        <c:v>11289</c:v>
                      </c:pt>
                      <c:pt idx="337">
                        <c:v>11322</c:v>
                      </c:pt>
                      <c:pt idx="338">
                        <c:v>11356</c:v>
                      </c:pt>
                      <c:pt idx="339">
                        <c:v>11389</c:v>
                      </c:pt>
                      <c:pt idx="340">
                        <c:v>11423</c:v>
                      </c:pt>
                      <c:pt idx="341">
                        <c:v>11456</c:v>
                      </c:pt>
                      <c:pt idx="342">
                        <c:v>11489</c:v>
                      </c:pt>
                      <c:pt idx="343">
                        <c:v>11523</c:v>
                      </c:pt>
                      <c:pt idx="344">
                        <c:v>11556</c:v>
                      </c:pt>
                      <c:pt idx="345">
                        <c:v>11589</c:v>
                      </c:pt>
                      <c:pt idx="346">
                        <c:v>11623</c:v>
                      </c:pt>
                      <c:pt idx="347">
                        <c:v>11656</c:v>
                      </c:pt>
                      <c:pt idx="348">
                        <c:v>11689</c:v>
                      </c:pt>
                      <c:pt idx="349">
                        <c:v>11723</c:v>
                      </c:pt>
                      <c:pt idx="350">
                        <c:v>11756</c:v>
                      </c:pt>
                      <c:pt idx="351">
                        <c:v>11789</c:v>
                      </c:pt>
                      <c:pt idx="352">
                        <c:v>11823</c:v>
                      </c:pt>
                      <c:pt idx="353">
                        <c:v>11856</c:v>
                      </c:pt>
                      <c:pt idx="354">
                        <c:v>11889</c:v>
                      </c:pt>
                      <c:pt idx="355">
                        <c:v>11923</c:v>
                      </c:pt>
                      <c:pt idx="356">
                        <c:v>11956</c:v>
                      </c:pt>
                      <c:pt idx="357">
                        <c:v>11989</c:v>
                      </c:pt>
                      <c:pt idx="358">
                        <c:v>12023</c:v>
                      </c:pt>
                      <c:pt idx="359">
                        <c:v>12056</c:v>
                      </c:pt>
                      <c:pt idx="360">
                        <c:v>12089</c:v>
                      </c:pt>
                      <c:pt idx="361">
                        <c:v>12123</c:v>
                      </c:pt>
                      <c:pt idx="362">
                        <c:v>12156</c:v>
                      </c:pt>
                      <c:pt idx="363">
                        <c:v>12189</c:v>
                      </c:pt>
                      <c:pt idx="364">
                        <c:v>12223</c:v>
                      </c:pt>
                      <c:pt idx="365">
                        <c:v>12256</c:v>
                      </c:pt>
                      <c:pt idx="366">
                        <c:v>12289</c:v>
                      </c:pt>
                      <c:pt idx="367">
                        <c:v>12323</c:v>
                      </c:pt>
                      <c:pt idx="368">
                        <c:v>12356</c:v>
                      </c:pt>
                      <c:pt idx="369">
                        <c:v>12389</c:v>
                      </c:pt>
                      <c:pt idx="370">
                        <c:v>12423</c:v>
                      </c:pt>
                      <c:pt idx="371">
                        <c:v>12456</c:v>
                      </c:pt>
                      <c:pt idx="372">
                        <c:v>12489</c:v>
                      </c:pt>
                      <c:pt idx="373">
                        <c:v>12523</c:v>
                      </c:pt>
                      <c:pt idx="374">
                        <c:v>12556</c:v>
                      </c:pt>
                      <c:pt idx="375">
                        <c:v>12589</c:v>
                      </c:pt>
                      <c:pt idx="376">
                        <c:v>12623</c:v>
                      </c:pt>
                      <c:pt idx="377">
                        <c:v>12656</c:v>
                      </c:pt>
                      <c:pt idx="378">
                        <c:v>12689</c:v>
                      </c:pt>
                      <c:pt idx="379">
                        <c:v>12723</c:v>
                      </c:pt>
                      <c:pt idx="380">
                        <c:v>12756</c:v>
                      </c:pt>
                      <c:pt idx="381">
                        <c:v>12789</c:v>
                      </c:pt>
                      <c:pt idx="382">
                        <c:v>12823</c:v>
                      </c:pt>
                      <c:pt idx="383">
                        <c:v>12856</c:v>
                      </c:pt>
                      <c:pt idx="384">
                        <c:v>12889</c:v>
                      </c:pt>
                      <c:pt idx="385">
                        <c:v>12923</c:v>
                      </c:pt>
                      <c:pt idx="386">
                        <c:v>12956</c:v>
                      </c:pt>
                      <c:pt idx="387">
                        <c:v>12989</c:v>
                      </c:pt>
                      <c:pt idx="388">
                        <c:v>13023</c:v>
                      </c:pt>
                      <c:pt idx="389">
                        <c:v>13056</c:v>
                      </c:pt>
                      <c:pt idx="390">
                        <c:v>13089</c:v>
                      </c:pt>
                      <c:pt idx="391">
                        <c:v>13123</c:v>
                      </c:pt>
                      <c:pt idx="392">
                        <c:v>13156</c:v>
                      </c:pt>
                      <c:pt idx="393">
                        <c:v>13189</c:v>
                      </c:pt>
                      <c:pt idx="394">
                        <c:v>13223</c:v>
                      </c:pt>
                      <c:pt idx="395">
                        <c:v>13256</c:v>
                      </c:pt>
                      <c:pt idx="396">
                        <c:v>13289</c:v>
                      </c:pt>
                      <c:pt idx="397">
                        <c:v>13323</c:v>
                      </c:pt>
                      <c:pt idx="398">
                        <c:v>13356</c:v>
                      </c:pt>
                      <c:pt idx="399">
                        <c:v>13389</c:v>
                      </c:pt>
                      <c:pt idx="400">
                        <c:v>13423</c:v>
                      </c:pt>
                      <c:pt idx="401">
                        <c:v>13456</c:v>
                      </c:pt>
                      <c:pt idx="402">
                        <c:v>13489</c:v>
                      </c:pt>
                      <c:pt idx="403">
                        <c:v>13523</c:v>
                      </c:pt>
                      <c:pt idx="404">
                        <c:v>13556</c:v>
                      </c:pt>
                      <c:pt idx="405">
                        <c:v>13589</c:v>
                      </c:pt>
                      <c:pt idx="406">
                        <c:v>13623</c:v>
                      </c:pt>
                      <c:pt idx="407">
                        <c:v>13656</c:v>
                      </c:pt>
                      <c:pt idx="408">
                        <c:v>13690</c:v>
                      </c:pt>
                      <c:pt idx="409">
                        <c:v>13723</c:v>
                      </c:pt>
                      <c:pt idx="410">
                        <c:v>13756</c:v>
                      </c:pt>
                      <c:pt idx="411">
                        <c:v>13790</c:v>
                      </c:pt>
                      <c:pt idx="412">
                        <c:v>13823</c:v>
                      </c:pt>
                      <c:pt idx="413">
                        <c:v>13856</c:v>
                      </c:pt>
                      <c:pt idx="414">
                        <c:v>13890</c:v>
                      </c:pt>
                      <c:pt idx="415">
                        <c:v>13923</c:v>
                      </c:pt>
                      <c:pt idx="416">
                        <c:v>13956</c:v>
                      </c:pt>
                      <c:pt idx="417">
                        <c:v>13990</c:v>
                      </c:pt>
                      <c:pt idx="418">
                        <c:v>14023</c:v>
                      </c:pt>
                      <c:pt idx="419">
                        <c:v>14056</c:v>
                      </c:pt>
                      <c:pt idx="420">
                        <c:v>14090</c:v>
                      </c:pt>
                      <c:pt idx="421">
                        <c:v>14123</c:v>
                      </c:pt>
                      <c:pt idx="422">
                        <c:v>14156</c:v>
                      </c:pt>
                      <c:pt idx="423">
                        <c:v>14190</c:v>
                      </c:pt>
                      <c:pt idx="424">
                        <c:v>14223</c:v>
                      </c:pt>
                      <c:pt idx="425">
                        <c:v>14256</c:v>
                      </c:pt>
                      <c:pt idx="426">
                        <c:v>14290</c:v>
                      </c:pt>
                      <c:pt idx="427">
                        <c:v>14323</c:v>
                      </c:pt>
                      <c:pt idx="428">
                        <c:v>14356</c:v>
                      </c:pt>
                      <c:pt idx="429">
                        <c:v>14390</c:v>
                      </c:pt>
                      <c:pt idx="430">
                        <c:v>14423</c:v>
                      </c:pt>
                      <c:pt idx="431">
                        <c:v>14456</c:v>
                      </c:pt>
                      <c:pt idx="432">
                        <c:v>14490</c:v>
                      </c:pt>
                      <c:pt idx="433">
                        <c:v>14523</c:v>
                      </c:pt>
                      <c:pt idx="434">
                        <c:v>14556</c:v>
                      </c:pt>
                      <c:pt idx="435">
                        <c:v>14590</c:v>
                      </c:pt>
                      <c:pt idx="436">
                        <c:v>14623</c:v>
                      </c:pt>
                      <c:pt idx="437">
                        <c:v>14656</c:v>
                      </c:pt>
                      <c:pt idx="438">
                        <c:v>14690</c:v>
                      </c:pt>
                      <c:pt idx="439">
                        <c:v>14723</c:v>
                      </c:pt>
                      <c:pt idx="440">
                        <c:v>14756</c:v>
                      </c:pt>
                      <c:pt idx="441">
                        <c:v>14790</c:v>
                      </c:pt>
                      <c:pt idx="442">
                        <c:v>14823</c:v>
                      </c:pt>
                      <c:pt idx="443">
                        <c:v>14856</c:v>
                      </c:pt>
                      <c:pt idx="444">
                        <c:v>14890</c:v>
                      </c:pt>
                      <c:pt idx="445">
                        <c:v>14923</c:v>
                      </c:pt>
                      <c:pt idx="446">
                        <c:v>14956</c:v>
                      </c:pt>
                      <c:pt idx="447">
                        <c:v>14990</c:v>
                      </c:pt>
                      <c:pt idx="448">
                        <c:v>15023</c:v>
                      </c:pt>
                      <c:pt idx="449">
                        <c:v>15056</c:v>
                      </c:pt>
                      <c:pt idx="450">
                        <c:v>15090</c:v>
                      </c:pt>
                      <c:pt idx="451">
                        <c:v>15123</c:v>
                      </c:pt>
                      <c:pt idx="452">
                        <c:v>15156</c:v>
                      </c:pt>
                      <c:pt idx="453">
                        <c:v>15190</c:v>
                      </c:pt>
                      <c:pt idx="454">
                        <c:v>15223</c:v>
                      </c:pt>
                      <c:pt idx="455">
                        <c:v>15256</c:v>
                      </c:pt>
                      <c:pt idx="456">
                        <c:v>15290</c:v>
                      </c:pt>
                      <c:pt idx="457">
                        <c:v>15323</c:v>
                      </c:pt>
                      <c:pt idx="458">
                        <c:v>15356</c:v>
                      </c:pt>
                      <c:pt idx="459">
                        <c:v>15390</c:v>
                      </c:pt>
                      <c:pt idx="460">
                        <c:v>15423</c:v>
                      </c:pt>
                      <c:pt idx="461">
                        <c:v>15456</c:v>
                      </c:pt>
                      <c:pt idx="462">
                        <c:v>15490</c:v>
                      </c:pt>
                      <c:pt idx="463">
                        <c:v>15523</c:v>
                      </c:pt>
                      <c:pt idx="464">
                        <c:v>15556</c:v>
                      </c:pt>
                      <c:pt idx="465">
                        <c:v>15590</c:v>
                      </c:pt>
                      <c:pt idx="466">
                        <c:v>15623</c:v>
                      </c:pt>
                      <c:pt idx="467">
                        <c:v>15656</c:v>
                      </c:pt>
                      <c:pt idx="468">
                        <c:v>15690</c:v>
                      </c:pt>
                      <c:pt idx="469">
                        <c:v>15723</c:v>
                      </c:pt>
                      <c:pt idx="470">
                        <c:v>15756</c:v>
                      </c:pt>
                      <c:pt idx="471">
                        <c:v>15790</c:v>
                      </c:pt>
                      <c:pt idx="472">
                        <c:v>15823</c:v>
                      </c:pt>
                      <c:pt idx="473">
                        <c:v>15857</c:v>
                      </c:pt>
                      <c:pt idx="474">
                        <c:v>15890</c:v>
                      </c:pt>
                      <c:pt idx="475">
                        <c:v>15923</c:v>
                      </c:pt>
                      <c:pt idx="476">
                        <c:v>15957</c:v>
                      </c:pt>
                      <c:pt idx="477">
                        <c:v>15990</c:v>
                      </c:pt>
                      <c:pt idx="478">
                        <c:v>16023</c:v>
                      </c:pt>
                      <c:pt idx="479">
                        <c:v>16057</c:v>
                      </c:pt>
                      <c:pt idx="480">
                        <c:v>16090</c:v>
                      </c:pt>
                      <c:pt idx="481">
                        <c:v>16123</c:v>
                      </c:pt>
                      <c:pt idx="482">
                        <c:v>16157</c:v>
                      </c:pt>
                      <c:pt idx="483">
                        <c:v>16190</c:v>
                      </c:pt>
                      <c:pt idx="484">
                        <c:v>16223</c:v>
                      </c:pt>
                      <c:pt idx="485">
                        <c:v>16257</c:v>
                      </c:pt>
                      <c:pt idx="486">
                        <c:v>16290</c:v>
                      </c:pt>
                      <c:pt idx="487">
                        <c:v>16323</c:v>
                      </c:pt>
                      <c:pt idx="488">
                        <c:v>16357</c:v>
                      </c:pt>
                      <c:pt idx="489">
                        <c:v>16390</c:v>
                      </c:pt>
                      <c:pt idx="490">
                        <c:v>16423</c:v>
                      </c:pt>
                      <c:pt idx="491">
                        <c:v>16457</c:v>
                      </c:pt>
                      <c:pt idx="492">
                        <c:v>16490</c:v>
                      </c:pt>
                      <c:pt idx="493">
                        <c:v>16523</c:v>
                      </c:pt>
                      <c:pt idx="494">
                        <c:v>16557</c:v>
                      </c:pt>
                      <c:pt idx="495">
                        <c:v>16590</c:v>
                      </c:pt>
                      <c:pt idx="496">
                        <c:v>16623</c:v>
                      </c:pt>
                      <c:pt idx="497">
                        <c:v>16657</c:v>
                      </c:pt>
                      <c:pt idx="498">
                        <c:v>16690</c:v>
                      </c:pt>
                      <c:pt idx="499">
                        <c:v>16723</c:v>
                      </c:pt>
                      <c:pt idx="500">
                        <c:v>16757</c:v>
                      </c:pt>
                      <c:pt idx="501">
                        <c:v>16790</c:v>
                      </c:pt>
                      <c:pt idx="502">
                        <c:v>16823</c:v>
                      </c:pt>
                      <c:pt idx="503">
                        <c:v>16857</c:v>
                      </c:pt>
                      <c:pt idx="504">
                        <c:v>16890</c:v>
                      </c:pt>
                      <c:pt idx="505">
                        <c:v>16923</c:v>
                      </c:pt>
                      <c:pt idx="506">
                        <c:v>16957</c:v>
                      </c:pt>
                      <c:pt idx="507">
                        <c:v>16990</c:v>
                      </c:pt>
                      <c:pt idx="508">
                        <c:v>17023</c:v>
                      </c:pt>
                      <c:pt idx="509">
                        <c:v>17057</c:v>
                      </c:pt>
                      <c:pt idx="510">
                        <c:v>17090</c:v>
                      </c:pt>
                      <c:pt idx="511">
                        <c:v>17123</c:v>
                      </c:pt>
                      <c:pt idx="512">
                        <c:v>17157</c:v>
                      </c:pt>
                      <c:pt idx="513">
                        <c:v>17190</c:v>
                      </c:pt>
                      <c:pt idx="514">
                        <c:v>17223</c:v>
                      </c:pt>
                      <c:pt idx="515">
                        <c:v>17257</c:v>
                      </c:pt>
                      <c:pt idx="516">
                        <c:v>17290</c:v>
                      </c:pt>
                      <c:pt idx="517">
                        <c:v>17323</c:v>
                      </c:pt>
                      <c:pt idx="518">
                        <c:v>17357</c:v>
                      </c:pt>
                      <c:pt idx="519">
                        <c:v>17390</c:v>
                      </c:pt>
                      <c:pt idx="520">
                        <c:v>17423</c:v>
                      </c:pt>
                      <c:pt idx="521">
                        <c:v>17457</c:v>
                      </c:pt>
                      <c:pt idx="522">
                        <c:v>17490</c:v>
                      </c:pt>
                      <c:pt idx="523">
                        <c:v>17523</c:v>
                      </c:pt>
                      <c:pt idx="524">
                        <c:v>17557</c:v>
                      </c:pt>
                      <c:pt idx="525">
                        <c:v>17590</c:v>
                      </c:pt>
                      <c:pt idx="526">
                        <c:v>17623</c:v>
                      </c:pt>
                      <c:pt idx="527">
                        <c:v>17657</c:v>
                      </c:pt>
                      <c:pt idx="528">
                        <c:v>17690</c:v>
                      </c:pt>
                      <c:pt idx="529">
                        <c:v>17723</c:v>
                      </c:pt>
                      <c:pt idx="530">
                        <c:v>17757</c:v>
                      </c:pt>
                      <c:pt idx="531">
                        <c:v>17790</c:v>
                      </c:pt>
                      <c:pt idx="532">
                        <c:v>17823</c:v>
                      </c:pt>
                      <c:pt idx="533">
                        <c:v>17857</c:v>
                      </c:pt>
                      <c:pt idx="534">
                        <c:v>17890</c:v>
                      </c:pt>
                      <c:pt idx="535">
                        <c:v>17923</c:v>
                      </c:pt>
                      <c:pt idx="536">
                        <c:v>17957</c:v>
                      </c:pt>
                      <c:pt idx="537">
                        <c:v>17990</c:v>
                      </c:pt>
                      <c:pt idx="538">
                        <c:v>18023</c:v>
                      </c:pt>
                      <c:pt idx="539">
                        <c:v>18057</c:v>
                      </c:pt>
                      <c:pt idx="540">
                        <c:v>18090</c:v>
                      </c:pt>
                      <c:pt idx="541">
                        <c:v>18124</c:v>
                      </c:pt>
                      <c:pt idx="542">
                        <c:v>18157</c:v>
                      </c:pt>
                      <c:pt idx="543">
                        <c:v>18190</c:v>
                      </c:pt>
                      <c:pt idx="544">
                        <c:v>18224</c:v>
                      </c:pt>
                      <c:pt idx="545">
                        <c:v>18257</c:v>
                      </c:pt>
                      <c:pt idx="546">
                        <c:v>18290</c:v>
                      </c:pt>
                      <c:pt idx="547">
                        <c:v>18324</c:v>
                      </c:pt>
                      <c:pt idx="548">
                        <c:v>18357</c:v>
                      </c:pt>
                      <c:pt idx="549">
                        <c:v>18390</c:v>
                      </c:pt>
                      <c:pt idx="550">
                        <c:v>18424</c:v>
                      </c:pt>
                      <c:pt idx="551">
                        <c:v>18457</c:v>
                      </c:pt>
                      <c:pt idx="552">
                        <c:v>18490</c:v>
                      </c:pt>
                      <c:pt idx="553">
                        <c:v>18524</c:v>
                      </c:pt>
                      <c:pt idx="554">
                        <c:v>18557</c:v>
                      </c:pt>
                      <c:pt idx="555">
                        <c:v>18590</c:v>
                      </c:pt>
                      <c:pt idx="556">
                        <c:v>18624</c:v>
                      </c:pt>
                      <c:pt idx="557">
                        <c:v>18657</c:v>
                      </c:pt>
                      <c:pt idx="558">
                        <c:v>18690</c:v>
                      </c:pt>
                      <c:pt idx="559">
                        <c:v>18724</c:v>
                      </c:pt>
                      <c:pt idx="560">
                        <c:v>18757</c:v>
                      </c:pt>
                      <c:pt idx="561">
                        <c:v>18790</c:v>
                      </c:pt>
                      <c:pt idx="562">
                        <c:v>18824</c:v>
                      </c:pt>
                      <c:pt idx="563">
                        <c:v>18857</c:v>
                      </c:pt>
                      <c:pt idx="564">
                        <c:v>18890</c:v>
                      </c:pt>
                      <c:pt idx="565">
                        <c:v>18924</c:v>
                      </c:pt>
                      <c:pt idx="566">
                        <c:v>18957</c:v>
                      </c:pt>
                      <c:pt idx="567">
                        <c:v>18990</c:v>
                      </c:pt>
                      <c:pt idx="568">
                        <c:v>19024</c:v>
                      </c:pt>
                      <c:pt idx="569">
                        <c:v>19057</c:v>
                      </c:pt>
                      <c:pt idx="570">
                        <c:v>19090</c:v>
                      </c:pt>
                      <c:pt idx="571">
                        <c:v>19124</c:v>
                      </c:pt>
                      <c:pt idx="572">
                        <c:v>19157</c:v>
                      </c:pt>
                      <c:pt idx="573">
                        <c:v>19190</c:v>
                      </c:pt>
                      <c:pt idx="574">
                        <c:v>19224</c:v>
                      </c:pt>
                      <c:pt idx="575">
                        <c:v>19257</c:v>
                      </c:pt>
                      <c:pt idx="576">
                        <c:v>19290</c:v>
                      </c:pt>
                      <c:pt idx="577">
                        <c:v>19324</c:v>
                      </c:pt>
                      <c:pt idx="578">
                        <c:v>19357</c:v>
                      </c:pt>
                      <c:pt idx="579">
                        <c:v>19390</c:v>
                      </c:pt>
                      <c:pt idx="580">
                        <c:v>19424</c:v>
                      </c:pt>
                      <c:pt idx="581">
                        <c:v>19457</c:v>
                      </c:pt>
                      <c:pt idx="582">
                        <c:v>19490</c:v>
                      </c:pt>
                      <c:pt idx="583">
                        <c:v>19524</c:v>
                      </c:pt>
                      <c:pt idx="584">
                        <c:v>19557</c:v>
                      </c:pt>
                      <c:pt idx="585">
                        <c:v>19590</c:v>
                      </c:pt>
                      <c:pt idx="586">
                        <c:v>19624</c:v>
                      </c:pt>
                      <c:pt idx="587">
                        <c:v>19657</c:v>
                      </c:pt>
                      <c:pt idx="588">
                        <c:v>19690</c:v>
                      </c:pt>
                      <c:pt idx="589">
                        <c:v>19724</c:v>
                      </c:pt>
                      <c:pt idx="590">
                        <c:v>19757</c:v>
                      </c:pt>
                      <c:pt idx="591">
                        <c:v>19790</c:v>
                      </c:pt>
                      <c:pt idx="592">
                        <c:v>19824</c:v>
                      </c:pt>
                      <c:pt idx="593">
                        <c:v>19857</c:v>
                      </c:pt>
                      <c:pt idx="594">
                        <c:v>19890</c:v>
                      </c:pt>
                      <c:pt idx="595">
                        <c:v>19924</c:v>
                      </c:pt>
                      <c:pt idx="596">
                        <c:v>19957</c:v>
                      </c:pt>
                      <c:pt idx="597">
                        <c:v>19990</c:v>
                      </c:pt>
                      <c:pt idx="598">
                        <c:v>20024</c:v>
                      </c:pt>
                      <c:pt idx="599">
                        <c:v>20057</c:v>
                      </c:pt>
                      <c:pt idx="600">
                        <c:v>20090</c:v>
                      </c:pt>
                      <c:pt idx="601">
                        <c:v>20124</c:v>
                      </c:pt>
                      <c:pt idx="602">
                        <c:v>20157</c:v>
                      </c:pt>
                      <c:pt idx="603">
                        <c:v>20190</c:v>
                      </c:pt>
                      <c:pt idx="604">
                        <c:v>20224</c:v>
                      </c:pt>
                      <c:pt idx="605">
                        <c:v>20257</c:v>
                      </c:pt>
                      <c:pt idx="606">
                        <c:v>20290</c:v>
                      </c:pt>
                      <c:pt idx="607">
                        <c:v>20324</c:v>
                      </c:pt>
                      <c:pt idx="608">
                        <c:v>20357</c:v>
                      </c:pt>
                      <c:pt idx="609">
                        <c:v>20391</c:v>
                      </c:pt>
                      <c:pt idx="610">
                        <c:v>20424</c:v>
                      </c:pt>
                      <c:pt idx="611">
                        <c:v>20457</c:v>
                      </c:pt>
                      <c:pt idx="612">
                        <c:v>20491</c:v>
                      </c:pt>
                      <c:pt idx="613">
                        <c:v>20524</c:v>
                      </c:pt>
                      <c:pt idx="614">
                        <c:v>20557</c:v>
                      </c:pt>
                      <c:pt idx="615">
                        <c:v>20591</c:v>
                      </c:pt>
                      <c:pt idx="616">
                        <c:v>20624</c:v>
                      </c:pt>
                      <c:pt idx="617">
                        <c:v>20657</c:v>
                      </c:pt>
                      <c:pt idx="618">
                        <c:v>20691</c:v>
                      </c:pt>
                      <c:pt idx="619">
                        <c:v>20724</c:v>
                      </c:pt>
                      <c:pt idx="620">
                        <c:v>20757</c:v>
                      </c:pt>
                      <c:pt idx="621">
                        <c:v>20791</c:v>
                      </c:pt>
                      <c:pt idx="622">
                        <c:v>20824</c:v>
                      </c:pt>
                      <c:pt idx="623">
                        <c:v>20857</c:v>
                      </c:pt>
                      <c:pt idx="624">
                        <c:v>20891</c:v>
                      </c:pt>
                      <c:pt idx="625">
                        <c:v>20924</c:v>
                      </c:pt>
                      <c:pt idx="626">
                        <c:v>20957</c:v>
                      </c:pt>
                      <c:pt idx="627">
                        <c:v>20991</c:v>
                      </c:pt>
                      <c:pt idx="628">
                        <c:v>21024</c:v>
                      </c:pt>
                      <c:pt idx="629">
                        <c:v>21057</c:v>
                      </c:pt>
                      <c:pt idx="630">
                        <c:v>21091</c:v>
                      </c:pt>
                      <c:pt idx="631">
                        <c:v>21124</c:v>
                      </c:pt>
                      <c:pt idx="632">
                        <c:v>21157</c:v>
                      </c:pt>
                      <c:pt idx="633">
                        <c:v>21191</c:v>
                      </c:pt>
                      <c:pt idx="634">
                        <c:v>21224</c:v>
                      </c:pt>
                      <c:pt idx="635">
                        <c:v>21257</c:v>
                      </c:pt>
                      <c:pt idx="636">
                        <c:v>21291</c:v>
                      </c:pt>
                      <c:pt idx="637">
                        <c:v>21324</c:v>
                      </c:pt>
                      <c:pt idx="638">
                        <c:v>21357</c:v>
                      </c:pt>
                      <c:pt idx="639">
                        <c:v>21391</c:v>
                      </c:pt>
                      <c:pt idx="640">
                        <c:v>21424</c:v>
                      </c:pt>
                      <c:pt idx="641">
                        <c:v>21457</c:v>
                      </c:pt>
                      <c:pt idx="642">
                        <c:v>21491</c:v>
                      </c:pt>
                      <c:pt idx="643">
                        <c:v>21524</c:v>
                      </c:pt>
                      <c:pt idx="644">
                        <c:v>21557</c:v>
                      </c:pt>
                      <c:pt idx="645">
                        <c:v>21591</c:v>
                      </c:pt>
                      <c:pt idx="646">
                        <c:v>21624</c:v>
                      </c:pt>
                      <c:pt idx="647">
                        <c:v>21657</c:v>
                      </c:pt>
                      <c:pt idx="648">
                        <c:v>21691</c:v>
                      </c:pt>
                      <c:pt idx="649">
                        <c:v>21724</c:v>
                      </c:pt>
                      <c:pt idx="650">
                        <c:v>21757</c:v>
                      </c:pt>
                      <c:pt idx="651">
                        <c:v>21791</c:v>
                      </c:pt>
                      <c:pt idx="652">
                        <c:v>21824</c:v>
                      </c:pt>
                      <c:pt idx="653">
                        <c:v>21857</c:v>
                      </c:pt>
                      <c:pt idx="654">
                        <c:v>21891</c:v>
                      </c:pt>
                      <c:pt idx="655">
                        <c:v>21924</c:v>
                      </c:pt>
                      <c:pt idx="656">
                        <c:v>21957</c:v>
                      </c:pt>
                      <c:pt idx="657">
                        <c:v>21991</c:v>
                      </c:pt>
                      <c:pt idx="658">
                        <c:v>22024</c:v>
                      </c:pt>
                      <c:pt idx="659">
                        <c:v>22057</c:v>
                      </c:pt>
                      <c:pt idx="660">
                        <c:v>22091</c:v>
                      </c:pt>
                      <c:pt idx="661">
                        <c:v>22124</c:v>
                      </c:pt>
                      <c:pt idx="662">
                        <c:v>22157</c:v>
                      </c:pt>
                      <c:pt idx="663">
                        <c:v>22191</c:v>
                      </c:pt>
                      <c:pt idx="664">
                        <c:v>22224</c:v>
                      </c:pt>
                      <c:pt idx="665">
                        <c:v>22257</c:v>
                      </c:pt>
                      <c:pt idx="666">
                        <c:v>22291</c:v>
                      </c:pt>
                      <c:pt idx="667">
                        <c:v>22324</c:v>
                      </c:pt>
                      <c:pt idx="668">
                        <c:v>22357</c:v>
                      </c:pt>
                      <c:pt idx="669">
                        <c:v>22391</c:v>
                      </c:pt>
                      <c:pt idx="670">
                        <c:v>22424</c:v>
                      </c:pt>
                      <c:pt idx="671">
                        <c:v>22457</c:v>
                      </c:pt>
                      <c:pt idx="672">
                        <c:v>22491</c:v>
                      </c:pt>
                      <c:pt idx="673">
                        <c:v>22524</c:v>
                      </c:pt>
                      <c:pt idx="674">
                        <c:v>22557</c:v>
                      </c:pt>
                      <c:pt idx="675">
                        <c:v>22591</c:v>
                      </c:pt>
                      <c:pt idx="676">
                        <c:v>22624</c:v>
                      </c:pt>
                      <c:pt idx="677">
                        <c:v>22658</c:v>
                      </c:pt>
                      <c:pt idx="678">
                        <c:v>22691</c:v>
                      </c:pt>
                      <c:pt idx="679">
                        <c:v>22724</c:v>
                      </c:pt>
                      <c:pt idx="680">
                        <c:v>22758</c:v>
                      </c:pt>
                      <c:pt idx="681">
                        <c:v>22791</c:v>
                      </c:pt>
                      <c:pt idx="682">
                        <c:v>22824</c:v>
                      </c:pt>
                      <c:pt idx="683">
                        <c:v>22858</c:v>
                      </c:pt>
                      <c:pt idx="684">
                        <c:v>22891</c:v>
                      </c:pt>
                      <c:pt idx="685">
                        <c:v>22924</c:v>
                      </c:pt>
                      <c:pt idx="686">
                        <c:v>22958</c:v>
                      </c:pt>
                      <c:pt idx="687">
                        <c:v>22991</c:v>
                      </c:pt>
                      <c:pt idx="688">
                        <c:v>23024</c:v>
                      </c:pt>
                      <c:pt idx="689">
                        <c:v>23058</c:v>
                      </c:pt>
                      <c:pt idx="690">
                        <c:v>23091</c:v>
                      </c:pt>
                      <c:pt idx="691">
                        <c:v>23124</c:v>
                      </c:pt>
                      <c:pt idx="692">
                        <c:v>23158</c:v>
                      </c:pt>
                      <c:pt idx="693">
                        <c:v>23191</c:v>
                      </c:pt>
                      <c:pt idx="694">
                        <c:v>23224</c:v>
                      </c:pt>
                      <c:pt idx="695">
                        <c:v>23258</c:v>
                      </c:pt>
                      <c:pt idx="696">
                        <c:v>23291</c:v>
                      </c:pt>
                      <c:pt idx="697">
                        <c:v>23324</c:v>
                      </c:pt>
                      <c:pt idx="698">
                        <c:v>23358</c:v>
                      </c:pt>
                      <c:pt idx="699">
                        <c:v>23391</c:v>
                      </c:pt>
                      <c:pt idx="700">
                        <c:v>23424</c:v>
                      </c:pt>
                      <c:pt idx="701">
                        <c:v>23458</c:v>
                      </c:pt>
                      <c:pt idx="702">
                        <c:v>23491</c:v>
                      </c:pt>
                      <c:pt idx="703">
                        <c:v>23524</c:v>
                      </c:pt>
                      <c:pt idx="704">
                        <c:v>23558</c:v>
                      </c:pt>
                      <c:pt idx="705">
                        <c:v>23591</c:v>
                      </c:pt>
                      <c:pt idx="706">
                        <c:v>23624</c:v>
                      </c:pt>
                      <c:pt idx="707">
                        <c:v>23658</c:v>
                      </c:pt>
                      <c:pt idx="708">
                        <c:v>23691</c:v>
                      </c:pt>
                      <c:pt idx="709">
                        <c:v>23724</c:v>
                      </c:pt>
                      <c:pt idx="710">
                        <c:v>23758</c:v>
                      </c:pt>
                      <c:pt idx="711">
                        <c:v>23791</c:v>
                      </c:pt>
                      <c:pt idx="712">
                        <c:v>23824</c:v>
                      </c:pt>
                      <c:pt idx="713">
                        <c:v>23858</c:v>
                      </c:pt>
                      <c:pt idx="714">
                        <c:v>23891</c:v>
                      </c:pt>
                      <c:pt idx="715">
                        <c:v>23924</c:v>
                      </c:pt>
                      <c:pt idx="716">
                        <c:v>23958</c:v>
                      </c:pt>
                      <c:pt idx="717">
                        <c:v>23991</c:v>
                      </c:pt>
                      <c:pt idx="718">
                        <c:v>24024</c:v>
                      </c:pt>
                      <c:pt idx="719">
                        <c:v>24058</c:v>
                      </c:pt>
                      <c:pt idx="720">
                        <c:v>24091</c:v>
                      </c:pt>
                      <c:pt idx="721">
                        <c:v>24124</c:v>
                      </c:pt>
                      <c:pt idx="722">
                        <c:v>24158</c:v>
                      </c:pt>
                      <c:pt idx="723">
                        <c:v>24191</c:v>
                      </c:pt>
                      <c:pt idx="724">
                        <c:v>24224</c:v>
                      </c:pt>
                      <c:pt idx="725">
                        <c:v>24258</c:v>
                      </c:pt>
                      <c:pt idx="726">
                        <c:v>24291</c:v>
                      </c:pt>
                      <c:pt idx="727">
                        <c:v>24324</c:v>
                      </c:pt>
                      <c:pt idx="728">
                        <c:v>24358</c:v>
                      </c:pt>
                      <c:pt idx="729">
                        <c:v>24391</c:v>
                      </c:pt>
                      <c:pt idx="730">
                        <c:v>24424</c:v>
                      </c:pt>
                      <c:pt idx="731">
                        <c:v>24458</c:v>
                      </c:pt>
                      <c:pt idx="732">
                        <c:v>24491</c:v>
                      </c:pt>
                      <c:pt idx="733">
                        <c:v>24524</c:v>
                      </c:pt>
                      <c:pt idx="734">
                        <c:v>24558</c:v>
                      </c:pt>
                      <c:pt idx="735">
                        <c:v>24591</c:v>
                      </c:pt>
                      <c:pt idx="736">
                        <c:v>24624</c:v>
                      </c:pt>
                      <c:pt idx="737">
                        <c:v>24658</c:v>
                      </c:pt>
                      <c:pt idx="738">
                        <c:v>24691</c:v>
                      </c:pt>
                      <c:pt idx="739">
                        <c:v>24724</c:v>
                      </c:pt>
                      <c:pt idx="740">
                        <c:v>24758</c:v>
                      </c:pt>
                      <c:pt idx="741">
                        <c:v>24791</c:v>
                      </c:pt>
                      <c:pt idx="742">
                        <c:v>24825</c:v>
                      </c:pt>
                      <c:pt idx="743">
                        <c:v>24858</c:v>
                      </c:pt>
                      <c:pt idx="744">
                        <c:v>24891</c:v>
                      </c:pt>
                      <c:pt idx="745">
                        <c:v>24925</c:v>
                      </c:pt>
                      <c:pt idx="746">
                        <c:v>24958</c:v>
                      </c:pt>
                      <c:pt idx="747">
                        <c:v>24991</c:v>
                      </c:pt>
                      <c:pt idx="748">
                        <c:v>25025</c:v>
                      </c:pt>
                      <c:pt idx="749">
                        <c:v>25058</c:v>
                      </c:pt>
                      <c:pt idx="750">
                        <c:v>25091</c:v>
                      </c:pt>
                      <c:pt idx="751">
                        <c:v>25125</c:v>
                      </c:pt>
                      <c:pt idx="752">
                        <c:v>25158</c:v>
                      </c:pt>
                      <c:pt idx="753">
                        <c:v>25191</c:v>
                      </c:pt>
                      <c:pt idx="754">
                        <c:v>25225</c:v>
                      </c:pt>
                      <c:pt idx="755">
                        <c:v>25258</c:v>
                      </c:pt>
                      <c:pt idx="756">
                        <c:v>25291</c:v>
                      </c:pt>
                      <c:pt idx="757">
                        <c:v>25325</c:v>
                      </c:pt>
                      <c:pt idx="758">
                        <c:v>25358</c:v>
                      </c:pt>
                      <c:pt idx="759">
                        <c:v>25391</c:v>
                      </c:pt>
                      <c:pt idx="760">
                        <c:v>25425</c:v>
                      </c:pt>
                      <c:pt idx="761">
                        <c:v>25458</c:v>
                      </c:pt>
                      <c:pt idx="762">
                        <c:v>25491</c:v>
                      </c:pt>
                      <c:pt idx="763">
                        <c:v>25525</c:v>
                      </c:pt>
                      <c:pt idx="764">
                        <c:v>25558</c:v>
                      </c:pt>
                      <c:pt idx="765">
                        <c:v>25591</c:v>
                      </c:pt>
                      <c:pt idx="766">
                        <c:v>25625</c:v>
                      </c:pt>
                      <c:pt idx="767">
                        <c:v>25658</c:v>
                      </c:pt>
                      <c:pt idx="768">
                        <c:v>25691</c:v>
                      </c:pt>
                      <c:pt idx="769">
                        <c:v>25725</c:v>
                      </c:pt>
                      <c:pt idx="770">
                        <c:v>25758</c:v>
                      </c:pt>
                      <c:pt idx="771">
                        <c:v>25791</c:v>
                      </c:pt>
                      <c:pt idx="772">
                        <c:v>25825</c:v>
                      </c:pt>
                      <c:pt idx="773">
                        <c:v>25858</c:v>
                      </c:pt>
                      <c:pt idx="774">
                        <c:v>25891</c:v>
                      </c:pt>
                      <c:pt idx="775">
                        <c:v>25925</c:v>
                      </c:pt>
                      <c:pt idx="776">
                        <c:v>25958</c:v>
                      </c:pt>
                      <c:pt idx="777">
                        <c:v>25991</c:v>
                      </c:pt>
                      <c:pt idx="778">
                        <c:v>26025</c:v>
                      </c:pt>
                      <c:pt idx="779">
                        <c:v>26058</c:v>
                      </c:pt>
                      <c:pt idx="780">
                        <c:v>26091</c:v>
                      </c:pt>
                      <c:pt idx="781">
                        <c:v>26125</c:v>
                      </c:pt>
                      <c:pt idx="782">
                        <c:v>26158</c:v>
                      </c:pt>
                      <c:pt idx="783">
                        <c:v>26191</c:v>
                      </c:pt>
                      <c:pt idx="784">
                        <c:v>26225</c:v>
                      </c:pt>
                      <c:pt idx="785">
                        <c:v>26258</c:v>
                      </c:pt>
                      <c:pt idx="786">
                        <c:v>26291</c:v>
                      </c:pt>
                      <c:pt idx="787">
                        <c:v>26325</c:v>
                      </c:pt>
                      <c:pt idx="788">
                        <c:v>26358</c:v>
                      </c:pt>
                      <c:pt idx="789">
                        <c:v>26391</c:v>
                      </c:pt>
                      <c:pt idx="790">
                        <c:v>26425</c:v>
                      </c:pt>
                      <c:pt idx="791">
                        <c:v>26458</c:v>
                      </c:pt>
                      <c:pt idx="792">
                        <c:v>26491</c:v>
                      </c:pt>
                      <c:pt idx="793">
                        <c:v>26525</c:v>
                      </c:pt>
                      <c:pt idx="794">
                        <c:v>26558</c:v>
                      </c:pt>
                      <c:pt idx="795">
                        <c:v>26591</c:v>
                      </c:pt>
                      <c:pt idx="796">
                        <c:v>26625</c:v>
                      </c:pt>
                      <c:pt idx="797">
                        <c:v>26658</c:v>
                      </c:pt>
                      <c:pt idx="798">
                        <c:v>26691</c:v>
                      </c:pt>
                      <c:pt idx="799">
                        <c:v>26725</c:v>
                      </c:pt>
                      <c:pt idx="800">
                        <c:v>26758</c:v>
                      </c:pt>
                      <c:pt idx="801">
                        <c:v>26791</c:v>
                      </c:pt>
                      <c:pt idx="802">
                        <c:v>26825</c:v>
                      </c:pt>
                      <c:pt idx="803">
                        <c:v>26858</c:v>
                      </c:pt>
                      <c:pt idx="804">
                        <c:v>26891</c:v>
                      </c:pt>
                      <c:pt idx="805">
                        <c:v>26925</c:v>
                      </c:pt>
                      <c:pt idx="806">
                        <c:v>26958</c:v>
                      </c:pt>
                      <c:pt idx="807">
                        <c:v>26991</c:v>
                      </c:pt>
                      <c:pt idx="808">
                        <c:v>27025</c:v>
                      </c:pt>
                      <c:pt idx="809">
                        <c:v>27058</c:v>
                      </c:pt>
                      <c:pt idx="810">
                        <c:v>27092</c:v>
                      </c:pt>
                      <c:pt idx="811">
                        <c:v>27125</c:v>
                      </c:pt>
                      <c:pt idx="812">
                        <c:v>27158</c:v>
                      </c:pt>
                      <c:pt idx="813">
                        <c:v>27192</c:v>
                      </c:pt>
                      <c:pt idx="814">
                        <c:v>27225</c:v>
                      </c:pt>
                      <c:pt idx="815">
                        <c:v>27258</c:v>
                      </c:pt>
                      <c:pt idx="816">
                        <c:v>27292</c:v>
                      </c:pt>
                      <c:pt idx="817">
                        <c:v>27325</c:v>
                      </c:pt>
                      <c:pt idx="818">
                        <c:v>27358</c:v>
                      </c:pt>
                      <c:pt idx="819">
                        <c:v>27392</c:v>
                      </c:pt>
                      <c:pt idx="820">
                        <c:v>27425</c:v>
                      </c:pt>
                      <c:pt idx="821">
                        <c:v>27458</c:v>
                      </c:pt>
                      <c:pt idx="822">
                        <c:v>27492</c:v>
                      </c:pt>
                      <c:pt idx="823">
                        <c:v>27525</c:v>
                      </c:pt>
                      <c:pt idx="824">
                        <c:v>27558</c:v>
                      </c:pt>
                      <c:pt idx="825">
                        <c:v>27592</c:v>
                      </c:pt>
                      <c:pt idx="826">
                        <c:v>27625</c:v>
                      </c:pt>
                      <c:pt idx="827">
                        <c:v>27658</c:v>
                      </c:pt>
                      <c:pt idx="828">
                        <c:v>27692</c:v>
                      </c:pt>
                      <c:pt idx="829">
                        <c:v>27725</c:v>
                      </c:pt>
                      <c:pt idx="830">
                        <c:v>27758</c:v>
                      </c:pt>
                      <c:pt idx="831">
                        <c:v>27792</c:v>
                      </c:pt>
                      <c:pt idx="832">
                        <c:v>27825</c:v>
                      </c:pt>
                      <c:pt idx="833">
                        <c:v>27858</c:v>
                      </c:pt>
                      <c:pt idx="834">
                        <c:v>27892</c:v>
                      </c:pt>
                      <c:pt idx="835">
                        <c:v>27925</c:v>
                      </c:pt>
                      <c:pt idx="836">
                        <c:v>27958</c:v>
                      </c:pt>
                      <c:pt idx="837">
                        <c:v>27992</c:v>
                      </c:pt>
                      <c:pt idx="838">
                        <c:v>28025</c:v>
                      </c:pt>
                      <c:pt idx="839">
                        <c:v>28058</c:v>
                      </c:pt>
                      <c:pt idx="840">
                        <c:v>28092</c:v>
                      </c:pt>
                      <c:pt idx="841">
                        <c:v>28125</c:v>
                      </c:pt>
                      <c:pt idx="842">
                        <c:v>28158</c:v>
                      </c:pt>
                      <c:pt idx="843">
                        <c:v>28192</c:v>
                      </c:pt>
                      <c:pt idx="844">
                        <c:v>28225</c:v>
                      </c:pt>
                      <c:pt idx="845">
                        <c:v>28258</c:v>
                      </c:pt>
                      <c:pt idx="846">
                        <c:v>28292</c:v>
                      </c:pt>
                      <c:pt idx="847">
                        <c:v>28325</c:v>
                      </c:pt>
                      <c:pt idx="848">
                        <c:v>28358</c:v>
                      </c:pt>
                      <c:pt idx="849">
                        <c:v>28392</c:v>
                      </c:pt>
                      <c:pt idx="850">
                        <c:v>28425</c:v>
                      </c:pt>
                      <c:pt idx="851">
                        <c:v>28458</c:v>
                      </c:pt>
                      <c:pt idx="852">
                        <c:v>28492</c:v>
                      </c:pt>
                      <c:pt idx="853">
                        <c:v>28525</c:v>
                      </c:pt>
                      <c:pt idx="854">
                        <c:v>28558</c:v>
                      </c:pt>
                      <c:pt idx="855">
                        <c:v>28592</c:v>
                      </c:pt>
                      <c:pt idx="856">
                        <c:v>28625</c:v>
                      </c:pt>
                      <c:pt idx="857">
                        <c:v>28658</c:v>
                      </c:pt>
                      <c:pt idx="858">
                        <c:v>28692</c:v>
                      </c:pt>
                      <c:pt idx="859">
                        <c:v>28725</c:v>
                      </c:pt>
                      <c:pt idx="860">
                        <c:v>28758</c:v>
                      </c:pt>
                      <c:pt idx="861">
                        <c:v>28792</c:v>
                      </c:pt>
                      <c:pt idx="862">
                        <c:v>28825</c:v>
                      </c:pt>
                      <c:pt idx="863">
                        <c:v>28858</c:v>
                      </c:pt>
                      <c:pt idx="864">
                        <c:v>28892</c:v>
                      </c:pt>
                      <c:pt idx="865">
                        <c:v>28925</c:v>
                      </c:pt>
                      <c:pt idx="866">
                        <c:v>28958</c:v>
                      </c:pt>
                      <c:pt idx="867">
                        <c:v>28992</c:v>
                      </c:pt>
                      <c:pt idx="868">
                        <c:v>29025</c:v>
                      </c:pt>
                      <c:pt idx="869">
                        <c:v>29058</c:v>
                      </c:pt>
                      <c:pt idx="870">
                        <c:v>29092</c:v>
                      </c:pt>
                      <c:pt idx="871">
                        <c:v>29125</c:v>
                      </c:pt>
                      <c:pt idx="872">
                        <c:v>29158</c:v>
                      </c:pt>
                      <c:pt idx="873">
                        <c:v>29192</c:v>
                      </c:pt>
                      <c:pt idx="874">
                        <c:v>29225</c:v>
                      </c:pt>
                      <c:pt idx="875">
                        <c:v>29258</c:v>
                      </c:pt>
                      <c:pt idx="876">
                        <c:v>29292</c:v>
                      </c:pt>
                      <c:pt idx="877">
                        <c:v>29325</c:v>
                      </c:pt>
                      <c:pt idx="878">
                        <c:v>29359</c:v>
                      </c:pt>
                      <c:pt idx="879">
                        <c:v>29392</c:v>
                      </c:pt>
                      <c:pt idx="880">
                        <c:v>29425</c:v>
                      </c:pt>
                      <c:pt idx="881">
                        <c:v>29459</c:v>
                      </c:pt>
                      <c:pt idx="882">
                        <c:v>29492</c:v>
                      </c:pt>
                      <c:pt idx="883">
                        <c:v>29525</c:v>
                      </c:pt>
                      <c:pt idx="884">
                        <c:v>29559</c:v>
                      </c:pt>
                      <c:pt idx="885">
                        <c:v>29592</c:v>
                      </c:pt>
                      <c:pt idx="886">
                        <c:v>29625</c:v>
                      </c:pt>
                      <c:pt idx="887">
                        <c:v>29659</c:v>
                      </c:pt>
                      <c:pt idx="888">
                        <c:v>29692</c:v>
                      </c:pt>
                      <c:pt idx="889">
                        <c:v>29725</c:v>
                      </c:pt>
                      <c:pt idx="890">
                        <c:v>29759</c:v>
                      </c:pt>
                      <c:pt idx="891">
                        <c:v>29792</c:v>
                      </c:pt>
                      <c:pt idx="892">
                        <c:v>29825</c:v>
                      </c:pt>
                      <c:pt idx="893">
                        <c:v>29859</c:v>
                      </c:pt>
                      <c:pt idx="894">
                        <c:v>29892</c:v>
                      </c:pt>
                      <c:pt idx="895">
                        <c:v>29925</c:v>
                      </c:pt>
                      <c:pt idx="896">
                        <c:v>29959</c:v>
                      </c:pt>
                      <c:pt idx="897">
                        <c:v>29992</c:v>
                      </c:pt>
                      <c:pt idx="898">
                        <c:v>30025</c:v>
                      </c:pt>
                      <c:pt idx="899">
                        <c:v>30059</c:v>
                      </c:pt>
                      <c:pt idx="900">
                        <c:v>30092</c:v>
                      </c:pt>
                      <c:pt idx="901">
                        <c:v>30125</c:v>
                      </c:pt>
                      <c:pt idx="902">
                        <c:v>30159</c:v>
                      </c:pt>
                      <c:pt idx="903">
                        <c:v>30192</c:v>
                      </c:pt>
                      <c:pt idx="904">
                        <c:v>30225</c:v>
                      </c:pt>
                      <c:pt idx="905">
                        <c:v>30259</c:v>
                      </c:pt>
                      <c:pt idx="906">
                        <c:v>30292</c:v>
                      </c:pt>
                      <c:pt idx="907">
                        <c:v>30325</c:v>
                      </c:pt>
                      <c:pt idx="908">
                        <c:v>30359</c:v>
                      </c:pt>
                      <c:pt idx="909">
                        <c:v>30392</c:v>
                      </c:pt>
                      <c:pt idx="910">
                        <c:v>30425</c:v>
                      </c:pt>
                      <c:pt idx="911">
                        <c:v>30459</c:v>
                      </c:pt>
                      <c:pt idx="912">
                        <c:v>30492</c:v>
                      </c:pt>
                      <c:pt idx="913">
                        <c:v>30525</c:v>
                      </c:pt>
                      <c:pt idx="914">
                        <c:v>30559</c:v>
                      </c:pt>
                      <c:pt idx="915">
                        <c:v>30592</c:v>
                      </c:pt>
                      <c:pt idx="916">
                        <c:v>30625</c:v>
                      </c:pt>
                      <c:pt idx="917">
                        <c:v>30659</c:v>
                      </c:pt>
                      <c:pt idx="918">
                        <c:v>30692</c:v>
                      </c:pt>
                      <c:pt idx="919">
                        <c:v>30725</c:v>
                      </c:pt>
                      <c:pt idx="920">
                        <c:v>30759</c:v>
                      </c:pt>
                      <c:pt idx="921">
                        <c:v>30792</c:v>
                      </c:pt>
                      <c:pt idx="922">
                        <c:v>30825</c:v>
                      </c:pt>
                      <c:pt idx="923">
                        <c:v>30859</c:v>
                      </c:pt>
                      <c:pt idx="924">
                        <c:v>30892</c:v>
                      </c:pt>
                      <c:pt idx="925">
                        <c:v>30925</c:v>
                      </c:pt>
                      <c:pt idx="926">
                        <c:v>30959</c:v>
                      </c:pt>
                      <c:pt idx="927">
                        <c:v>30992</c:v>
                      </c:pt>
                      <c:pt idx="928">
                        <c:v>31025</c:v>
                      </c:pt>
                      <c:pt idx="929">
                        <c:v>31059</c:v>
                      </c:pt>
                      <c:pt idx="930">
                        <c:v>31092</c:v>
                      </c:pt>
                      <c:pt idx="931">
                        <c:v>31125</c:v>
                      </c:pt>
                      <c:pt idx="932">
                        <c:v>31159</c:v>
                      </c:pt>
                      <c:pt idx="933">
                        <c:v>31192</c:v>
                      </c:pt>
                      <c:pt idx="934">
                        <c:v>31225</c:v>
                      </c:pt>
                      <c:pt idx="935">
                        <c:v>31259</c:v>
                      </c:pt>
                      <c:pt idx="936">
                        <c:v>31292</c:v>
                      </c:pt>
                      <c:pt idx="937">
                        <c:v>31325</c:v>
                      </c:pt>
                      <c:pt idx="938">
                        <c:v>31359</c:v>
                      </c:pt>
                      <c:pt idx="939">
                        <c:v>31392</c:v>
                      </c:pt>
                      <c:pt idx="940">
                        <c:v>31425</c:v>
                      </c:pt>
                      <c:pt idx="941">
                        <c:v>31459</c:v>
                      </c:pt>
                      <c:pt idx="942">
                        <c:v>31492</c:v>
                      </c:pt>
                      <c:pt idx="943">
                        <c:v>31526</c:v>
                      </c:pt>
                      <c:pt idx="944">
                        <c:v>31559</c:v>
                      </c:pt>
                      <c:pt idx="945">
                        <c:v>31592</c:v>
                      </c:pt>
                      <c:pt idx="946">
                        <c:v>31626</c:v>
                      </c:pt>
                      <c:pt idx="947">
                        <c:v>31659</c:v>
                      </c:pt>
                      <c:pt idx="948">
                        <c:v>31692</c:v>
                      </c:pt>
                      <c:pt idx="949">
                        <c:v>31726</c:v>
                      </c:pt>
                      <c:pt idx="950">
                        <c:v>31759</c:v>
                      </c:pt>
                      <c:pt idx="951">
                        <c:v>31792</c:v>
                      </c:pt>
                      <c:pt idx="952">
                        <c:v>31826</c:v>
                      </c:pt>
                      <c:pt idx="953">
                        <c:v>31859</c:v>
                      </c:pt>
                      <c:pt idx="954">
                        <c:v>31892</c:v>
                      </c:pt>
                      <c:pt idx="955">
                        <c:v>31926</c:v>
                      </c:pt>
                      <c:pt idx="956">
                        <c:v>31959</c:v>
                      </c:pt>
                      <c:pt idx="957">
                        <c:v>31992</c:v>
                      </c:pt>
                      <c:pt idx="958">
                        <c:v>32026</c:v>
                      </c:pt>
                      <c:pt idx="959">
                        <c:v>32059</c:v>
                      </c:pt>
                      <c:pt idx="960">
                        <c:v>32092</c:v>
                      </c:pt>
                      <c:pt idx="961">
                        <c:v>32126</c:v>
                      </c:pt>
                      <c:pt idx="962">
                        <c:v>32159</c:v>
                      </c:pt>
                      <c:pt idx="963">
                        <c:v>32192</c:v>
                      </c:pt>
                      <c:pt idx="964">
                        <c:v>32226</c:v>
                      </c:pt>
                      <c:pt idx="965">
                        <c:v>32259</c:v>
                      </c:pt>
                      <c:pt idx="966">
                        <c:v>32292</c:v>
                      </c:pt>
                      <c:pt idx="967">
                        <c:v>32326</c:v>
                      </c:pt>
                      <c:pt idx="968">
                        <c:v>32359</c:v>
                      </c:pt>
                      <c:pt idx="969">
                        <c:v>32392</c:v>
                      </c:pt>
                      <c:pt idx="970">
                        <c:v>32426</c:v>
                      </c:pt>
                      <c:pt idx="971">
                        <c:v>32459</c:v>
                      </c:pt>
                      <c:pt idx="972">
                        <c:v>32492</c:v>
                      </c:pt>
                      <c:pt idx="973">
                        <c:v>32526</c:v>
                      </c:pt>
                      <c:pt idx="974">
                        <c:v>32559</c:v>
                      </c:pt>
                      <c:pt idx="975">
                        <c:v>32592</c:v>
                      </c:pt>
                      <c:pt idx="976">
                        <c:v>32626</c:v>
                      </c:pt>
                      <c:pt idx="977">
                        <c:v>32659</c:v>
                      </c:pt>
                      <c:pt idx="978">
                        <c:v>32692</c:v>
                      </c:pt>
                      <c:pt idx="979">
                        <c:v>32726</c:v>
                      </c:pt>
                      <c:pt idx="980">
                        <c:v>32759</c:v>
                      </c:pt>
                      <c:pt idx="981">
                        <c:v>32792</c:v>
                      </c:pt>
                      <c:pt idx="982">
                        <c:v>32826</c:v>
                      </c:pt>
                      <c:pt idx="983">
                        <c:v>32859</c:v>
                      </c:pt>
                      <c:pt idx="984">
                        <c:v>32892</c:v>
                      </c:pt>
                      <c:pt idx="985">
                        <c:v>32926</c:v>
                      </c:pt>
                      <c:pt idx="986">
                        <c:v>32959</c:v>
                      </c:pt>
                      <c:pt idx="987">
                        <c:v>32992</c:v>
                      </c:pt>
                      <c:pt idx="988">
                        <c:v>33026</c:v>
                      </c:pt>
                      <c:pt idx="989">
                        <c:v>33059</c:v>
                      </c:pt>
                      <c:pt idx="990">
                        <c:v>33092</c:v>
                      </c:pt>
                      <c:pt idx="991">
                        <c:v>33126</c:v>
                      </c:pt>
                      <c:pt idx="992">
                        <c:v>33159</c:v>
                      </c:pt>
                      <c:pt idx="993">
                        <c:v>33192</c:v>
                      </c:pt>
                      <c:pt idx="994">
                        <c:v>33226</c:v>
                      </c:pt>
                      <c:pt idx="995">
                        <c:v>33259</c:v>
                      </c:pt>
                      <c:pt idx="996">
                        <c:v>33292</c:v>
                      </c:pt>
                      <c:pt idx="997">
                        <c:v>33326</c:v>
                      </c:pt>
                      <c:pt idx="998">
                        <c:v>33359</c:v>
                      </c:pt>
                      <c:pt idx="999">
                        <c:v>33392</c:v>
                      </c:pt>
                      <c:pt idx="1000">
                        <c:v>33426</c:v>
                      </c:pt>
                      <c:pt idx="1001">
                        <c:v>33459</c:v>
                      </c:pt>
                      <c:pt idx="1002">
                        <c:v>33492</c:v>
                      </c:pt>
                      <c:pt idx="1003">
                        <c:v>33526</c:v>
                      </c:pt>
                      <c:pt idx="1004">
                        <c:v>33559</c:v>
                      </c:pt>
                      <c:pt idx="1005">
                        <c:v>33592</c:v>
                      </c:pt>
                      <c:pt idx="1006">
                        <c:v>33626</c:v>
                      </c:pt>
                      <c:pt idx="1007">
                        <c:v>33659</c:v>
                      </c:pt>
                      <c:pt idx="1008">
                        <c:v>33692</c:v>
                      </c:pt>
                      <c:pt idx="1009">
                        <c:v>33726</c:v>
                      </c:pt>
                      <c:pt idx="1010">
                        <c:v>33759</c:v>
                      </c:pt>
                      <c:pt idx="1011">
                        <c:v>33793</c:v>
                      </c:pt>
                      <c:pt idx="1012">
                        <c:v>33826</c:v>
                      </c:pt>
                      <c:pt idx="1013">
                        <c:v>33859</c:v>
                      </c:pt>
                      <c:pt idx="1014">
                        <c:v>33893</c:v>
                      </c:pt>
                      <c:pt idx="1015">
                        <c:v>33926</c:v>
                      </c:pt>
                      <c:pt idx="1016">
                        <c:v>33959</c:v>
                      </c:pt>
                      <c:pt idx="1017">
                        <c:v>33993</c:v>
                      </c:pt>
                      <c:pt idx="1018">
                        <c:v>34026</c:v>
                      </c:pt>
                      <c:pt idx="1019">
                        <c:v>34059</c:v>
                      </c:pt>
                      <c:pt idx="1020">
                        <c:v>34093</c:v>
                      </c:pt>
                      <c:pt idx="1021">
                        <c:v>34126</c:v>
                      </c:pt>
                      <c:pt idx="1022">
                        <c:v>34159</c:v>
                      </c:pt>
                      <c:pt idx="1023">
                        <c:v>34193</c:v>
                      </c:pt>
                      <c:pt idx="1024">
                        <c:v>34226</c:v>
                      </c:pt>
                      <c:pt idx="1025">
                        <c:v>34259</c:v>
                      </c:pt>
                      <c:pt idx="1026">
                        <c:v>34293</c:v>
                      </c:pt>
                      <c:pt idx="1027">
                        <c:v>34326</c:v>
                      </c:pt>
                      <c:pt idx="1028">
                        <c:v>34359</c:v>
                      </c:pt>
                      <c:pt idx="1029">
                        <c:v>34393</c:v>
                      </c:pt>
                      <c:pt idx="1030">
                        <c:v>34426</c:v>
                      </c:pt>
                      <c:pt idx="1031">
                        <c:v>34459</c:v>
                      </c:pt>
                      <c:pt idx="1032">
                        <c:v>34493</c:v>
                      </c:pt>
                      <c:pt idx="1033">
                        <c:v>34526</c:v>
                      </c:pt>
                      <c:pt idx="1034">
                        <c:v>34559</c:v>
                      </c:pt>
                      <c:pt idx="1035">
                        <c:v>34593</c:v>
                      </c:pt>
                      <c:pt idx="1036">
                        <c:v>34626</c:v>
                      </c:pt>
                      <c:pt idx="1037">
                        <c:v>34659</c:v>
                      </c:pt>
                      <c:pt idx="1038">
                        <c:v>34693</c:v>
                      </c:pt>
                      <c:pt idx="1039">
                        <c:v>34726</c:v>
                      </c:pt>
                      <c:pt idx="1040">
                        <c:v>34759</c:v>
                      </c:pt>
                      <c:pt idx="1041">
                        <c:v>34793</c:v>
                      </c:pt>
                      <c:pt idx="1042">
                        <c:v>34826</c:v>
                      </c:pt>
                      <c:pt idx="1043">
                        <c:v>34859</c:v>
                      </c:pt>
                      <c:pt idx="1044">
                        <c:v>34893</c:v>
                      </c:pt>
                      <c:pt idx="1045">
                        <c:v>34926</c:v>
                      </c:pt>
                      <c:pt idx="1046">
                        <c:v>34959</c:v>
                      </c:pt>
                      <c:pt idx="1047">
                        <c:v>34993</c:v>
                      </c:pt>
                      <c:pt idx="1048">
                        <c:v>35026</c:v>
                      </c:pt>
                      <c:pt idx="1049">
                        <c:v>35059</c:v>
                      </c:pt>
                      <c:pt idx="1050">
                        <c:v>35093</c:v>
                      </c:pt>
                      <c:pt idx="1051">
                        <c:v>35126</c:v>
                      </c:pt>
                      <c:pt idx="1052">
                        <c:v>35159</c:v>
                      </c:pt>
                      <c:pt idx="1053">
                        <c:v>35193</c:v>
                      </c:pt>
                      <c:pt idx="1054">
                        <c:v>35226</c:v>
                      </c:pt>
                      <c:pt idx="1055">
                        <c:v>35259</c:v>
                      </c:pt>
                      <c:pt idx="1056">
                        <c:v>35293</c:v>
                      </c:pt>
                      <c:pt idx="1057">
                        <c:v>35326</c:v>
                      </c:pt>
                      <c:pt idx="1058">
                        <c:v>35359</c:v>
                      </c:pt>
                      <c:pt idx="1059">
                        <c:v>35393</c:v>
                      </c:pt>
                      <c:pt idx="1060">
                        <c:v>35426</c:v>
                      </c:pt>
                      <c:pt idx="1061">
                        <c:v>35459</c:v>
                      </c:pt>
                      <c:pt idx="1062">
                        <c:v>35493</c:v>
                      </c:pt>
                      <c:pt idx="1063">
                        <c:v>35526</c:v>
                      </c:pt>
                      <c:pt idx="1064">
                        <c:v>35559</c:v>
                      </c:pt>
                      <c:pt idx="1065">
                        <c:v>35593</c:v>
                      </c:pt>
                      <c:pt idx="1066">
                        <c:v>35626</c:v>
                      </c:pt>
                      <c:pt idx="1067">
                        <c:v>35659</c:v>
                      </c:pt>
                      <c:pt idx="1068">
                        <c:v>35693</c:v>
                      </c:pt>
                      <c:pt idx="1069">
                        <c:v>35726</c:v>
                      </c:pt>
                      <c:pt idx="1070">
                        <c:v>35759</c:v>
                      </c:pt>
                      <c:pt idx="1071">
                        <c:v>35793</c:v>
                      </c:pt>
                      <c:pt idx="1072">
                        <c:v>35826</c:v>
                      </c:pt>
                      <c:pt idx="1073">
                        <c:v>35859</c:v>
                      </c:pt>
                      <c:pt idx="1074">
                        <c:v>35893</c:v>
                      </c:pt>
                      <c:pt idx="1075">
                        <c:v>35926</c:v>
                      </c:pt>
                      <c:pt idx="1076">
                        <c:v>35959</c:v>
                      </c:pt>
                      <c:pt idx="1077">
                        <c:v>35993</c:v>
                      </c:pt>
                      <c:pt idx="1078">
                        <c:v>36026</c:v>
                      </c:pt>
                      <c:pt idx="1079">
                        <c:v>36060</c:v>
                      </c:pt>
                      <c:pt idx="1080">
                        <c:v>36093</c:v>
                      </c:pt>
                      <c:pt idx="1081">
                        <c:v>36126</c:v>
                      </c:pt>
                      <c:pt idx="1082">
                        <c:v>36160</c:v>
                      </c:pt>
                      <c:pt idx="1083">
                        <c:v>36193</c:v>
                      </c:pt>
                      <c:pt idx="1084">
                        <c:v>36226</c:v>
                      </c:pt>
                      <c:pt idx="1085">
                        <c:v>36260</c:v>
                      </c:pt>
                      <c:pt idx="1086">
                        <c:v>36293</c:v>
                      </c:pt>
                      <c:pt idx="1087">
                        <c:v>36326</c:v>
                      </c:pt>
                      <c:pt idx="1088">
                        <c:v>36360</c:v>
                      </c:pt>
                      <c:pt idx="1089">
                        <c:v>36393</c:v>
                      </c:pt>
                      <c:pt idx="1090">
                        <c:v>36426</c:v>
                      </c:pt>
                      <c:pt idx="1091">
                        <c:v>36460</c:v>
                      </c:pt>
                      <c:pt idx="1092">
                        <c:v>36493</c:v>
                      </c:pt>
                      <c:pt idx="1093">
                        <c:v>36526</c:v>
                      </c:pt>
                      <c:pt idx="1094">
                        <c:v>36560</c:v>
                      </c:pt>
                      <c:pt idx="1095">
                        <c:v>36593</c:v>
                      </c:pt>
                      <c:pt idx="1096">
                        <c:v>36626</c:v>
                      </c:pt>
                      <c:pt idx="1097">
                        <c:v>36660</c:v>
                      </c:pt>
                      <c:pt idx="1098">
                        <c:v>36693</c:v>
                      </c:pt>
                      <c:pt idx="1099">
                        <c:v>36726</c:v>
                      </c:pt>
                      <c:pt idx="1100">
                        <c:v>36760</c:v>
                      </c:pt>
                      <c:pt idx="1101">
                        <c:v>36793</c:v>
                      </c:pt>
                      <c:pt idx="1102">
                        <c:v>36826</c:v>
                      </c:pt>
                      <c:pt idx="1103">
                        <c:v>36860</c:v>
                      </c:pt>
                      <c:pt idx="1104">
                        <c:v>36893</c:v>
                      </c:pt>
                      <c:pt idx="1105">
                        <c:v>36926</c:v>
                      </c:pt>
                      <c:pt idx="1106">
                        <c:v>36960</c:v>
                      </c:pt>
                      <c:pt idx="1107">
                        <c:v>36993</c:v>
                      </c:pt>
                      <c:pt idx="1108">
                        <c:v>37026</c:v>
                      </c:pt>
                      <c:pt idx="1109">
                        <c:v>37060</c:v>
                      </c:pt>
                      <c:pt idx="1110">
                        <c:v>37093</c:v>
                      </c:pt>
                      <c:pt idx="1111">
                        <c:v>37126</c:v>
                      </c:pt>
                      <c:pt idx="1112">
                        <c:v>37160</c:v>
                      </c:pt>
                      <c:pt idx="1113">
                        <c:v>37193</c:v>
                      </c:pt>
                      <c:pt idx="1114">
                        <c:v>37226</c:v>
                      </c:pt>
                      <c:pt idx="1115">
                        <c:v>37260</c:v>
                      </c:pt>
                      <c:pt idx="1116">
                        <c:v>37293</c:v>
                      </c:pt>
                      <c:pt idx="1117">
                        <c:v>37326</c:v>
                      </c:pt>
                      <c:pt idx="1118">
                        <c:v>37360</c:v>
                      </c:pt>
                      <c:pt idx="1119">
                        <c:v>37393</c:v>
                      </c:pt>
                      <c:pt idx="1120">
                        <c:v>37426</c:v>
                      </c:pt>
                      <c:pt idx="1121">
                        <c:v>37460</c:v>
                      </c:pt>
                      <c:pt idx="1122">
                        <c:v>37493</c:v>
                      </c:pt>
                      <c:pt idx="1123">
                        <c:v>37526</c:v>
                      </c:pt>
                      <c:pt idx="1124">
                        <c:v>37560</c:v>
                      </c:pt>
                      <c:pt idx="1125">
                        <c:v>37593</c:v>
                      </c:pt>
                      <c:pt idx="1126">
                        <c:v>37626</c:v>
                      </c:pt>
                      <c:pt idx="1127">
                        <c:v>37660</c:v>
                      </c:pt>
                      <c:pt idx="1128">
                        <c:v>37693</c:v>
                      </c:pt>
                      <c:pt idx="1129">
                        <c:v>37726</c:v>
                      </c:pt>
                      <c:pt idx="1130">
                        <c:v>37760</c:v>
                      </c:pt>
                      <c:pt idx="1131">
                        <c:v>37793</c:v>
                      </c:pt>
                      <c:pt idx="1132">
                        <c:v>37826</c:v>
                      </c:pt>
                      <c:pt idx="1133">
                        <c:v>37860</c:v>
                      </c:pt>
                      <c:pt idx="1134">
                        <c:v>37893</c:v>
                      </c:pt>
                      <c:pt idx="1135">
                        <c:v>37926</c:v>
                      </c:pt>
                      <c:pt idx="1136">
                        <c:v>37960</c:v>
                      </c:pt>
                      <c:pt idx="1137">
                        <c:v>37993</c:v>
                      </c:pt>
                      <c:pt idx="1138">
                        <c:v>38026</c:v>
                      </c:pt>
                      <c:pt idx="1139">
                        <c:v>38060</c:v>
                      </c:pt>
                      <c:pt idx="1140">
                        <c:v>38093</c:v>
                      </c:pt>
                      <c:pt idx="1141">
                        <c:v>38126</c:v>
                      </c:pt>
                      <c:pt idx="1142">
                        <c:v>38160</c:v>
                      </c:pt>
                      <c:pt idx="1143">
                        <c:v>38193</c:v>
                      </c:pt>
                      <c:pt idx="1144">
                        <c:v>38227</c:v>
                      </c:pt>
                      <c:pt idx="1145">
                        <c:v>38260</c:v>
                      </c:pt>
                      <c:pt idx="1146">
                        <c:v>38293</c:v>
                      </c:pt>
                      <c:pt idx="1147">
                        <c:v>38327</c:v>
                      </c:pt>
                      <c:pt idx="1148">
                        <c:v>38360</c:v>
                      </c:pt>
                      <c:pt idx="1149">
                        <c:v>38393</c:v>
                      </c:pt>
                      <c:pt idx="1150">
                        <c:v>38427</c:v>
                      </c:pt>
                      <c:pt idx="1151">
                        <c:v>38460</c:v>
                      </c:pt>
                      <c:pt idx="1152">
                        <c:v>38493</c:v>
                      </c:pt>
                      <c:pt idx="1153">
                        <c:v>38527</c:v>
                      </c:pt>
                      <c:pt idx="1154">
                        <c:v>38560</c:v>
                      </c:pt>
                      <c:pt idx="1155">
                        <c:v>38593</c:v>
                      </c:pt>
                      <c:pt idx="1156">
                        <c:v>38627</c:v>
                      </c:pt>
                      <c:pt idx="1157">
                        <c:v>38660</c:v>
                      </c:pt>
                      <c:pt idx="1158">
                        <c:v>38693</c:v>
                      </c:pt>
                      <c:pt idx="1159">
                        <c:v>38727</c:v>
                      </c:pt>
                      <c:pt idx="1160">
                        <c:v>38760</c:v>
                      </c:pt>
                      <c:pt idx="1161">
                        <c:v>38793</c:v>
                      </c:pt>
                      <c:pt idx="1162">
                        <c:v>38827</c:v>
                      </c:pt>
                      <c:pt idx="1163">
                        <c:v>38860</c:v>
                      </c:pt>
                      <c:pt idx="1164">
                        <c:v>38893</c:v>
                      </c:pt>
                      <c:pt idx="1165">
                        <c:v>38927</c:v>
                      </c:pt>
                      <c:pt idx="1166">
                        <c:v>38960</c:v>
                      </c:pt>
                      <c:pt idx="1167">
                        <c:v>38993</c:v>
                      </c:pt>
                      <c:pt idx="1168">
                        <c:v>39027</c:v>
                      </c:pt>
                      <c:pt idx="1169">
                        <c:v>39060</c:v>
                      </c:pt>
                      <c:pt idx="1170">
                        <c:v>39093</c:v>
                      </c:pt>
                      <c:pt idx="1171">
                        <c:v>39127</c:v>
                      </c:pt>
                      <c:pt idx="1172">
                        <c:v>39160</c:v>
                      </c:pt>
                      <c:pt idx="1173">
                        <c:v>39193</c:v>
                      </c:pt>
                      <c:pt idx="1174">
                        <c:v>39227</c:v>
                      </c:pt>
                      <c:pt idx="1175">
                        <c:v>39260</c:v>
                      </c:pt>
                      <c:pt idx="1176">
                        <c:v>39293</c:v>
                      </c:pt>
                      <c:pt idx="1177">
                        <c:v>39327</c:v>
                      </c:pt>
                      <c:pt idx="1178">
                        <c:v>39360</c:v>
                      </c:pt>
                      <c:pt idx="1179">
                        <c:v>39393</c:v>
                      </c:pt>
                      <c:pt idx="1180">
                        <c:v>39427</c:v>
                      </c:pt>
                      <c:pt idx="1181">
                        <c:v>39460</c:v>
                      </c:pt>
                    </c:numCache>
                  </c:numRef>
                </c:cat>
                <c:val>
                  <c:numLit>
                    <c:formatCode>General</c:formatCode>
                    <c:ptCount val="1"/>
                    <c:pt idx="0">
                      <c:v>1</c:v>
                    </c:pt>
                  </c:numLit>
                </c:val>
                <c:smooth val="0"/>
                <c:extLst>
                  <c:ext xmlns:c16="http://schemas.microsoft.com/office/drawing/2014/chart" uri="{C3380CC4-5D6E-409C-BE32-E72D297353CC}">
                    <c16:uniqueId val="{00000003-5A7C-4DF5-A07B-495B21888182}"/>
                  </c:ext>
                </c:extLst>
              </c15:ser>
            </c15:filteredLineSeries>
          </c:ext>
        </c:extLst>
      </c:lineChart>
      <c:catAx>
        <c:axId val="21133839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988176991"/>
        <c:crosses val="autoZero"/>
        <c:auto val="1"/>
        <c:lblAlgn val="ctr"/>
        <c:lblOffset val="100"/>
        <c:noMultiLvlLbl val="0"/>
      </c:catAx>
      <c:valAx>
        <c:axId val="1988176991"/>
        <c:scaling>
          <c:orientation val="minMax"/>
        </c:scaling>
        <c:delete val="0"/>
        <c:axPos val="l"/>
        <c:title>
          <c:tx>
            <c:rich>
              <a:bodyPr rot="-540000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ysClr val="windowText" lastClr="000000">
                        <a:lumMod val="65000"/>
                        <a:lumOff val="35000"/>
                      </a:sysClr>
                    </a:solidFill>
                    <a:latin typeface="+mn-lt"/>
                    <a:ea typeface="+mn-ea"/>
                    <a:cs typeface="+mn-cs"/>
                  </a:defRPr>
                </a:pPr>
                <a:r>
                  <a:rPr lang="ja-JP" altLang="en-US" sz="1000" b="0" i="0" u="none" strike="noStrike" kern="1200" baseline="0" dirty="0">
                    <a:solidFill>
                      <a:sysClr val="windowText" lastClr="000000">
                        <a:lumMod val="65000"/>
                        <a:lumOff val="35000"/>
                      </a:sysClr>
                    </a:solidFill>
                  </a:rPr>
                  <a:t>瞳孔面積［</a:t>
                </a:r>
                <a:r>
                  <a:rPr lang="en-US" altLang="ja-JP" sz="1000" b="0" i="0" u="none" strike="noStrike" kern="1200" baseline="0" dirty="0">
                    <a:solidFill>
                      <a:sysClr val="windowText" lastClr="000000">
                        <a:lumMod val="65000"/>
                        <a:lumOff val="35000"/>
                      </a:sysClr>
                    </a:solidFill>
                  </a:rPr>
                  <a:t>dot]</a:t>
                </a:r>
                <a:endParaRPr lang="ja-JP" altLang="en-US" sz="1000" b="0" i="0" u="none" strike="noStrike" kern="1200" baseline="0" dirty="0">
                  <a:solidFill>
                    <a:sysClr val="windowText" lastClr="000000">
                      <a:lumMod val="65000"/>
                      <a:lumOff val="35000"/>
                    </a:sysClr>
                  </a:solidFill>
                </a:endParaRPr>
              </a:p>
            </c:rich>
          </c:tx>
          <c:overlay val="0"/>
          <c:spPr>
            <a:noFill/>
            <a:ln>
              <a:noFill/>
            </a:ln>
            <a:effectLst/>
          </c:spPr>
          <c:txPr>
            <a:bodyPr rot="-540000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ysClr val="windowText" lastClr="000000">
                      <a:lumMod val="65000"/>
                      <a:lumOff val="35000"/>
                    </a:sysClr>
                  </a:solidFill>
                  <a:latin typeface="+mn-lt"/>
                  <a:ea typeface="+mn-ea"/>
                  <a:cs typeface="+mn-cs"/>
                </a:defRPr>
              </a:pPr>
              <a:endParaRPr lang="ja-JP" alt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2113383983"/>
        <c:crosses val="autoZero"/>
        <c:crossBetween val="between"/>
      </c:valAx>
      <c:valAx>
        <c:axId val="63366608"/>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63369008"/>
        <c:crosses val="max"/>
        <c:crossBetween val="between"/>
      </c:valAx>
      <c:catAx>
        <c:axId val="63369008"/>
        <c:scaling>
          <c:orientation val="minMax"/>
        </c:scaling>
        <c:delete val="1"/>
        <c:axPos val="b"/>
        <c:majorTickMark val="out"/>
        <c:minorTickMark val="none"/>
        <c:tickLblPos val="nextTo"/>
        <c:crossAx val="63366608"/>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userShapes r:id="rId4"/>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ja-JP" altLang="en-US" sz="1100" b="0" i="0" u="none" strike="noStrike" kern="1200" spc="0" baseline="0" dirty="0">
                <a:solidFill>
                  <a:schemeClr val="tx1"/>
                </a:solidFill>
              </a:rPr>
              <a:t>中波長光</a:t>
            </a:r>
            <a:r>
              <a:rPr lang="en-US" altLang="ja-JP" sz="1100" b="0" i="0" u="none" strike="noStrike" kern="1200" spc="0" baseline="0" dirty="0">
                <a:solidFill>
                  <a:schemeClr val="tx1"/>
                </a:solidFill>
              </a:rPr>
              <a:t>53.08</a:t>
            </a:r>
            <a:r>
              <a:rPr lang="en-US" altLang="ja-JP" sz="800" b="0" i="0" u="none" strike="noStrike" kern="1200" spc="0" baseline="0" dirty="0">
                <a:solidFill>
                  <a:sysClr val="windowText" lastClr="000000">
                    <a:lumMod val="65000"/>
                    <a:lumOff val="35000"/>
                  </a:sysClr>
                </a:solidFill>
              </a:rPr>
              <a:t>cd/m</a:t>
            </a:r>
            <a:r>
              <a:rPr lang="en-US" altLang="ja-JP" sz="800" b="0" i="0" u="none" strike="noStrike" kern="1200" spc="0" baseline="30000" dirty="0">
                <a:solidFill>
                  <a:sysClr val="windowText" lastClr="000000">
                    <a:lumMod val="65000"/>
                    <a:lumOff val="35000"/>
                  </a:sysClr>
                </a:solidFill>
              </a:rPr>
              <a:t>2</a:t>
            </a:r>
            <a:r>
              <a:rPr lang="en-US" altLang="ja-JP" sz="1100" b="0" i="0" u="none" strike="noStrike" baseline="0" dirty="0">
                <a:solidFill>
                  <a:schemeClr val="tx1"/>
                </a:solidFill>
                <a:effectLst/>
              </a:rPr>
              <a:t> </a:t>
            </a:r>
            <a:endParaRPr lang="ja-JP" altLang="en-US" sz="1100" dirty="0">
              <a:solidFill>
                <a:schemeClr val="tx1"/>
              </a:solidFill>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ja-JP" altLang="en-US"/>
        </a:p>
      </c:txPr>
    </c:title>
    <c:autoTitleDeleted val="0"/>
    <c:plotArea>
      <c:layout/>
      <c:barChart>
        <c:barDir val="col"/>
        <c:grouping val="clustered"/>
        <c:varyColors val="0"/>
        <c:ser>
          <c:idx val="0"/>
          <c:order val="0"/>
          <c:tx>
            <c:strRef>
              <c:f>'https://utokai.sharepoint.com/sites/msteams_21d92e/Shared Documents/光瞳孔反射研究プロジェクト/07色の組み合わせ(減光)/02.青緑/01.実験データ/20251128髙平/[20251128.takahira_B56G11.xlsm]照射後３sごと'!$D$1:$D$2</c:f>
              <c:strCache>
                <c:ptCount val="1"/>
                <c:pt idx="0">
                  <c:v>カテゴリ 短波長光</c:v>
                </c:pt>
              </c:strCache>
            </c:strRef>
          </c:tx>
          <c:spPr>
            <a:solidFill>
              <a:srgbClr val="0070C0"/>
            </a:solidFill>
            <a:ln>
              <a:noFill/>
            </a:ln>
            <a:effectLst/>
          </c:spPr>
          <c:invertIfNegative val="0"/>
          <c:val>
            <c:numRef>
              <c:f>'https://utokai.sharepoint.com/sites/msteams_21d92e/Shared Documents/光瞳孔反射研究プロジェクト/07色の組み合わせ(減光)/02.青緑/01.実験データ/20251128髙平/[20251128.takahira_B56G11.xlsm]照射後３sごと'!$D$3:$D$1163</c:f>
              <c:numCache>
                <c:formatCode>General</c:formatCode>
                <c:ptCount val="116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1</c:v>
                </c:pt>
                <c:pt idx="117">
                  <c:v>1</c:v>
                </c:pt>
                <c:pt idx="118">
                  <c:v>1</c:v>
                </c:pt>
                <c:pt idx="119">
                  <c:v>1</c:v>
                </c:pt>
                <c:pt idx="120">
                  <c:v>1</c:v>
                </c:pt>
                <c:pt idx="121">
                  <c:v>1</c:v>
                </c:pt>
                <c:pt idx="122">
                  <c:v>1</c:v>
                </c:pt>
                <c:pt idx="123">
                  <c:v>1</c:v>
                </c:pt>
                <c:pt idx="124">
                  <c:v>1</c:v>
                </c:pt>
                <c:pt idx="125">
                  <c:v>1</c:v>
                </c:pt>
                <c:pt idx="126">
                  <c:v>1</c:v>
                </c:pt>
                <c:pt idx="127">
                  <c:v>1</c:v>
                </c:pt>
                <c:pt idx="128">
                  <c:v>1</c:v>
                </c:pt>
                <c:pt idx="129">
                  <c:v>1</c:v>
                </c:pt>
                <c:pt idx="130">
                  <c:v>1</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1</c:v>
                </c:pt>
                <c:pt idx="147">
                  <c:v>1</c:v>
                </c:pt>
                <c:pt idx="148">
                  <c:v>1</c:v>
                </c:pt>
                <c:pt idx="149">
                  <c:v>1</c:v>
                </c:pt>
                <c:pt idx="150">
                  <c:v>1</c:v>
                </c:pt>
                <c:pt idx="151">
                  <c:v>1</c:v>
                </c:pt>
                <c:pt idx="152">
                  <c:v>1</c:v>
                </c:pt>
                <c:pt idx="153">
                  <c:v>1</c:v>
                </c:pt>
                <c:pt idx="154">
                  <c:v>1</c:v>
                </c:pt>
                <c:pt idx="155">
                  <c:v>1</c:v>
                </c:pt>
                <c:pt idx="156">
                  <c:v>1</c:v>
                </c:pt>
                <c:pt idx="157">
                  <c:v>1</c:v>
                </c:pt>
                <c:pt idx="158">
                  <c:v>1</c:v>
                </c:pt>
                <c:pt idx="159">
                  <c:v>1</c:v>
                </c:pt>
                <c:pt idx="160">
                  <c:v>1</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1</c:v>
                </c:pt>
                <c:pt idx="177">
                  <c:v>1</c:v>
                </c:pt>
                <c:pt idx="178">
                  <c:v>1</c:v>
                </c:pt>
                <c:pt idx="179">
                  <c:v>1</c:v>
                </c:pt>
                <c:pt idx="180">
                  <c:v>1</c:v>
                </c:pt>
                <c:pt idx="181">
                  <c:v>1</c:v>
                </c:pt>
                <c:pt idx="182">
                  <c:v>1</c:v>
                </c:pt>
                <c:pt idx="183">
                  <c:v>1</c:v>
                </c:pt>
                <c:pt idx="184">
                  <c:v>1</c:v>
                </c:pt>
                <c:pt idx="185">
                  <c:v>1</c:v>
                </c:pt>
                <c:pt idx="186">
                  <c:v>1</c:v>
                </c:pt>
                <c:pt idx="187">
                  <c:v>1</c:v>
                </c:pt>
                <c:pt idx="188">
                  <c:v>1</c:v>
                </c:pt>
                <c:pt idx="189">
                  <c:v>1</c:v>
                </c:pt>
                <c:pt idx="190">
                  <c:v>1</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1</c:v>
                </c:pt>
                <c:pt idx="207">
                  <c:v>1</c:v>
                </c:pt>
                <c:pt idx="208">
                  <c:v>1</c:v>
                </c:pt>
                <c:pt idx="209">
                  <c:v>1</c:v>
                </c:pt>
                <c:pt idx="210">
                  <c:v>1</c:v>
                </c:pt>
                <c:pt idx="211">
                  <c:v>1</c:v>
                </c:pt>
                <c:pt idx="212">
                  <c:v>1</c:v>
                </c:pt>
                <c:pt idx="213">
                  <c:v>1</c:v>
                </c:pt>
                <c:pt idx="214">
                  <c:v>1</c:v>
                </c:pt>
                <c:pt idx="215">
                  <c:v>1</c:v>
                </c:pt>
                <c:pt idx="216">
                  <c:v>1</c:v>
                </c:pt>
                <c:pt idx="217">
                  <c:v>1</c:v>
                </c:pt>
                <c:pt idx="218">
                  <c:v>1</c:v>
                </c:pt>
                <c:pt idx="219">
                  <c:v>1</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1</c:v>
                </c:pt>
                <c:pt idx="237">
                  <c:v>1</c:v>
                </c:pt>
                <c:pt idx="238">
                  <c:v>1</c:v>
                </c:pt>
                <c:pt idx="239">
                  <c:v>1</c:v>
                </c:pt>
                <c:pt idx="240">
                  <c:v>1</c:v>
                </c:pt>
                <c:pt idx="241">
                  <c:v>1</c:v>
                </c:pt>
                <c:pt idx="242">
                  <c:v>1</c:v>
                </c:pt>
                <c:pt idx="243">
                  <c:v>1</c:v>
                </c:pt>
                <c:pt idx="244">
                  <c:v>1</c:v>
                </c:pt>
                <c:pt idx="245">
                  <c:v>1</c:v>
                </c:pt>
                <c:pt idx="246">
                  <c:v>1</c:v>
                </c:pt>
                <c:pt idx="247">
                  <c:v>1</c:v>
                </c:pt>
                <c:pt idx="248">
                  <c:v>1</c:v>
                </c:pt>
                <c:pt idx="249">
                  <c:v>1</c:v>
                </c:pt>
                <c:pt idx="250">
                  <c:v>1</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1</c:v>
                </c:pt>
                <c:pt idx="266">
                  <c:v>1</c:v>
                </c:pt>
                <c:pt idx="267">
                  <c:v>1</c:v>
                </c:pt>
                <c:pt idx="268">
                  <c:v>1</c:v>
                </c:pt>
                <c:pt idx="269">
                  <c:v>1</c:v>
                </c:pt>
                <c:pt idx="270">
                  <c:v>1</c:v>
                </c:pt>
                <c:pt idx="271">
                  <c:v>1</c:v>
                </c:pt>
                <c:pt idx="272">
                  <c:v>1</c:v>
                </c:pt>
                <c:pt idx="273">
                  <c:v>1</c:v>
                </c:pt>
                <c:pt idx="274">
                  <c:v>1</c:v>
                </c:pt>
                <c:pt idx="275">
                  <c:v>1</c:v>
                </c:pt>
                <c:pt idx="276">
                  <c:v>1</c:v>
                </c:pt>
                <c:pt idx="277">
                  <c:v>1</c:v>
                </c:pt>
                <c:pt idx="278">
                  <c:v>1</c:v>
                </c:pt>
                <c:pt idx="279">
                  <c:v>1</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1</c:v>
                </c:pt>
                <c:pt idx="297">
                  <c:v>1</c:v>
                </c:pt>
                <c:pt idx="298">
                  <c:v>1</c:v>
                </c:pt>
                <c:pt idx="299">
                  <c:v>1</c:v>
                </c:pt>
                <c:pt idx="300">
                  <c:v>1</c:v>
                </c:pt>
                <c:pt idx="301">
                  <c:v>1</c:v>
                </c:pt>
                <c:pt idx="302">
                  <c:v>1</c:v>
                </c:pt>
                <c:pt idx="303">
                  <c:v>1</c:v>
                </c:pt>
                <c:pt idx="304">
                  <c:v>1</c:v>
                </c:pt>
                <c:pt idx="305">
                  <c:v>1</c:v>
                </c:pt>
                <c:pt idx="306">
                  <c:v>1</c:v>
                </c:pt>
                <c:pt idx="307">
                  <c:v>1</c:v>
                </c:pt>
                <c:pt idx="308">
                  <c:v>1</c:v>
                </c:pt>
                <c:pt idx="309">
                  <c:v>1</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1</c:v>
                </c:pt>
                <c:pt idx="326">
                  <c:v>1</c:v>
                </c:pt>
                <c:pt idx="327">
                  <c:v>1</c:v>
                </c:pt>
                <c:pt idx="328">
                  <c:v>1</c:v>
                </c:pt>
                <c:pt idx="329">
                  <c:v>1</c:v>
                </c:pt>
                <c:pt idx="330">
                  <c:v>1</c:v>
                </c:pt>
                <c:pt idx="331">
                  <c:v>1</c:v>
                </c:pt>
                <c:pt idx="332">
                  <c:v>1</c:v>
                </c:pt>
                <c:pt idx="333">
                  <c:v>1</c:v>
                </c:pt>
                <c:pt idx="334">
                  <c:v>1</c:v>
                </c:pt>
                <c:pt idx="335">
                  <c:v>1</c:v>
                </c:pt>
                <c:pt idx="336">
                  <c:v>1</c:v>
                </c:pt>
                <c:pt idx="337">
                  <c:v>1</c:v>
                </c:pt>
                <c:pt idx="338">
                  <c:v>1</c:v>
                </c:pt>
                <c:pt idx="339">
                  <c:v>1</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numCache>
            </c:numRef>
          </c:val>
          <c:extLst>
            <c:ext xmlns:c16="http://schemas.microsoft.com/office/drawing/2014/chart" uri="{C3380CC4-5D6E-409C-BE32-E72D297353CC}">
              <c16:uniqueId val="{00000000-2DD9-480F-8E19-0B081F72BA66}"/>
            </c:ext>
          </c:extLst>
        </c:ser>
        <c:ser>
          <c:idx val="1"/>
          <c:order val="1"/>
          <c:tx>
            <c:strRef>
              <c:f>'https://utokai.sharepoint.com/sites/msteams_21d92e/Shared Documents/光瞳孔反射研究プロジェクト/07色の組み合わせ(減光)/02.青緑/01.実験データ/20251128髙平/[20251128.takahira_B56G11.xlsm]照射後３sごと'!$E$1:$E$2</c:f>
              <c:strCache>
                <c:ptCount val="1"/>
                <c:pt idx="0">
                  <c:v>カテゴリ 中波長光</c:v>
                </c:pt>
              </c:strCache>
            </c:strRef>
          </c:tx>
          <c:spPr>
            <a:solidFill>
              <a:srgbClr val="00B050"/>
            </a:solidFill>
            <a:ln>
              <a:noFill/>
            </a:ln>
            <a:effectLst/>
          </c:spPr>
          <c:invertIfNegative val="0"/>
          <c:val>
            <c:numRef>
              <c:f>'https://utokai.sharepoint.com/sites/msteams_21d92e/Shared Documents/光瞳孔反射研究プロジェクト/07色の組み合わせ(減光)/02.青緑/01.実験データ/20251128髙平/[20251128.takahira_B56G11.xlsm]照射後３sごと'!$E$3:$E$1163</c:f>
              <c:numCache>
                <c:formatCode>General</c:formatCode>
                <c:ptCount val="116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1</c:v>
                </c:pt>
                <c:pt idx="72">
                  <c:v>1</c:v>
                </c:pt>
                <c:pt idx="73">
                  <c:v>1</c:v>
                </c:pt>
                <c:pt idx="74">
                  <c:v>1</c:v>
                </c:pt>
                <c:pt idx="75">
                  <c:v>1</c:v>
                </c:pt>
                <c:pt idx="76">
                  <c:v>1</c:v>
                </c:pt>
                <c:pt idx="77">
                  <c:v>1</c:v>
                </c:pt>
                <c:pt idx="78">
                  <c:v>1</c:v>
                </c:pt>
                <c:pt idx="79">
                  <c:v>1</c:v>
                </c:pt>
                <c:pt idx="80">
                  <c:v>1</c:v>
                </c:pt>
                <c:pt idx="81">
                  <c:v>1</c:v>
                </c:pt>
                <c:pt idx="82">
                  <c:v>1</c:v>
                </c:pt>
                <c:pt idx="83">
                  <c:v>1</c:v>
                </c:pt>
                <c:pt idx="84">
                  <c:v>1</c:v>
                </c:pt>
                <c:pt idx="85">
                  <c:v>1</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1</c:v>
                </c:pt>
                <c:pt idx="132">
                  <c:v>1</c:v>
                </c:pt>
                <c:pt idx="133">
                  <c:v>1</c:v>
                </c:pt>
                <c:pt idx="134">
                  <c:v>1</c:v>
                </c:pt>
                <c:pt idx="135">
                  <c:v>1</c:v>
                </c:pt>
                <c:pt idx="136">
                  <c:v>1</c:v>
                </c:pt>
                <c:pt idx="137">
                  <c:v>1</c:v>
                </c:pt>
                <c:pt idx="138">
                  <c:v>1</c:v>
                </c:pt>
                <c:pt idx="139">
                  <c:v>1</c:v>
                </c:pt>
                <c:pt idx="140">
                  <c:v>1</c:v>
                </c:pt>
                <c:pt idx="141">
                  <c:v>1</c:v>
                </c:pt>
                <c:pt idx="142">
                  <c:v>1</c:v>
                </c:pt>
                <c:pt idx="143">
                  <c:v>1</c:v>
                </c:pt>
                <c:pt idx="144">
                  <c:v>1</c:v>
                </c:pt>
                <c:pt idx="145">
                  <c:v>1</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1</c:v>
                </c:pt>
                <c:pt idx="162">
                  <c:v>1</c:v>
                </c:pt>
                <c:pt idx="163">
                  <c:v>1</c:v>
                </c:pt>
                <c:pt idx="164">
                  <c:v>1</c:v>
                </c:pt>
                <c:pt idx="165">
                  <c:v>1</c:v>
                </c:pt>
                <c:pt idx="166">
                  <c:v>1</c:v>
                </c:pt>
                <c:pt idx="167">
                  <c:v>1</c:v>
                </c:pt>
                <c:pt idx="168">
                  <c:v>1</c:v>
                </c:pt>
                <c:pt idx="169">
                  <c:v>1</c:v>
                </c:pt>
                <c:pt idx="170">
                  <c:v>1</c:v>
                </c:pt>
                <c:pt idx="171">
                  <c:v>1</c:v>
                </c:pt>
                <c:pt idx="172">
                  <c:v>1</c:v>
                </c:pt>
                <c:pt idx="173">
                  <c:v>1</c:v>
                </c:pt>
                <c:pt idx="174">
                  <c:v>1</c:v>
                </c:pt>
                <c:pt idx="175">
                  <c:v>1</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1</c:v>
                </c:pt>
                <c:pt idx="192">
                  <c:v>1</c:v>
                </c:pt>
                <c:pt idx="193">
                  <c:v>1</c:v>
                </c:pt>
                <c:pt idx="194">
                  <c:v>1</c:v>
                </c:pt>
                <c:pt idx="195">
                  <c:v>1</c:v>
                </c:pt>
                <c:pt idx="196">
                  <c:v>1</c:v>
                </c:pt>
                <c:pt idx="197">
                  <c:v>1</c:v>
                </c:pt>
                <c:pt idx="198">
                  <c:v>1</c:v>
                </c:pt>
                <c:pt idx="199">
                  <c:v>1</c:v>
                </c:pt>
                <c:pt idx="200">
                  <c:v>1</c:v>
                </c:pt>
                <c:pt idx="201">
                  <c:v>1</c:v>
                </c:pt>
                <c:pt idx="202">
                  <c:v>1</c:v>
                </c:pt>
                <c:pt idx="203">
                  <c:v>1</c:v>
                </c:pt>
                <c:pt idx="204">
                  <c:v>1</c:v>
                </c:pt>
                <c:pt idx="205">
                  <c:v>1</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1</c:v>
                </c:pt>
                <c:pt idx="221">
                  <c:v>1</c:v>
                </c:pt>
                <c:pt idx="222">
                  <c:v>1</c:v>
                </c:pt>
                <c:pt idx="223">
                  <c:v>1</c:v>
                </c:pt>
                <c:pt idx="224">
                  <c:v>1</c:v>
                </c:pt>
                <c:pt idx="225">
                  <c:v>1</c:v>
                </c:pt>
                <c:pt idx="226">
                  <c:v>1</c:v>
                </c:pt>
                <c:pt idx="227">
                  <c:v>1</c:v>
                </c:pt>
                <c:pt idx="228">
                  <c:v>1</c:v>
                </c:pt>
                <c:pt idx="229">
                  <c:v>1</c:v>
                </c:pt>
                <c:pt idx="230">
                  <c:v>1</c:v>
                </c:pt>
                <c:pt idx="231">
                  <c:v>1</c:v>
                </c:pt>
                <c:pt idx="232">
                  <c:v>1</c:v>
                </c:pt>
                <c:pt idx="233">
                  <c:v>1</c:v>
                </c:pt>
                <c:pt idx="234">
                  <c:v>1</c:v>
                </c:pt>
                <c:pt idx="235">
                  <c:v>1</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1</c:v>
                </c:pt>
                <c:pt idx="252">
                  <c:v>1</c:v>
                </c:pt>
                <c:pt idx="253">
                  <c:v>1</c:v>
                </c:pt>
                <c:pt idx="254">
                  <c:v>1</c:v>
                </c:pt>
                <c:pt idx="255">
                  <c:v>1</c:v>
                </c:pt>
                <c:pt idx="256">
                  <c:v>1</c:v>
                </c:pt>
                <c:pt idx="257">
                  <c:v>1</c:v>
                </c:pt>
                <c:pt idx="258">
                  <c:v>1</c:v>
                </c:pt>
                <c:pt idx="259">
                  <c:v>1</c:v>
                </c:pt>
                <c:pt idx="260">
                  <c:v>1</c:v>
                </c:pt>
                <c:pt idx="261">
                  <c:v>1</c:v>
                </c:pt>
                <c:pt idx="262">
                  <c:v>1</c:v>
                </c:pt>
                <c:pt idx="263">
                  <c:v>1</c:v>
                </c:pt>
                <c:pt idx="264">
                  <c:v>1</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1</c:v>
                </c:pt>
                <c:pt idx="281">
                  <c:v>1</c:v>
                </c:pt>
                <c:pt idx="282">
                  <c:v>1</c:v>
                </c:pt>
                <c:pt idx="283">
                  <c:v>1</c:v>
                </c:pt>
                <c:pt idx="284">
                  <c:v>1</c:v>
                </c:pt>
                <c:pt idx="285">
                  <c:v>1</c:v>
                </c:pt>
                <c:pt idx="286">
                  <c:v>1</c:v>
                </c:pt>
                <c:pt idx="287">
                  <c:v>1</c:v>
                </c:pt>
                <c:pt idx="288">
                  <c:v>1</c:v>
                </c:pt>
                <c:pt idx="289">
                  <c:v>1</c:v>
                </c:pt>
                <c:pt idx="290">
                  <c:v>1</c:v>
                </c:pt>
                <c:pt idx="291">
                  <c:v>1</c:v>
                </c:pt>
                <c:pt idx="292">
                  <c:v>1</c:v>
                </c:pt>
                <c:pt idx="293">
                  <c:v>1</c:v>
                </c:pt>
                <c:pt idx="294">
                  <c:v>1</c:v>
                </c:pt>
                <c:pt idx="295">
                  <c:v>1</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1</c:v>
                </c:pt>
                <c:pt idx="311">
                  <c:v>1</c:v>
                </c:pt>
                <c:pt idx="312">
                  <c:v>1</c:v>
                </c:pt>
                <c:pt idx="313">
                  <c:v>1</c:v>
                </c:pt>
                <c:pt idx="314">
                  <c:v>1</c:v>
                </c:pt>
                <c:pt idx="315">
                  <c:v>1</c:v>
                </c:pt>
                <c:pt idx="316">
                  <c:v>1</c:v>
                </c:pt>
                <c:pt idx="317">
                  <c:v>1</c:v>
                </c:pt>
                <c:pt idx="318">
                  <c:v>1</c:v>
                </c:pt>
                <c:pt idx="319">
                  <c:v>1</c:v>
                </c:pt>
                <c:pt idx="320">
                  <c:v>1</c:v>
                </c:pt>
                <c:pt idx="321">
                  <c:v>1</c:v>
                </c:pt>
                <c:pt idx="322">
                  <c:v>1</c:v>
                </c:pt>
                <c:pt idx="323">
                  <c:v>1</c:v>
                </c:pt>
                <c:pt idx="324">
                  <c:v>1</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1</c:v>
                </c:pt>
                <c:pt idx="341">
                  <c:v>1</c:v>
                </c:pt>
                <c:pt idx="342">
                  <c:v>1</c:v>
                </c:pt>
                <c:pt idx="343">
                  <c:v>1</c:v>
                </c:pt>
                <c:pt idx="344">
                  <c:v>1</c:v>
                </c:pt>
                <c:pt idx="345">
                  <c:v>1</c:v>
                </c:pt>
                <c:pt idx="346">
                  <c:v>1</c:v>
                </c:pt>
                <c:pt idx="347">
                  <c:v>1</c:v>
                </c:pt>
                <c:pt idx="348">
                  <c:v>1</c:v>
                </c:pt>
                <c:pt idx="349">
                  <c:v>1</c:v>
                </c:pt>
                <c:pt idx="350">
                  <c:v>1</c:v>
                </c:pt>
                <c:pt idx="351">
                  <c:v>1</c:v>
                </c:pt>
                <c:pt idx="352">
                  <c:v>1</c:v>
                </c:pt>
                <c:pt idx="353">
                  <c:v>1</c:v>
                </c:pt>
                <c:pt idx="354">
                  <c:v>1</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numCache>
            </c:numRef>
          </c:val>
          <c:extLst>
            <c:ext xmlns:c16="http://schemas.microsoft.com/office/drawing/2014/chart" uri="{C3380CC4-5D6E-409C-BE32-E72D297353CC}">
              <c16:uniqueId val="{00000001-2DD9-480F-8E19-0B081F72BA66}"/>
            </c:ext>
          </c:extLst>
        </c:ser>
        <c:dLbls>
          <c:showLegendKey val="0"/>
          <c:showVal val="0"/>
          <c:showCatName val="0"/>
          <c:showSerName val="0"/>
          <c:showPercent val="0"/>
          <c:showBubbleSize val="0"/>
        </c:dLbls>
        <c:gapWidth val="150"/>
        <c:axId val="706107776"/>
        <c:axId val="706102496"/>
      </c:barChart>
      <c:lineChart>
        <c:grouping val="standard"/>
        <c:varyColors val="0"/>
        <c:ser>
          <c:idx val="2"/>
          <c:order val="2"/>
          <c:tx>
            <c:strRef>
              <c:f>'https://utokai.sharepoint.com/sites/msteams_21d92e/Shared Documents/光瞳孔反射研究プロジェクト/07色の組み合わせ(減光)/02.青緑/01.実験データ/20251128髙平/[20251128.takahira_B56G11.xlsm]照射後３sごと'!$F$1:$F$2</c:f>
              <c:strCache>
                <c:ptCount val="1"/>
                <c:pt idx="0">
                  <c:v>瞳孔面積 [dot]</c:v>
                </c:pt>
              </c:strCache>
            </c:strRef>
          </c:tx>
          <c:spPr>
            <a:ln w="28575" cap="rnd">
              <a:solidFill>
                <a:schemeClr val="accent2">
                  <a:lumMod val="60000"/>
                  <a:lumOff val="40000"/>
                </a:schemeClr>
              </a:solidFill>
              <a:round/>
            </a:ln>
            <a:effectLst/>
          </c:spPr>
          <c:marker>
            <c:symbol val="none"/>
          </c:marker>
          <c:cat>
            <c:numRef>
              <c:f>'https://utokai.sharepoint.com/sites/msteams_21d92e/Shared Documents/光瞳孔反射研究プロジェクト/07色の組み合わせ(減光)/02.青緑/01.実験データ/20251128髙平/[20251128.takahira_B56G11.xlsm]照射後３sごと'!$B$3:$B$1153</c:f>
              <c:numCache>
                <c:formatCode>General</c:formatCode>
                <c:ptCount val="1151"/>
                <c:pt idx="0">
                  <c:v>82</c:v>
                </c:pt>
                <c:pt idx="1">
                  <c:v>115</c:v>
                </c:pt>
                <c:pt idx="2">
                  <c:v>149</c:v>
                </c:pt>
                <c:pt idx="3">
                  <c:v>182</c:v>
                </c:pt>
                <c:pt idx="4">
                  <c:v>215</c:v>
                </c:pt>
                <c:pt idx="5">
                  <c:v>249</c:v>
                </c:pt>
                <c:pt idx="6">
                  <c:v>282</c:v>
                </c:pt>
                <c:pt idx="7">
                  <c:v>315</c:v>
                </c:pt>
                <c:pt idx="8">
                  <c:v>349</c:v>
                </c:pt>
                <c:pt idx="9">
                  <c:v>382</c:v>
                </c:pt>
                <c:pt idx="10">
                  <c:v>415</c:v>
                </c:pt>
                <c:pt idx="11">
                  <c:v>449</c:v>
                </c:pt>
                <c:pt idx="12">
                  <c:v>482</c:v>
                </c:pt>
                <c:pt idx="13">
                  <c:v>515</c:v>
                </c:pt>
                <c:pt idx="14">
                  <c:v>549</c:v>
                </c:pt>
                <c:pt idx="15">
                  <c:v>582</c:v>
                </c:pt>
                <c:pt idx="16">
                  <c:v>615</c:v>
                </c:pt>
                <c:pt idx="17">
                  <c:v>649</c:v>
                </c:pt>
                <c:pt idx="18">
                  <c:v>682</c:v>
                </c:pt>
                <c:pt idx="19">
                  <c:v>715</c:v>
                </c:pt>
                <c:pt idx="20">
                  <c:v>749</c:v>
                </c:pt>
                <c:pt idx="21">
                  <c:v>782</c:v>
                </c:pt>
                <c:pt idx="22">
                  <c:v>815</c:v>
                </c:pt>
                <c:pt idx="23">
                  <c:v>849</c:v>
                </c:pt>
                <c:pt idx="24">
                  <c:v>882</c:v>
                </c:pt>
                <c:pt idx="25">
                  <c:v>915</c:v>
                </c:pt>
                <c:pt idx="26">
                  <c:v>949</c:v>
                </c:pt>
                <c:pt idx="27">
                  <c:v>982</c:v>
                </c:pt>
                <c:pt idx="28">
                  <c:v>1015</c:v>
                </c:pt>
                <c:pt idx="29">
                  <c:v>1049</c:v>
                </c:pt>
                <c:pt idx="30">
                  <c:v>1082</c:v>
                </c:pt>
                <c:pt idx="31">
                  <c:v>1115</c:v>
                </c:pt>
                <c:pt idx="32">
                  <c:v>1149</c:v>
                </c:pt>
                <c:pt idx="33">
                  <c:v>1182</c:v>
                </c:pt>
                <c:pt idx="34">
                  <c:v>1215</c:v>
                </c:pt>
                <c:pt idx="35">
                  <c:v>1249</c:v>
                </c:pt>
                <c:pt idx="36">
                  <c:v>1282</c:v>
                </c:pt>
                <c:pt idx="37">
                  <c:v>33</c:v>
                </c:pt>
                <c:pt idx="38">
                  <c:v>66</c:v>
                </c:pt>
                <c:pt idx="39">
                  <c:v>99</c:v>
                </c:pt>
                <c:pt idx="40">
                  <c:v>1426</c:v>
                </c:pt>
                <c:pt idx="41">
                  <c:v>1459</c:v>
                </c:pt>
                <c:pt idx="42">
                  <c:v>1493</c:v>
                </c:pt>
                <c:pt idx="43">
                  <c:v>1526</c:v>
                </c:pt>
                <c:pt idx="44">
                  <c:v>1559</c:v>
                </c:pt>
                <c:pt idx="45">
                  <c:v>1593</c:v>
                </c:pt>
                <c:pt idx="46">
                  <c:v>1626</c:v>
                </c:pt>
                <c:pt idx="47">
                  <c:v>1659</c:v>
                </c:pt>
                <c:pt idx="48">
                  <c:v>1693</c:v>
                </c:pt>
                <c:pt idx="49">
                  <c:v>1726</c:v>
                </c:pt>
                <c:pt idx="50">
                  <c:v>1759</c:v>
                </c:pt>
                <c:pt idx="51">
                  <c:v>1793</c:v>
                </c:pt>
                <c:pt idx="52">
                  <c:v>1826</c:v>
                </c:pt>
                <c:pt idx="53">
                  <c:v>1859</c:v>
                </c:pt>
                <c:pt idx="54">
                  <c:v>1893</c:v>
                </c:pt>
                <c:pt idx="55">
                  <c:v>1926</c:v>
                </c:pt>
                <c:pt idx="56">
                  <c:v>1959</c:v>
                </c:pt>
                <c:pt idx="57">
                  <c:v>1993</c:v>
                </c:pt>
                <c:pt idx="58">
                  <c:v>2026</c:v>
                </c:pt>
                <c:pt idx="59">
                  <c:v>2059</c:v>
                </c:pt>
                <c:pt idx="60">
                  <c:v>2093</c:v>
                </c:pt>
                <c:pt idx="61">
                  <c:v>2126</c:v>
                </c:pt>
                <c:pt idx="62">
                  <c:v>2159</c:v>
                </c:pt>
                <c:pt idx="63">
                  <c:v>2193</c:v>
                </c:pt>
                <c:pt idx="64">
                  <c:v>2226</c:v>
                </c:pt>
                <c:pt idx="65">
                  <c:v>2259</c:v>
                </c:pt>
                <c:pt idx="66">
                  <c:v>2293</c:v>
                </c:pt>
                <c:pt idx="67">
                  <c:v>2326</c:v>
                </c:pt>
                <c:pt idx="68">
                  <c:v>2359</c:v>
                </c:pt>
                <c:pt idx="69">
                  <c:v>2393</c:v>
                </c:pt>
                <c:pt idx="70">
                  <c:v>2426</c:v>
                </c:pt>
                <c:pt idx="71">
                  <c:v>2459</c:v>
                </c:pt>
                <c:pt idx="72">
                  <c:v>2493</c:v>
                </c:pt>
                <c:pt idx="73">
                  <c:v>2526</c:v>
                </c:pt>
                <c:pt idx="74">
                  <c:v>2559</c:v>
                </c:pt>
                <c:pt idx="75">
                  <c:v>2593</c:v>
                </c:pt>
                <c:pt idx="76">
                  <c:v>2626</c:v>
                </c:pt>
                <c:pt idx="77">
                  <c:v>2659</c:v>
                </c:pt>
                <c:pt idx="78">
                  <c:v>2693</c:v>
                </c:pt>
                <c:pt idx="79">
                  <c:v>2726</c:v>
                </c:pt>
                <c:pt idx="80">
                  <c:v>2759</c:v>
                </c:pt>
                <c:pt idx="81">
                  <c:v>2793</c:v>
                </c:pt>
                <c:pt idx="82">
                  <c:v>2826</c:v>
                </c:pt>
                <c:pt idx="83">
                  <c:v>2859</c:v>
                </c:pt>
                <c:pt idx="84">
                  <c:v>2893</c:v>
                </c:pt>
                <c:pt idx="85">
                  <c:v>2926</c:v>
                </c:pt>
                <c:pt idx="86">
                  <c:v>2959</c:v>
                </c:pt>
                <c:pt idx="87">
                  <c:v>2993</c:v>
                </c:pt>
                <c:pt idx="88">
                  <c:v>3026</c:v>
                </c:pt>
                <c:pt idx="89">
                  <c:v>3059</c:v>
                </c:pt>
                <c:pt idx="90">
                  <c:v>3093</c:v>
                </c:pt>
                <c:pt idx="91">
                  <c:v>3126</c:v>
                </c:pt>
                <c:pt idx="92">
                  <c:v>3159</c:v>
                </c:pt>
                <c:pt idx="93">
                  <c:v>3193</c:v>
                </c:pt>
                <c:pt idx="94">
                  <c:v>3226</c:v>
                </c:pt>
                <c:pt idx="95">
                  <c:v>3259</c:v>
                </c:pt>
                <c:pt idx="96">
                  <c:v>3293</c:v>
                </c:pt>
                <c:pt idx="97">
                  <c:v>3326</c:v>
                </c:pt>
                <c:pt idx="98">
                  <c:v>3359</c:v>
                </c:pt>
                <c:pt idx="99">
                  <c:v>3393</c:v>
                </c:pt>
                <c:pt idx="100">
                  <c:v>3426</c:v>
                </c:pt>
                <c:pt idx="101">
                  <c:v>3459</c:v>
                </c:pt>
                <c:pt idx="102">
                  <c:v>3493</c:v>
                </c:pt>
                <c:pt idx="103">
                  <c:v>3526</c:v>
                </c:pt>
                <c:pt idx="104">
                  <c:v>3559</c:v>
                </c:pt>
                <c:pt idx="105">
                  <c:v>3593</c:v>
                </c:pt>
                <c:pt idx="106">
                  <c:v>3626</c:v>
                </c:pt>
                <c:pt idx="107">
                  <c:v>3659</c:v>
                </c:pt>
                <c:pt idx="108">
                  <c:v>3693</c:v>
                </c:pt>
                <c:pt idx="109">
                  <c:v>3726</c:v>
                </c:pt>
                <c:pt idx="110">
                  <c:v>3759</c:v>
                </c:pt>
                <c:pt idx="111">
                  <c:v>3793</c:v>
                </c:pt>
                <c:pt idx="112">
                  <c:v>3826</c:v>
                </c:pt>
                <c:pt idx="113">
                  <c:v>3859</c:v>
                </c:pt>
                <c:pt idx="114">
                  <c:v>3893</c:v>
                </c:pt>
                <c:pt idx="115">
                  <c:v>3926</c:v>
                </c:pt>
                <c:pt idx="116">
                  <c:v>3959</c:v>
                </c:pt>
                <c:pt idx="117">
                  <c:v>3993</c:v>
                </c:pt>
                <c:pt idx="118">
                  <c:v>4026</c:v>
                </c:pt>
                <c:pt idx="119">
                  <c:v>4059</c:v>
                </c:pt>
                <c:pt idx="120">
                  <c:v>4093</c:v>
                </c:pt>
                <c:pt idx="121">
                  <c:v>4126</c:v>
                </c:pt>
                <c:pt idx="122">
                  <c:v>4159</c:v>
                </c:pt>
                <c:pt idx="123">
                  <c:v>4193</c:v>
                </c:pt>
                <c:pt idx="124">
                  <c:v>4226</c:v>
                </c:pt>
                <c:pt idx="125">
                  <c:v>4259</c:v>
                </c:pt>
                <c:pt idx="126">
                  <c:v>4293</c:v>
                </c:pt>
                <c:pt idx="127">
                  <c:v>4326</c:v>
                </c:pt>
                <c:pt idx="128">
                  <c:v>4359</c:v>
                </c:pt>
                <c:pt idx="129">
                  <c:v>4393</c:v>
                </c:pt>
                <c:pt idx="130">
                  <c:v>4426</c:v>
                </c:pt>
                <c:pt idx="131">
                  <c:v>4459</c:v>
                </c:pt>
                <c:pt idx="132">
                  <c:v>4493</c:v>
                </c:pt>
                <c:pt idx="133">
                  <c:v>4526</c:v>
                </c:pt>
                <c:pt idx="134">
                  <c:v>4559</c:v>
                </c:pt>
                <c:pt idx="135">
                  <c:v>4593</c:v>
                </c:pt>
                <c:pt idx="136">
                  <c:v>4626</c:v>
                </c:pt>
                <c:pt idx="137">
                  <c:v>4659</c:v>
                </c:pt>
                <c:pt idx="138">
                  <c:v>4693</c:v>
                </c:pt>
                <c:pt idx="139">
                  <c:v>4726</c:v>
                </c:pt>
                <c:pt idx="140">
                  <c:v>4759</c:v>
                </c:pt>
                <c:pt idx="141">
                  <c:v>4793</c:v>
                </c:pt>
                <c:pt idx="142">
                  <c:v>4826</c:v>
                </c:pt>
                <c:pt idx="143">
                  <c:v>4859</c:v>
                </c:pt>
                <c:pt idx="144">
                  <c:v>4893</c:v>
                </c:pt>
                <c:pt idx="145">
                  <c:v>4926</c:v>
                </c:pt>
                <c:pt idx="146">
                  <c:v>4959</c:v>
                </c:pt>
                <c:pt idx="147">
                  <c:v>4993</c:v>
                </c:pt>
                <c:pt idx="148">
                  <c:v>5026</c:v>
                </c:pt>
                <c:pt idx="149">
                  <c:v>5059</c:v>
                </c:pt>
                <c:pt idx="150">
                  <c:v>5093</c:v>
                </c:pt>
                <c:pt idx="151">
                  <c:v>5126</c:v>
                </c:pt>
                <c:pt idx="152">
                  <c:v>5159</c:v>
                </c:pt>
                <c:pt idx="153">
                  <c:v>5193</c:v>
                </c:pt>
                <c:pt idx="154">
                  <c:v>5226</c:v>
                </c:pt>
                <c:pt idx="155">
                  <c:v>5259</c:v>
                </c:pt>
                <c:pt idx="156">
                  <c:v>5293</c:v>
                </c:pt>
                <c:pt idx="157">
                  <c:v>5326</c:v>
                </c:pt>
                <c:pt idx="158">
                  <c:v>5359</c:v>
                </c:pt>
                <c:pt idx="159">
                  <c:v>5393</c:v>
                </c:pt>
                <c:pt idx="160">
                  <c:v>5426</c:v>
                </c:pt>
                <c:pt idx="161">
                  <c:v>5459</c:v>
                </c:pt>
                <c:pt idx="162">
                  <c:v>5493</c:v>
                </c:pt>
                <c:pt idx="163">
                  <c:v>5526</c:v>
                </c:pt>
                <c:pt idx="164">
                  <c:v>5559</c:v>
                </c:pt>
                <c:pt idx="165">
                  <c:v>5593</c:v>
                </c:pt>
                <c:pt idx="166">
                  <c:v>5626</c:v>
                </c:pt>
                <c:pt idx="167">
                  <c:v>5659</c:v>
                </c:pt>
                <c:pt idx="168">
                  <c:v>5693</c:v>
                </c:pt>
                <c:pt idx="169">
                  <c:v>5726</c:v>
                </c:pt>
                <c:pt idx="170">
                  <c:v>5759</c:v>
                </c:pt>
                <c:pt idx="171">
                  <c:v>5793</c:v>
                </c:pt>
                <c:pt idx="172">
                  <c:v>5826</c:v>
                </c:pt>
                <c:pt idx="173">
                  <c:v>5859</c:v>
                </c:pt>
                <c:pt idx="174">
                  <c:v>5893</c:v>
                </c:pt>
                <c:pt idx="175">
                  <c:v>5926</c:v>
                </c:pt>
                <c:pt idx="176">
                  <c:v>5959</c:v>
                </c:pt>
                <c:pt idx="177">
                  <c:v>5993</c:v>
                </c:pt>
                <c:pt idx="178">
                  <c:v>6026</c:v>
                </c:pt>
                <c:pt idx="179">
                  <c:v>6059</c:v>
                </c:pt>
                <c:pt idx="180">
                  <c:v>6093</c:v>
                </c:pt>
                <c:pt idx="181">
                  <c:v>6126</c:v>
                </c:pt>
                <c:pt idx="182">
                  <c:v>6159</c:v>
                </c:pt>
                <c:pt idx="183">
                  <c:v>6193</c:v>
                </c:pt>
                <c:pt idx="184">
                  <c:v>6226</c:v>
                </c:pt>
                <c:pt idx="185">
                  <c:v>6259</c:v>
                </c:pt>
                <c:pt idx="186">
                  <c:v>6293</c:v>
                </c:pt>
                <c:pt idx="187">
                  <c:v>6326</c:v>
                </c:pt>
                <c:pt idx="188">
                  <c:v>6359</c:v>
                </c:pt>
                <c:pt idx="189">
                  <c:v>6393</c:v>
                </c:pt>
                <c:pt idx="190">
                  <c:v>6426</c:v>
                </c:pt>
                <c:pt idx="191">
                  <c:v>6459</c:v>
                </c:pt>
                <c:pt idx="192">
                  <c:v>6493</c:v>
                </c:pt>
                <c:pt idx="193">
                  <c:v>6526</c:v>
                </c:pt>
                <c:pt idx="194">
                  <c:v>6559</c:v>
                </c:pt>
                <c:pt idx="195">
                  <c:v>6593</c:v>
                </c:pt>
                <c:pt idx="196">
                  <c:v>6626</c:v>
                </c:pt>
                <c:pt idx="197">
                  <c:v>6659</c:v>
                </c:pt>
                <c:pt idx="198">
                  <c:v>6693</c:v>
                </c:pt>
                <c:pt idx="199">
                  <c:v>6726</c:v>
                </c:pt>
                <c:pt idx="200">
                  <c:v>6759</c:v>
                </c:pt>
                <c:pt idx="201">
                  <c:v>6793</c:v>
                </c:pt>
                <c:pt idx="202">
                  <c:v>6826</c:v>
                </c:pt>
                <c:pt idx="203">
                  <c:v>6859</c:v>
                </c:pt>
                <c:pt idx="204">
                  <c:v>6893</c:v>
                </c:pt>
                <c:pt idx="205">
                  <c:v>6926</c:v>
                </c:pt>
                <c:pt idx="206">
                  <c:v>6959</c:v>
                </c:pt>
                <c:pt idx="207">
                  <c:v>6993</c:v>
                </c:pt>
                <c:pt idx="208">
                  <c:v>7026</c:v>
                </c:pt>
                <c:pt idx="209">
                  <c:v>7059</c:v>
                </c:pt>
                <c:pt idx="210">
                  <c:v>7093</c:v>
                </c:pt>
                <c:pt idx="211">
                  <c:v>7126</c:v>
                </c:pt>
                <c:pt idx="212">
                  <c:v>7159</c:v>
                </c:pt>
                <c:pt idx="213">
                  <c:v>7193</c:v>
                </c:pt>
                <c:pt idx="214">
                  <c:v>7226</c:v>
                </c:pt>
                <c:pt idx="215">
                  <c:v>7259</c:v>
                </c:pt>
                <c:pt idx="216">
                  <c:v>7293</c:v>
                </c:pt>
                <c:pt idx="217">
                  <c:v>7326</c:v>
                </c:pt>
                <c:pt idx="218">
                  <c:v>7359</c:v>
                </c:pt>
                <c:pt idx="219">
                  <c:v>7393</c:v>
                </c:pt>
                <c:pt idx="220">
                  <c:v>7426</c:v>
                </c:pt>
                <c:pt idx="221">
                  <c:v>7459</c:v>
                </c:pt>
                <c:pt idx="222">
                  <c:v>7493</c:v>
                </c:pt>
                <c:pt idx="223">
                  <c:v>7526</c:v>
                </c:pt>
                <c:pt idx="224">
                  <c:v>7559</c:v>
                </c:pt>
                <c:pt idx="225">
                  <c:v>7593</c:v>
                </c:pt>
                <c:pt idx="226">
                  <c:v>7626</c:v>
                </c:pt>
                <c:pt idx="227">
                  <c:v>7659</c:v>
                </c:pt>
                <c:pt idx="228">
                  <c:v>7693</c:v>
                </c:pt>
                <c:pt idx="229">
                  <c:v>7726</c:v>
                </c:pt>
                <c:pt idx="230">
                  <c:v>7759</c:v>
                </c:pt>
                <c:pt idx="231">
                  <c:v>7793</c:v>
                </c:pt>
                <c:pt idx="232">
                  <c:v>7826</c:v>
                </c:pt>
                <c:pt idx="233">
                  <c:v>7859</c:v>
                </c:pt>
                <c:pt idx="234">
                  <c:v>7893</c:v>
                </c:pt>
                <c:pt idx="235">
                  <c:v>7926</c:v>
                </c:pt>
                <c:pt idx="236">
                  <c:v>7959</c:v>
                </c:pt>
                <c:pt idx="237">
                  <c:v>7993</c:v>
                </c:pt>
                <c:pt idx="238">
                  <c:v>8026</c:v>
                </c:pt>
                <c:pt idx="239">
                  <c:v>8059</c:v>
                </c:pt>
                <c:pt idx="240">
                  <c:v>8093</c:v>
                </c:pt>
                <c:pt idx="241">
                  <c:v>8126</c:v>
                </c:pt>
                <c:pt idx="242">
                  <c:v>8159</c:v>
                </c:pt>
                <c:pt idx="243">
                  <c:v>8193</c:v>
                </c:pt>
                <c:pt idx="244">
                  <c:v>8226</c:v>
                </c:pt>
                <c:pt idx="245">
                  <c:v>8259</c:v>
                </c:pt>
                <c:pt idx="246">
                  <c:v>8293</c:v>
                </c:pt>
                <c:pt idx="247">
                  <c:v>8326</c:v>
                </c:pt>
                <c:pt idx="248">
                  <c:v>8359</c:v>
                </c:pt>
                <c:pt idx="249">
                  <c:v>8393</c:v>
                </c:pt>
                <c:pt idx="250">
                  <c:v>8426</c:v>
                </c:pt>
                <c:pt idx="251">
                  <c:v>8459</c:v>
                </c:pt>
                <c:pt idx="252">
                  <c:v>8493</c:v>
                </c:pt>
                <c:pt idx="253">
                  <c:v>8526</c:v>
                </c:pt>
                <c:pt idx="254">
                  <c:v>8559</c:v>
                </c:pt>
                <c:pt idx="255">
                  <c:v>8593</c:v>
                </c:pt>
                <c:pt idx="256">
                  <c:v>8626</c:v>
                </c:pt>
                <c:pt idx="257">
                  <c:v>8659</c:v>
                </c:pt>
                <c:pt idx="258">
                  <c:v>8693</c:v>
                </c:pt>
                <c:pt idx="259">
                  <c:v>8726</c:v>
                </c:pt>
                <c:pt idx="260">
                  <c:v>8759</c:v>
                </c:pt>
                <c:pt idx="261">
                  <c:v>8793</c:v>
                </c:pt>
                <c:pt idx="262">
                  <c:v>8826</c:v>
                </c:pt>
                <c:pt idx="263">
                  <c:v>8859</c:v>
                </c:pt>
                <c:pt idx="264">
                  <c:v>8893</c:v>
                </c:pt>
                <c:pt idx="265">
                  <c:v>8926</c:v>
                </c:pt>
                <c:pt idx="266">
                  <c:v>8959</c:v>
                </c:pt>
                <c:pt idx="267">
                  <c:v>8993</c:v>
                </c:pt>
                <c:pt idx="268">
                  <c:v>9026</c:v>
                </c:pt>
                <c:pt idx="269">
                  <c:v>9059</c:v>
                </c:pt>
                <c:pt idx="270">
                  <c:v>9093</c:v>
                </c:pt>
                <c:pt idx="271">
                  <c:v>9126</c:v>
                </c:pt>
                <c:pt idx="272">
                  <c:v>9159</c:v>
                </c:pt>
                <c:pt idx="273">
                  <c:v>9193</c:v>
                </c:pt>
                <c:pt idx="274">
                  <c:v>9226</c:v>
                </c:pt>
                <c:pt idx="275">
                  <c:v>9259</c:v>
                </c:pt>
                <c:pt idx="276">
                  <c:v>9293</c:v>
                </c:pt>
                <c:pt idx="277">
                  <c:v>9326</c:v>
                </c:pt>
                <c:pt idx="278">
                  <c:v>9359</c:v>
                </c:pt>
                <c:pt idx="279">
                  <c:v>9393</c:v>
                </c:pt>
                <c:pt idx="280">
                  <c:v>9426</c:v>
                </c:pt>
                <c:pt idx="281">
                  <c:v>9459</c:v>
                </c:pt>
                <c:pt idx="282">
                  <c:v>9493</c:v>
                </c:pt>
                <c:pt idx="283">
                  <c:v>9526</c:v>
                </c:pt>
                <c:pt idx="284">
                  <c:v>9559</c:v>
                </c:pt>
                <c:pt idx="285">
                  <c:v>9593</c:v>
                </c:pt>
                <c:pt idx="286">
                  <c:v>9626</c:v>
                </c:pt>
                <c:pt idx="287">
                  <c:v>9659</c:v>
                </c:pt>
                <c:pt idx="288">
                  <c:v>9693</c:v>
                </c:pt>
                <c:pt idx="289">
                  <c:v>9726</c:v>
                </c:pt>
                <c:pt idx="290">
                  <c:v>9759</c:v>
                </c:pt>
                <c:pt idx="291">
                  <c:v>9793</c:v>
                </c:pt>
                <c:pt idx="292">
                  <c:v>9826</c:v>
                </c:pt>
                <c:pt idx="293">
                  <c:v>9859</c:v>
                </c:pt>
                <c:pt idx="294">
                  <c:v>9893</c:v>
                </c:pt>
                <c:pt idx="295">
                  <c:v>9926</c:v>
                </c:pt>
                <c:pt idx="296">
                  <c:v>9959</c:v>
                </c:pt>
                <c:pt idx="297">
                  <c:v>9993</c:v>
                </c:pt>
                <c:pt idx="298">
                  <c:v>10026</c:v>
                </c:pt>
                <c:pt idx="299">
                  <c:v>10059</c:v>
                </c:pt>
                <c:pt idx="300">
                  <c:v>10093</c:v>
                </c:pt>
                <c:pt idx="301">
                  <c:v>10126</c:v>
                </c:pt>
                <c:pt idx="302">
                  <c:v>10159</c:v>
                </c:pt>
                <c:pt idx="303">
                  <c:v>10193</c:v>
                </c:pt>
                <c:pt idx="304">
                  <c:v>10226</c:v>
                </c:pt>
                <c:pt idx="305">
                  <c:v>10259</c:v>
                </c:pt>
                <c:pt idx="306">
                  <c:v>10293</c:v>
                </c:pt>
                <c:pt idx="307">
                  <c:v>10326</c:v>
                </c:pt>
                <c:pt idx="308">
                  <c:v>10359</c:v>
                </c:pt>
                <c:pt idx="309">
                  <c:v>10393</c:v>
                </c:pt>
                <c:pt idx="310">
                  <c:v>10426</c:v>
                </c:pt>
                <c:pt idx="311">
                  <c:v>10459</c:v>
                </c:pt>
                <c:pt idx="312">
                  <c:v>10493</c:v>
                </c:pt>
                <c:pt idx="313">
                  <c:v>10526</c:v>
                </c:pt>
                <c:pt idx="314">
                  <c:v>10559</c:v>
                </c:pt>
                <c:pt idx="315">
                  <c:v>10593</c:v>
                </c:pt>
                <c:pt idx="316">
                  <c:v>10626</c:v>
                </c:pt>
                <c:pt idx="317">
                  <c:v>10659</c:v>
                </c:pt>
                <c:pt idx="318">
                  <c:v>10693</c:v>
                </c:pt>
                <c:pt idx="319">
                  <c:v>10726</c:v>
                </c:pt>
                <c:pt idx="320">
                  <c:v>10759</c:v>
                </c:pt>
                <c:pt idx="321">
                  <c:v>10793</c:v>
                </c:pt>
                <c:pt idx="322">
                  <c:v>10826</c:v>
                </c:pt>
                <c:pt idx="323">
                  <c:v>10859</c:v>
                </c:pt>
                <c:pt idx="324">
                  <c:v>10893</c:v>
                </c:pt>
                <c:pt idx="325">
                  <c:v>10926</c:v>
                </c:pt>
                <c:pt idx="326">
                  <c:v>10959</c:v>
                </c:pt>
                <c:pt idx="327">
                  <c:v>10993</c:v>
                </c:pt>
                <c:pt idx="328">
                  <c:v>11026</c:v>
                </c:pt>
                <c:pt idx="329">
                  <c:v>11059</c:v>
                </c:pt>
                <c:pt idx="330">
                  <c:v>11093</c:v>
                </c:pt>
                <c:pt idx="331">
                  <c:v>11126</c:v>
                </c:pt>
                <c:pt idx="332">
                  <c:v>11159</c:v>
                </c:pt>
                <c:pt idx="333">
                  <c:v>11193</c:v>
                </c:pt>
                <c:pt idx="334">
                  <c:v>11226</c:v>
                </c:pt>
                <c:pt idx="335">
                  <c:v>11260</c:v>
                </c:pt>
                <c:pt idx="336">
                  <c:v>11293</c:v>
                </c:pt>
                <c:pt idx="337">
                  <c:v>11326</c:v>
                </c:pt>
                <c:pt idx="338">
                  <c:v>11360</c:v>
                </c:pt>
                <c:pt idx="339">
                  <c:v>11393</c:v>
                </c:pt>
                <c:pt idx="340">
                  <c:v>11426</c:v>
                </c:pt>
                <c:pt idx="341">
                  <c:v>11460</c:v>
                </c:pt>
                <c:pt idx="342">
                  <c:v>11493</c:v>
                </c:pt>
                <c:pt idx="343">
                  <c:v>11526</c:v>
                </c:pt>
                <c:pt idx="344">
                  <c:v>11560</c:v>
                </c:pt>
                <c:pt idx="345">
                  <c:v>11593</c:v>
                </c:pt>
                <c:pt idx="346">
                  <c:v>11626</c:v>
                </c:pt>
                <c:pt idx="347">
                  <c:v>11660</c:v>
                </c:pt>
                <c:pt idx="348">
                  <c:v>11693</c:v>
                </c:pt>
                <c:pt idx="349">
                  <c:v>11726</c:v>
                </c:pt>
                <c:pt idx="350">
                  <c:v>11760</c:v>
                </c:pt>
                <c:pt idx="351">
                  <c:v>11793</c:v>
                </c:pt>
                <c:pt idx="352">
                  <c:v>11826</c:v>
                </c:pt>
                <c:pt idx="353">
                  <c:v>11860</c:v>
                </c:pt>
                <c:pt idx="354">
                  <c:v>11893</c:v>
                </c:pt>
                <c:pt idx="355">
                  <c:v>11926</c:v>
                </c:pt>
                <c:pt idx="356">
                  <c:v>11960</c:v>
                </c:pt>
                <c:pt idx="357">
                  <c:v>11993</c:v>
                </c:pt>
                <c:pt idx="358">
                  <c:v>12026</c:v>
                </c:pt>
                <c:pt idx="359">
                  <c:v>12060</c:v>
                </c:pt>
                <c:pt idx="360">
                  <c:v>12093</c:v>
                </c:pt>
                <c:pt idx="361">
                  <c:v>12126</c:v>
                </c:pt>
                <c:pt idx="362">
                  <c:v>12160</c:v>
                </c:pt>
                <c:pt idx="363">
                  <c:v>12193</c:v>
                </c:pt>
                <c:pt idx="364">
                  <c:v>12226</c:v>
                </c:pt>
                <c:pt idx="365">
                  <c:v>12260</c:v>
                </c:pt>
                <c:pt idx="366">
                  <c:v>12293</c:v>
                </c:pt>
                <c:pt idx="367">
                  <c:v>12326</c:v>
                </c:pt>
                <c:pt idx="368">
                  <c:v>12360</c:v>
                </c:pt>
                <c:pt idx="369">
                  <c:v>12393</c:v>
                </c:pt>
                <c:pt idx="370">
                  <c:v>12426</c:v>
                </c:pt>
                <c:pt idx="371">
                  <c:v>12460</c:v>
                </c:pt>
                <c:pt idx="372">
                  <c:v>12493</c:v>
                </c:pt>
                <c:pt idx="373">
                  <c:v>12526</c:v>
                </c:pt>
                <c:pt idx="374">
                  <c:v>12560</c:v>
                </c:pt>
                <c:pt idx="375">
                  <c:v>12593</c:v>
                </c:pt>
                <c:pt idx="376">
                  <c:v>12626</c:v>
                </c:pt>
                <c:pt idx="377">
                  <c:v>12660</c:v>
                </c:pt>
                <c:pt idx="378">
                  <c:v>12693</c:v>
                </c:pt>
                <c:pt idx="379">
                  <c:v>12726</c:v>
                </c:pt>
                <c:pt idx="380">
                  <c:v>12760</c:v>
                </c:pt>
                <c:pt idx="381">
                  <c:v>12793</c:v>
                </c:pt>
                <c:pt idx="382">
                  <c:v>12826</c:v>
                </c:pt>
                <c:pt idx="383">
                  <c:v>12860</c:v>
                </c:pt>
                <c:pt idx="384">
                  <c:v>12893</c:v>
                </c:pt>
                <c:pt idx="385">
                  <c:v>12926</c:v>
                </c:pt>
                <c:pt idx="386">
                  <c:v>12960</c:v>
                </c:pt>
                <c:pt idx="387">
                  <c:v>12993</c:v>
                </c:pt>
                <c:pt idx="388">
                  <c:v>13026</c:v>
                </c:pt>
                <c:pt idx="389">
                  <c:v>13060</c:v>
                </c:pt>
                <c:pt idx="390">
                  <c:v>13093</c:v>
                </c:pt>
                <c:pt idx="391">
                  <c:v>13126</c:v>
                </c:pt>
                <c:pt idx="392">
                  <c:v>13160</c:v>
                </c:pt>
                <c:pt idx="393">
                  <c:v>13193</c:v>
                </c:pt>
                <c:pt idx="394">
                  <c:v>13226</c:v>
                </c:pt>
                <c:pt idx="395">
                  <c:v>13260</c:v>
                </c:pt>
                <c:pt idx="396">
                  <c:v>13293</c:v>
                </c:pt>
                <c:pt idx="397">
                  <c:v>13326</c:v>
                </c:pt>
                <c:pt idx="398">
                  <c:v>13360</c:v>
                </c:pt>
                <c:pt idx="399">
                  <c:v>13393</c:v>
                </c:pt>
                <c:pt idx="400">
                  <c:v>13426</c:v>
                </c:pt>
                <c:pt idx="401">
                  <c:v>13460</c:v>
                </c:pt>
                <c:pt idx="402">
                  <c:v>13493</c:v>
                </c:pt>
                <c:pt idx="403">
                  <c:v>13526</c:v>
                </c:pt>
                <c:pt idx="404">
                  <c:v>13560</c:v>
                </c:pt>
                <c:pt idx="405">
                  <c:v>13593</c:v>
                </c:pt>
                <c:pt idx="406">
                  <c:v>13626</c:v>
                </c:pt>
                <c:pt idx="407">
                  <c:v>13660</c:v>
                </c:pt>
                <c:pt idx="408">
                  <c:v>13693</c:v>
                </c:pt>
                <c:pt idx="409">
                  <c:v>13726</c:v>
                </c:pt>
                <c:pt idx="410">
                  <c:v>13760</c:v>
                </c:pt>
                <c:pt idx="411">
                  <c:v>13793</c:v>
                </c:pt>
                <c:pt idx="412">
                  <c:v>13826</c:v>
                </c:pt>
                <c:pt idx="413">
                  <c:v>13860</c:v>
                </c:pt>
                <c:pt idx="414">
                  <c:v>13893</c:v>
                </c:pt>
                <c:pt idx="415">
                  <c:v>13926</c:v>
                </c:pt>
                <c:pt idx="416">
                  <c:v>13960</c:v>
                </c:pt>
                <c:pt idx="417">
                  <c:v>13993</c:v>
                </c:pt>
                <c:pt idx="418">
                  <c:v>14026</c:v>
                </c:pt>
                <c:pt idx="419">
                  <c:v>14060</c:v>
                </c:pt>
                <c:pt idx="420">
                  <c:v>14093</c:v>
                </c:pt>
                <c:pt idx="421">
                  <c:v>14126</c:v>
                </c:pt>
                <c:pt idx="422">
                  <c:v>14160</c:v>
                </c:pt>
                <c:pt idx="423">
                  <c:v>14193</c:v>
                </c:pt>
                <c:pt idx="424">
                  <c:v>14226</c:v>
                </c:pt>
                <c:pt idx="425">
                  <c:v>14260</c:v>
                </c:pt>
                <c:pt idx="426">
                  <c:v>14293</c:v>
                </c:pt>
                <c:pt idx="427">
                  <c:v>14327</c:v>
                </c:pt>
                <c:pt idx="428">
                  <c:v>14360</c:v>
                </c:pt>
                <c:pt idx="429">
                  <c:v>14393</c:v>
                </c:pt>
                <c:pt idx="430">
                  <c:v>14427</c:v>
                </c:pt>
                <c:pt idx="431">
                  <c:v>14460</c:v>
                </c:pt>
                <c:pt idx="432">
                  <c:v>14493</c:v>
                </c:pt>
                <c:pt idx="433">
                  <c:v>14527</c:v>
                </c:pt>
                <c:pt idx="434">
                  <c:v>14560</c:v>
                </c:pt>
                <c:pt idx="435">
                  <c:v>14593</c:v>
                </c:pt>
                <c:pt idx="436">
                  <c:v>14627</c:v>
                </c:pt>
                <c:pt idx="437">
                  <c:v>14660</c:v>
                </c:pt>
                <c:pt idx="438">
                  <c:v>14693</c:v>
                </c:pt>
                <c:pt idx="439">
                  <c:v>14727</c:v>
                </c:pt>
                <c:pt idx="440">
                  <c:v>14760</c:v>
                </c:pt>
                <c:pt idx="441">
                  <c:v>14793</c:v>
                </c:pt>
                <c:pt idx="442">
                  <c:v>14827</c:v>
                </c:pt>
                <c:pt idx="443">
                  <c:v>14860</c:v>
                </c:pt>
                <c:pt idx="444">
                  <c:v>14893</c:v>
                </c:pt>
                <c:pt idx="445">
                  <c:v>14927</c:v>
                </c:pt>
                <c:pt idx="446">
                  <c:v>14960</c:v>
                </c:pt>
                <c:pt idx="447">
                  <c:v>14993</c:v>
                </c:pt>
                <c:pt idx="448">
                  <c:v>15027</c:v>
                </c:pt>
                <c:pt idx="449">
                  <c:v>15060</c:v>
                </c:pt>
                <c:pt idx="450">
                  <c:v>15093</c:v>
                </c:pt>
                <c:pt idx="451">
                  <c:v>15127</c:v>
                </c:pt>
                <c:pt idx="452">
                  <c:v>15160</c:v>
                </c:pt>
                <c:pt idx="453">
                  <c:v>15193</c:v>
                </c:pt>
                <c:pt idx="454">
                  <c:v>15227</c:v>
                </c:pt>
                <c:pt idx="455">
                  <c:v>15260</c:v>
                </c:pt>
                <c:pt idx="456">
                  <c:v>15293</c:v>
                </c:pt>
                <c:pt idx="457">
                  <c:v>15327</c:v>
                </c:pt>
                <c:pt idx="458">
                  <c:v>15360</c:v>
                </c:pt>
                <c:pt idx="459">
                  <c:v>15393</c:v>
                </c:pt>
                <c:pt idx="460">
                  <c:v>15427</c:v>
                </c:pt>
                <c:pt idx="461">
                  <c:v>15460</c:v>
                </c:pt>
                <c:pt idx="462">
                  <c:v>15493</c:v>
                </c:pt>
                <c:pt idx="463">
                  <c:v>15527</c:v>
                </c:pt>
                <c:pt idx="464">
                  <c:v>15560</c:v>
                </c:pt>
                <c:pt idx="465">
                  <c:v>15593</c:v>
                </c:pt>
                <c:pt idx="466">
                  <c:v>15627</c:v>
                </c:pt>
                <c:pt idx="467">
                  <c:v>15660</c:v>
                </c:pt>
                <c:pt idx="468">
                  <c:v>15693</c:v>
                </c:pt>
                <c:pt idx="469">
                  <c:v>15727</c:v>
                </c:pt>
                <c:pt idx="470">
                  <c:v>15760</c:v>
                </c:pt>
                <c:pt idx="471">
                  <c:v>15793</c:v>
                </c:pt>
                <c:pt idx="472">
                  <c:v>15827</c:v>
                </c:pt>
                <c:pt idx="473">
                  <c:v>15860</c:v>
                </c:pt>
                <c:pt idx="474">
                  <c:v>15893</c:v>
                </c:pt>
                <c:pt idx="475">
                  <c:v>15927</c:v>
                </c:pt>
                <c:pt idx="476">
                  <c:v>15960</c:v>
                </c:pt>
                <c:pt idx="477">
                  <c:v>15993</c:v>
                </c:pt>
                <c:pt idx="478">
                  <c:v>16027</c:v>
                </c:pt>
                <c:pt idx="479">
                  <c:v>16060</c:v>
                </c:pt>
                <c:pt idx="480">
                  <c:v>16093</c:v>
                </c:pt>
                <c:pt idx="481">
                  <c:v>16127</c:v>
                </c:pt>
                <c:pt idx="482">
                  <c:v>16160</c:v>
                </c:pt>
                <c:pt idx="483">
                  <c:v>16193</c:v>
                </c:pt>
                <c:pt idx="484">
                  <c:v>16227</c:v>
                </c:pt>
                <c:pt idx="485">
                  <c:v>16260</c:v>
                </c:pt>
                <c:pt idx="486">
                  <c:v>16293</c:v>
                </c:pt>
                <c:pt idx="487">
                  <c:v>16327</c:v>
                </c:pt>
                <c:pt idx="488">
                  <c:v>16360</c:v>
                </c:pt>
                <c:pt idx="489">
                  <c:v>16393</c:v>
                </c:pt>
                <c:pt idx="490">
                  <c:v>16427</c:v>
                </c:pt>
                <c:pt idx="491">
                  <c:v>16460</c:v>
                </c:pt>
                <c:pt idx="492">
                  <c:v>16493</c:v>
                </c:pt>
                <c:pt idx="493">
                  <c:v>16527</c:v>
                </c:pt>
                <c:pt idx="494">
                  <c:v>16560</c:v>
                </c:pt>
                <c:pt idx="495">
                  <c:v>16594</c:v>
                </c:pt>
                <c:pt idx="496">
                  <c:v>16627</c:v>
                </c:pt>
                <c:pt idx="497">
                  <c:v>16660</c:v>
                </c:pt>
                <c:pt idx="498">
                  <c:v>16694</c:v>
                </c:pt>
                <c:pt idx="499">
                  <c:v>16727</c:v>
                </c:pt>
                <c:pt idx="500">
                  <c:v>16760</c:v>
                </c:pt>
                <c:pt idx="501">
                  <c:v>16794</c:v>
                </c:pt>
                <c:pt idx="502">
                  <c:v>16827</c:v>
                </c:pt>
                <c:pt idx="503">
                  <c:v>16860</c:v>
                </c:pt>
                <c:pt idx="504">
                  <c:v>16894</c:v>
                </c:pt>
                <c:pt idx="505">
                  <c:v>16927</c:v>
                </c:pt>
                <c:pt idx="506">
                  <c:v>16960</c:v>
                </c:pt>
                <c:pt idx="507">
                  <c:v>16994</c:v>
                </c:pt>
                <c:pt idx="508">
                  <c:v>17027</c:v>
                </c:pt>
                <c:pt idx="509">
                  <c:v>17060</c:v>
                </c:pt>
                <c:pt idx="510">
                  <c:v>17094</c:v>
                </c:pt>
                <c:pt idx="511">
                  <c:v>17127</c:v>
                </c:pt>
                <c:pt idx="512">
                  <c:v>17160</c:v>
                </c:pt>
                <c:pt idx="513">
                  <c:v>17194</c:v>
                </c:pt>
                <c:pt idx="514">
                  <c:v>17227</c:v>
                </c:pt>
                <c:pt idx="515">
                  <c:v>17260</c:v>
                </c:pt>
                <c:pt idx="516">
                  <c:v>17294</c:v>
                </c:pt>
                <c:pt idx="517">
                  <c:v>17327</c:v>
                </c:pt>
                <c:pt idx="518">
                  <c:v>17360</c:v>
                </c:pt>
                <c:pt idx="519">
                  <c:v>17394</c:v>
                </c:pt>
                <c:pt idx="520">
                  <c:v>17427</c:v>
                </c:pt>
                <c:pt idx="521">
                  <c:v>17460</c:v>
                </c:pt>
                <c:pt idx="522">
                  <c:v>17494</c:v>
                </c:pt>
                <c:pt idx="523">
                  <c:v>17527</c:v>
                </c:pt>
                <c:pt idx="524">
                  <c:v>17560</c:v>
                </c:pt>
                <c:pt idx="525">
                  <c:v>17594</c:v>
                </c:pt>
                <c:pt idx="526">
                  <c:v>17627</c:v>
                </c:pt>
                <c:pt idx="527">
                  <c:v>17660</c:v>
                </c:pt>
                <c:pt idx="528">
                  <c:v>17694</c:v>
                </c:pt>
                <c:pt idx="529">
                  <c:v>17727</c:v>
                </c:pt>
                <c:pt idx="530">
                  <c:v>17760</c:v>
                </c:pt>
                <c:pt idx="531">
                  <c:v>17794</c:v>
                </c:pt>
                <c:pt idx="532">
                  <c:v>17827</c:v>
                </c:pt>
                <c:pt idx="533">
                  <c:v>17860</c:v>
                </c:pt>
                <c:pt idx="534">
                  <c:v>17894</c:v>
                </c:pt>
                <c:pt idx="535">
                  <c:v>17927</c:v>
                </c:pt>
                <c:pt idx="536">
                  <c:v>17960</c:v>
                </c:pt>
                <c:pt idx="537">
                  <c:v>17994</c:v>
                </c:pt>
                <c:pt idx="538">
                  <c:v>18027</c:v>
                </c:pt>
                <c:pt idx="539">
                  <c:v>18060</c:v>
                </c:pt>
                <c:pt idx="540">
                  <c:v>18094</c:v>
                </c:pt>
                <c:pt idx="541">
                  <c:v>18127</c:v>
                </c:pt>
                <c:pt idx="542">
                  <c:v>18160</c:v>
                </c:pt>
                <c:pt idx="543">
                  <c:v>18194</c:v>
                </c:pt>
                <c:pt idx="544">
                  <c:v>18227</c:v>
                </c:pt>
                <c:pt idx="545">
                  <c:v>18260</c:v>
                </c:pt>
                <c:pt idx="546">
                  <c:v>18294</c:v>
                </c:pt>
                <c:pt idx="547">
                  <c:v>18327</c:v>
                </c:pt>
                <c:pt idx="548">
                  <c:v>18360</c:v>
                </c:pt>
                <c:pt idx="549">
                  <c:v>18394</c:v>
                </c:pt>
                <c:pt idx="550">
                  <c:v>18427</c:v>
                </c:pt>
                <c:pt idx="551">
                  <c:v>18460</c:v>
                </c:pt>
                <c:pt idx="552">
                  <c:v>18494</c:v>
                </c:pt>
                <c:pt idx="553">
                  <c:v>18527</c:v>
                </c:pt>
                <c:pt idx="554">
                  <c:v>18560</c:v>
                </c:pt>
                <c:pt idx="555">
                  <c:v>18594</c:v>
                </c:pt>
                <c:pt idx="556">
                  <c:v>18627</c:v>
                </c:pt>
                <c:pt idx="557">
                  <c:v>18660</c:v>
                </c:pt>
                <c:pt idx="558">
                  <c:v>18694</c:v>
                </c:pt>
                <c:pt idx="559">
                  <c:v>18727</c:v>
                </c:pt>
                <c:pt idx="560">
                  <c:v>18760</c:v>
                </c:pt>
                <c:pt idx="561">
                  <c:v>18794</c:v>
                </c:pt>
                <c:pt idx="562">
                  <c:v>18827</c:v>
                </c:pt>
                <c:pt idx="563">
                  <c:v>18861</c:v>
                </c:pt>
                <c:pt idx="564">
                  <c:v>18894</c:v>
                </c:pt>
                <c:pt idx="565">
                  <c:v>18927</c:v>
                </c:pt>
                <c:pt idx="566">
                  <c:v>18961</c:v>
                </c:pt>
                <c:pt idx="567">
                  <c:v>18994</c:v>
                </c:pt>
                <c:pt idx="568">
                  <c:v>19027</c:v>
                </c:pt>
                <c:pt idx="569">
                  <c:v>19061</c:v>
                </c:pt>
                <c:pt idx="570">
                  <c:v>19094</c:v>
                </c:pt>
                <c:pt idx="571">
                  <c:v>19127</c:v>
                </c:pt>
                <c:pt idx="572">
                  <c:v>19161</c:v>
                </c:pt>
                <c:pt idx="573">
                  <c:v>19194</c:v>
                </c:pt>
                <c:pt idx="574">
                  <c:v>19227</c:v>
                </c:pt>
                <c:pt idx="575">
                  <c:v>19261</c:v>
                </c:pt>
                <c:pt idx="576">
                  <c:v>19294</c:v>
                </c:pt>
                <c:pt idx="577">
                  <c:v>19327</c:v>
                </c:pt>
                <c:pt idx="578">
                  <c:v>19361</c:v>
                </c:pt>
                <c:pt idx="579">
                  <c:v>19394</c:v>
                </c:pt>
                <c:pt idx="580">
                  <c:v>19427</c:v>
                </c:pt>
                <c:pt idx="581">
                  <c:v>19461</c:v>
                </c:pt>
                <c:pt idx="582">
                  <c:v>19494</c:v>
                </c:pt>
                <c:pt idx="583">
                  <c:v>19527</c:v>
                </c:pt>
                <c:pt idx="584">
                  <c:v>19561</c:v>
                </c:pt>
                <c:pt idx="585">
                  <c:v>19594</c:v>
                </c:pt>
                <c:pt idx="586">
                  <c:v>19627</c:v>
                </c:pt>
                <c:pt idx="587">
                  <c:v>19661</c:v>
                </c:pt>
                <c:pt idx="588">
                  <c:v>19694</c:v>
                </c:pt>
                <c:pt idx="589">
                  <c:v>19727</c:v>
                </c:pt>
                <c:pt idx="590">
                  <c:v>19761</c:v>
                </c:pt>
                <c:pt idx="591">
                  <c:v>19794</c:v>
                </c:pt>
                <c:pt idx="592">
                  <c:v>19827</c:v>
                </c:pt>
                <c:pt idx="593">
                  <c:v>19861</c:v>
                </c:pt>
                <c:pt idx="594">
                  <c:v>19894</c:v>
                </c:pt>
                <c:pt idx="595">
                  <c:v>19927</c:v>
                </c:pt>
                <c:pt idx="596">
                  <c:v>19961</c:v>
                </c:pt>
                <c:pt idx="597">
                  <c:v>19994</c:v>
                </c:pt>
                <c:pt idx="598">
                  <c:v>20027</c:v>
                </c:pt>
                <c:pt idx="599">
                  <c:v>20061</c:v>
                </c:pt>
                <c:pt idx="600">
                  <c:v>20094</c:v>
                </c:pt>
                <c:pt idx="601">
                  <c:v>20127</c:v>
                </c:pt>
                <c:pt idx="602">
                  <c:v>20161</c:v>
                </c:pt>
                <c:pt idx="603">
                  <c:v>20194</c:v>
                </c:pt>
                <c:pt idx="604">
                  <c:v>20227</c:v>
                </c:pt>
                <c:pt idx="605">
                  <c:v>20261</c:v>
                </c:pt>
                <c:pt idx="606">
                  <c:v>20294</c:v>
                </c:pt>
                <c:pt idx="607">
                  <c:v>20327</c:v>
                </c:pt>
                <c:pt idx="608">
                  <c:v>20361</c:v>
                </c:pt>
                <c:pt idx="609">
                  <c:v>20394</c:v>
                </c:pt>
                <c:pt idx="610">
                  <c:v>20427</c:v>
                </c:pt>
                <c:pt idx="611">
                  <c:v>20461</c:v>
                </c:pt>
                <c:pt idx="612">
                  <c:v>20494</c:v>
                </c:pt>
                <c:pt idx="613">
                  <c:v>20527</c:v>
                </c:pt>
                <c:pt idx="614">
                  <c:v>20561</c:v>
                </c:pt>
                <c:pt idx="615">
                  <c:v>20594</c:v>
                </c:pt>
                <c:pt idx="616">
                  <c:v>20627</c:v>
                </c:pt>
                <c:pt idx="617">
                  <c:v>20661</c:v>
                </c:pt>
                <c:pt idx="618">
                  <c:v>20694</c:v>
                </c:pt>
                <c:pt idx="619">
                  <c:v>20727</c:v>
                </c:pt>
                <c:pt idx="620">
                  <c:v>20761</c:v>
                </c:pt>
                <c:pt idx="621">
                  <c:v>20794</c:v>
                </c:pt>
                <c:pt idx="622">
                  <c:v>20827</c:v>
                </c:pt>
                <c:pt idx="623">
                  <c:v>20861</c:v>
                </c:pt>
                <c:pt idx="624">
                  <c:v>20894</c:v>
                </c:pt>
                <c:pt idx="625">
                  <c:v>20927</c:v>
                </c:pt>
                <c:pt idx="626">
                  <c:v>20961</c:v>
                </c:pt>
                <c:pt idx="627">
                  <c:v>20994</c:v>
                </c:pt>
                <c:pt idx="628">
                  <c:v>21028</c:v>
                </c:pt>
                <c:pt idx="629">
                  <c:v>21061</c:v>
                </c:pt>
                <c:pt idx="630">
                  <c:v>21094</c:v>
                </c:pt>
                <c:pt idx="631">
                  <c:v>21128</c:v>
                </c:pt>
                <c:pt idx="632">
                  <c:v>21161</c:v>
                </c:pt>
                <c:pt idx="633">
                  <c:v>21194</c:v>
                </c:pt>
                <c:pt idx="634">
                  <c:v>21228</c:v>
                </c:pt>
                <c:pt idx="635">
                  <c:v>21261</c:v>
                </c:pt>
                <c:pt idx="636">
                  <c:v>21294</c:v>
                </c:pt>
                <c:pt idx="637">
                  <c:v>21328</c:v>
                </c:pt>
                <c:pt idx="638">
                  <c:v>21361</c:v>
                </c:pt>
                <c:pt idx="639">
                  <c:v>21394</c:v>
                </c:pt>
                <c:pt idx="640">
                  <c:v>21428</c:v>
                </c:pt>
                <c:pt idx="641">
                  <c:v>21461</c:v>
                </c:pt>
                <c:pt idx="642">
                  <c:v>21494</c:v>
                </c:pt>
                <c:pt idx="643">
                  <c:v>21528</c:v>
                </c:pt>
                <c:pt idx="644">
                  <c:v>21561</c:v>
                </c:pt>
                <c:pt idx="645">
                  <c:v>21594</c:v>
                </c:pt>
                <c:pt idx="646">
                  <c:v>21628</c:v>
                </c:pt>
                <c:pt idx="647">
                  <c:v>21661</c:v>
                </c:pt>
                <c:pt idx="648">
                  <c:v>21694</c:v>
                </c:pt>
                <c:pt idx="649">
                  <c:v>21728</c:v>
                </c:pt>
                <c:pt idx="650">
                  <c:v>21761</c:v>
                </c:pt>
                <c:pt idx="651">
                  <c:v>21794</c:v>
                </c:pt>
                <c:pt idx="652">
                  <c:v>21828</c:v>
                </c:pt>
                <c:pt idx="653">
                  <c:v>21861</c:v>
                </c:pt>
                <c:pt idx="654">
                  <c:v>21894</c:v>
                </c:pt>
                <c:pt idx="655">
                  <c:v>21928</c:v>
                </c:pt>
                <c:pt idx="656">
                  <c:v>21961</c:v>
                </c:pt>
                <c:pt idx="657">
                  <c:v>21994</c:v>
                </c:pt>
                <c:pt idx="658">
                  <c:v>22028</c:v>
                </c:pt>
                <c:pt idx="659">
                  <c:v>22061</c:v>
                </c:pt>
                <c:pt idx="660">
                  <c:v>22094</c:v>
                </c:pt>
                <c:pt idx="661">
                  <c:v>22128</c:v>
                </c:pt>
                <c:pt idx="662">
                  <c:v>22161</c:v>
                </c:pt>
                <c:pt idx="663">
                  <c:v>22194</c:v>
                </c:pt>
                <c:pt idx="664">
                  <c:v>22228</c:v>
                </c:pt>
                <c:pt idx="665">
                  <c:v>22261</c:v>
                </c:pt>
                <c:pt idx="666">
                  <c:v>22294</c:v>
                </c:pt>
                <c:pt idx="667">
                  <c:v>22328</c:v>
                </c:pt>
                <c:pt idx="668">
                  <c:v>22361</c:v>
                </c:pt>
                <c:pt idx="669">
                  <c:v>22394</c:v>
                </c:pt>
                <c:pt idx="670">
                  <c:v>22428</c:v>
                </c:pt>
                <c:pt idx="671">
                  <c:v>22461</c:v>
                </c:pt>
                <c:pt idx="672">
                  <c:v>22494</c:v>
                </c:pt>
                <c:pt idx="673">
                  <c:v>22528</c:v>
                </c:pt>
                <c:pt idx="674">
                  <c:v>22561</c:v>
                </c:pt>
                <c:pt idx="675">
                  <c:v>22594</c:v>
                </c:pt>
                <c:pt idx="676">
                  <c:v>22628</c:v>
                </c:pt>
                <c:pt idx="677">
                  <c:v>22661</c:v>
                </c:pt>
                <c:pt idx="678">
                  <c:v>22694</c:v>
                </c:pt>
                <c:pt idx="679">
                  <c:v>22728</c:v>
                </c:pt>
                <c:pt idx="680">
                  <c:v>22761</c:v>
                </c:pt>
                <c:pt idx="681">
                  <c:v>22794</c:v>
                </c:pt>
                <c:pt idx="682">
                  <c:v>22828</c:v>
                </c:pt>
                <c:pt idx="683">
                  <c:v>22861</c:v>
                </c:pt>
                <c:pt idx="684">
                  <c:v>22894</c:v>
                </c:pt>
                <c:pt idx="685">
                  <c:v>22928</c:v>
                </c:pt>
                <c:pt idx="686">
                  <c:v>22961</c:v>
                </c:pt>
                <c:pt idx="687">
                  <c:v>22994</c:v>
                </c:pt>
                <c:pt idx="688">
                  <c:v>23028</c:v>
                </c:pt>
                <c:pt idx="689">
                  <c:v>23061</c:v>
                </c:pt>
                <c:pt idx="690">
                  <c:v>23094</c:v>
                </c:pt>
                <c:pt idx="691">
                  <c:v>23128</c:v>
                </c:pt>
                <c:pt idx="692">
                  <c:v>23161</c:v>
                </c:pt>
                <c:pt idx="693">
                  <c:v>23194</c:v>
                </c:pt>
                <c:pt idx="694">
                  <c:v>23228</c:v>
                </c:pt>
                <c:pt idx="695">
                  <c:v>23261</c:v>
                </c:pt>
                <c:pt idx="696">
                  <c:v>23295</c:v>
                </c:pt>
                <c:pt idx="697">
                  <c:v>23328</c:v>
                </c:pt>
                <c:pt idx="698">
                  <c:v>23361</c:v>
                </c:pt>
                <c:pt idx="699">
                  <c:v>23395</c:v>
                </c:pt>
                <c:pt idx="700">
                  <c:v>23428</c:v>
                </c:pt>
                <c:pt idx="701">
                  <c:v>23461</c:v>
                </c:pt>
                <c:pt idx="702">
                  <c:v>23495</c:v>
                </c:pt>
                <c:pt idx="703">
                  <c:v>23528</c:v>
                </c:pt>
                <c:pt idx="704">
                  <c:v>23561</c:v>
                </c:pt>
                <c:pt idx="705">
                  <c:v>23595</c:v>
                </c:pt>
                <c:pt idx="706">
                  <c:v>23628</c:v>
                </c:pt>
                <c:pt idx="707">
                  <c:v>23661</c:v>
                </c:pt>
                <c:pt idx="708">
                  <c:v>23695</c:v>
                </c:pt>
                <c:pt idx="709">
                  <c:v>23728</c:v>
                </c:pt>
                <c:pt idx="710">
                  <c:v>23761</c:v>
                </c:pt>
                <c:pt idx="711">
                  <c:v>23795</c:v>
                </c:pt>
                <c:pt idx="712">
                  <c:v>23828</c:v>
                </c:pt>
                <c:pt idx="713">
                  <c:v>23861</c:v>
                </c:pt>
                <c:pt idx="714">
                  <c:v>23895</c:v>
                </c:pt>
                <c:pt idx="715">
                  <c:v>23928</c:v>
                </c:pt>
                <c:pt idx="716">
                  <c:v>23961</c:v>
                </c:pt>
                <c:pt idx="717">
                  <c:v>23995</c:v>
                </c:pt>
                <c:pt idx="718">
                  <c:v>24028</c:v>
                </c:pt>
                <c:pt idx="719">
                  <c:v>24061</c:v>
                </c:pt>
                <c:pt idx="720">
                  <c:v>24095</c:v>
                </c:pt>
                <c:pt idx="721">
                  <c:v>24128</c:v>
                </c:pt>
                <c:pt idx="722">
                  <c:v>24161</c:v>
                </c:pt>
                <c:pt idx="723">
                  <c:v>24195</c:v>
                </c:pt>
                <c:pt idx="724">
                  <c:v>24228</c:v>
                </c:pt>
                <c:pt idx="725">
                  <c:v>24261</c:v>
                </c:pt>
                <c:pt idx="726">
                  <c:v>24295</c:v>
                </c:pt>
                <c:pt idx="727">
                  <c:v>24328</c:v>
                </c:pt>
                <c:pt idx="728">
                  <c:v>24361</c:v>
                </c:pt>
                <c:pt idx="729">
                  <c:v>24395</c:v>
                </c:pt>
                <c:pt idx="730">
                  <c:v>24428</c:v>
                </c:pt>
                <c:pt idx="731">
                  <c:v>24461</c:v>
                </c:pt>
                <c:pt idx="732">
                  <c:v>24495</c:v>
                </c:pt>
                <c:pt idx="733">
                  <c:v>24528</c:v>
                </c:pt>
                <c:pt idx="734">
                  <c:v>24561</c:v>
                </c:pt>
                <c:pt idx="735">
                  <c:v>24595</c:v>
                </c:pt>
                <c:pt idx="736">
                  <c:v>24628</c:v>
                </c:pt>
                <c:pt idx="737">
                  <c:v>24661</c:v>
                </c:pt>
                <c:pt idx="738">
                  <c:v>24695</c:v>
                </c:pt>
                <c:pt idx="739">
                  <c:v>24728</c:v>
                </c:pt>
                <c:pt idx="740">
                  <c:v>24761</c:v>
                </c:pt>
                <c:pt idx="741">
                  <c:v>24795</c:v>
                </c:pt>
                <c:pt idx="742">
                  <c:v>24828</c:v>
                </c:pt>
                <c:pt idx="743">
                  <c:v>24861</c:v>
                </c:pt>
                <c:pt idx="744">
                  <c:v>24895</c:v>
                </c:pt>
                <c:pt idx="745">
                  <c:v>24928</c:v>
                </c:pt>
                <c:pt idx="746">
                  <c:v>24961</c:v>
                </c:pt>
                <c:pt idx="747">
                  <c:v>24995</c:v>
                </c:pt>
                <c:pt idx="748">
                  <c:v>25028</c:v>
                </c:pt>
                <c:pt idx="749">
                  <c:v>25061</c:v>
                </c:pt>
                <c:pt idx="750">
                  <c:v>25095</c:v>
                </c:pt>
                <c:pt idx="751">
                  <c:v>25128</c:v>
                </c:pt>
                <c:pt idx="752">
                  <c:v>25161</c:v>
                </c:pt>
                <c:pt idx="753">
                  <c:v>25195</c:v>
                </c:pt>
                <c:pt idx="754">
                  <c:v>25228</c:v>
                </c:pt>
                <c:pt idx="755">
                  <c:v>25261</c:v>
                </c:pt>
                <c:pt idx="756">
                  <c:v>25295</c:v>
                </c:pt>
                <c:pt idx="757">
                  <c:v>25328</c:v>
                </c:pt>
                <c:pt idx="758">
                  <c:v>25361</c:v>
                </c:pt>
                <c:pt idx="759">
                  <c:v>25395</c:v>
                </c:pt>
                <c:pt idx="760">
                  <c:v>25428</c:v>
                </c:pt>
                <c:pt idx="761">
                  <c:v>25461</c:v>
                </c:pt>
                <c:pt idx="762">
                  <c:v>25495</c:v>
                </c:pt>
                <c:pt idx="763">
                  <c:v>25528</c:v>
                </c:pt>
                <c:pt idx="764">
                  <c:v>25562</c:v>
                </c:pt>
                <c:pt idx="765">
                  <c:v>25595</c:v>
                </c:pt>
                <c:pt idx="766">
                  <c:v>25628</c:v>
                </c:pt>
                <c:pt idx="767">
                  <c:v>25662</c:v>
                </c:pt>
                <c:pt idx="768">
                  <c:v>25695</c:v>
                </c:pt>
                <c:pt idx="769">
                  <c:v>25728</c:v>
                </c:pt>
                <c:pt idx="770">
                  <c:v>25762</c:v>
                </c:pt>
                <c:pt idx="771">
                  <c:v>25795</c:v>
                </c:pt>
                <c:pt idx="772">
                  <c:v>25828</c:v>
                </c:pt>
                <c:pt idx="773">
                  <c:v>25862</c:v>
                </c:pt>
                <c:pt idx="774">
                  <c:v>25895</c:v>
                </c:pt>
                <c:pt idx="775">
                  <c:v>25928</c:v>
                </c:pt>
                <c:pt idx="776">
                  <c:v>25962</c:v>
                </c:pt>
                <c:pt idx="777">
                  <c:v>25995</c:v>
                </c:pt>
                <c:pt idx="778">
                  <c:v>26028</c:v>
                </c:pt>
                <c:pt idx="779">
                  <c:v>26062</c:v>
                </c:pt>
                <c:pt idx="780">
                  <c:v>26095</c:v>
                </c:pt>
                <c:pt idx="781">
                  <c:v>26128</c:v>
                </c:pt>
                <c:pt idx="782">
                  <c:v>26162</c:v>
                </c:pt>
                <c:pt idx="783">
                  <c:v>26195</c:v>
                </c:pt>
                <c:pt idx="784">
                  <c:v>26228</c:v>
                </c:pt>
                <c:pt idx="785">
                  <c:v>26262</c:v>
                </c:pt>
                <c:pt idx="786">
                  <c:v>26295</c:v>
                </c:pt>
                <c:pt idx="787">
                  <c:v>26328</c:v>
                </c:pt>
                <c:pt idx="788">
                  <c:v>26362</c:v>
                </c:pt>
                <c:pt idx="789">
                  <c:v>26395</c:v>
                </c:pt>
                <c:pt idx="790">
                  <c:v>26428</c:v>
                </c:pt>
                <c:pt idx="791">
                  <c:v>26462</c:v>
                </c:pt>
                <c:pt idx="792">
                  <c:v>26495</c:v>
                </c:pt>
                <c:pt idx="793">
                  <c:v>26528</c:v>
                </c:pt>
                <c:pt idx="794">
                  <c:v>26562</c:v>
                </c:pt>
                <c:pt idx="795">
                  <c:v>26595</c:v>
                </c:pt>
                <c:pt idx="796">
                  <c:v>26628</c:v>
                </c:pt>
                <c:pt idx="797">
                  <c:v>26662</c:v>
                </c:pt>
                <c:pt idx="798">
                  <c:v>26695</c:v>
                </c:pt>
                <c:pt idx="799">
                  <c:v>26728</c:v>
                </c:pt>
                <c:pt idx="800">
                  <c:v>26762</c:v>
                </c:pt>
                <c:pt idx="801">
                  <c:v>26795</c:v>
                </c:pt>
                <c:pt idx="802">
                  <c:v>26828</c:v>
                </c:pt>
                <c:pt idx="803">
                  <c:v>26862</c:v>
                </c:pt>
                <c:pt idx="804">
                  <c:v>26895</c:v>
                </c:pt>
                <c:pt idx="805">
                  <c:v>26928</c:v>
                </c:pt>
                <c:pt idx="806">
                  <c:v>26962</c:v>
                </c:pt>
                <c:pt idx="807">
                  <c:v>26995</c:v>
                </c:pt>
                <c:pt idx="808">
                  <c:v>27028</c:v>
                </c:pt>
                <c:pt idx="809">
                  <c:v>27062</c:v>
                </c:pt>
                <c:pt idx="810">
                  <c:v>27095</c:v>
                </c:pt>
                <c:pt idx="811">
                  <c:v>27128</c:v>
                </c:pt>
                <c:pt idx="812">
                  <c:v>27162</c:v>
                </c:pt>
                <c:pt idx="813">
                  <c:v>27195</c:v>
                </c:pt>
                <c:pt idx="814">
                  <c:v>27228</c:v>
                </c:pt>
                <c:pt idx="815">
                  <c:v>27262</c:v>
                </c:pt>
                <c:pt idx="816">
                  <c:v>27295</c:v>
                </c:pt>
                <c:pt idx="817">
                  <c:v>27328</c:v>
                </c:pt>
                <c:pt idx="818">
                  <c:v>27362</c:v>
                </c:pt>
                <c:pt idx="819">
                  <c:v>27395</c:v>
                </c:pt>
                <c:pt idx="820">
                  <c:v>27428</c:v>
                </c:pt>
                <c:pt idx="821">
                  <c:v>27462</c:v>
                </c:pt>
                <c:pt idx="822">
                  <c:v>27495</c:v>
                </c:pt>
                <c:pt idx="823">
                  <c:v>27528</c:v>
                </c:pt>
                <c:pt idx="824">
                  <c:v>27562</c:v>
                </c:pt>
                <c:pt idx="825">
                  <c:v>27595</c:v>
                </c:pt>
                <c:pt idx="826">
                  <c:v>27628</c:v>
                </c:pt>
                <c:pt idx="827">
                  <c:v>27662</c:v>
                </c:pt>
                <c:pt idx="828">
                  <c:v>27695</c:v>
                </c:pt>
                <c:pt idx="829">
                  <c:v>27729</c:v>
                </c:pt>
                <c:pt idx="830">
                  <c:v>27762</c:v>
                </c:pt>
                <c:pt idx="831">
                  <c:v>27795</c:v>
                </c:pt>
                <c:pt idx="832">
                  <c:v>27829</c:v>
                </c:pt>
                <c:pt idx="833">
                  <c:v>27862</c:v>
                </c:pt>
                <c:pt idx="834">
                  <c:v>27895</c:v>
                </c:pt>
                <c:pt idx="835">
                  <c:v>27929</c:v>
                </c:pt>
                <c:pt idx="836">
                  <c:v>27962</c:v>
                </c:pt>
                <c:pt idx="837">
                  <c:v>27995</c:v>
                </c:pt>
                <c:pt idx="838">
                  <c:v>28029</c:v>
                </c:pt>
                <c:pt idx="839">
                  <c:v>28062</c:v>
                </c:pt>
                <c:pt idx="840">
                  <c:v>28095</c:v>
                </c:pt>
                <c:pt idx="841">
                  <c:v>28129</c:v>
                </c:pt>
                <c:pt idx="842">
                  <c:v>28162</c:v>
                </c:pt>
                <c:pt idx="843">
                  <c:v>28195</c:v>
                </c:pt>
                <c:pt idx="844">
                  <c:v>28229</c:v>
                </c:pt>
                <c:pt idx="845">
                  <c:v>28262</c:v>
                </c:pt>
                <c:pt idx="846">
                  <c:v>28295</c:v>
                </c:pt>
                <c:pt idx="847">
                  <c:v>28329</c:v>
                </c:pt>
                <c:pt idx="848">
                  <c:v>28362</c:v>
                </c:pt>
                <c:pt idx="849">
                  <c:v>28395</c:v>
                </c:pt>
                <c:pt idx="850">
                  <c:v>28429</c:v>
                </c:pt>
                <c:pt idx="851">
                  <c:v>28462</c:v>
                </c:pt>
                <c:pt idx="852">
                  <c:v>28495</c:v>
                </c:pt>
                <c:pt idx="853">
                  <c:v>28529</c:v>
                </c:pt>
                <c:pt idx="854">
                  <c:v>28562</c:v>
                </c:pt>
                <c:pt idx="855">
                  <c:v>28595</c:v>
                </c:pt>
                <c:pt idx="856">
                  <c:v>28629</c:v>
                </c:pt>
                <c:pt idx="857">
                  <c:v>28662</c:v>
                </c:pt>
                <c:pt idx="858">
                  <c:v>28695</c:v>
                </c:pt>
                <c:pt idx="859">
                  <c:v>28729</c:v>
                </c:pt>
                <c:pt idx="860">
                  <c:v>28762</c:v>
                </c:pt>
                <c:pt idx="861">
                  <c:v>28795</c:v>
                </c:pt>
                <c:pt idx="862">
                  <c:v>28829</c:v>
                </c:pt>
                <c:pt idx="863">
                  <c:v>28862</c:v>
                </c:pt>
                <c:pt idx="864">
                  <c:v>28895</c:v>
                </c:pt>
                <c:pt idx="865">
                  <c:v>28929</c:v>
                </c:pt>
                <c:pt idx="866">
                  <c:v>28962</c:v>
                </c:pt>
                <c:pt idx="867">
                  <c:v>28995</c:v>
                </c:pt>
                <c:pt idx="868">
                  <c:v>29029</c:v>
                </c:pt>
                <c:pt idx="869">
                  <c:v>29062</c:v>
                </c:pt>
                <c:pt idx="870">
                  <c:v>29095</c:v>
                </c:pt>
                <c:pt idx="871">
                  <c:v>29129</c:v>
                </c:pt>
                <c:pt idx="872">
                  <c:v>29162</c:v>
                </c:pt>
                <c:pt idx="873">
                  <c:v>29195</c:v>
                </c:pt>
                <c:pt idx="874">
                  <c:v>29229</c:v>
                </c:pt>
                <c:pt idx="875">
                  <c:v>29262</c:v>
                </c:pt>
                <c:pt idx="876">
                  <c:v>29295</c:v>
                </c:pt>
                <c:pt idx="877">
                  <c:v>29329</c:v>
                </c:pt>
                <c:pt idx="878">
                  <c:v>29362</c:v>
                </c:pt>
                <c:pt idx="879">
                  <c:v>29395</c:v>
                </c:pt>
                <c:pt idx="880">
                  <c:v>29429</c:v>
                </c:pt>
                <c:pt idx="881">
                  <c:v>29462</c:v>
                </c:pt>
                <c:pt idx="882">
                  <c:v>29495</c:v>
                </c:pt>
                <c:pt idx="883">
                  <c:v>29529</c:v>
                </c:pt>
                <c:pt idx="884">
                  <c:v>29562</c:v>
                </c:pt>
                <c:pt idx="885">
                  <c:v>29595</c:v>
                </c:pt>
                <c:pt idx="886">
                  <c:v>29629</c:v>
                </c:pt>
                <c:pt idx="887">
                  <c:v>29662</c:v>
                </c:pt>
                <c:pt idx="888">
                  <c:v>29695</c:v>
                </c:pt>
                <c:pt idx="889">
                  <c:v>29729</c:v>
                </c:pt>
                <c:pt idx="890">
                  <c:v>29762</c:v>
                </c:pt>
                <c:pt idx="891">
                  <c:v>29795</c:v>
                </c:pt>
                <c:pt idx="892">
                  <c:v>29829</c:v>
                </c:pt>
                <c:pt idx="893">
                  <c:v>29862</c:v>
                </c:pt>
                <c:pt idx="894">
                  <c:v>29895</c:v>
                </c:pt>
                <c:pt idx="895">
                  <c:v>29929</c:v>
                </c:pt>
                <c:pt idx="896">
                  <c:v>29962</c:v>
                </c:pt>
                <c:pt idx="897">
                  <c:v>29996</c:v>
                </c:pt>
                <c:pt idx="898">
                  <c:v>30029</c:v>
                </c:pt>
                <c:pt idx="899">
                  <c:v>30062</c:v>
                </c:pt>
                <c:pt idx="900">
                  <c:v>30096</c:v>
                </c:pt>
                <c:pt idx="901">
                  <c:v>30129</c:v>
                </c:pt>
                <c:pt idx="902">
                  <c:v>30162</c:v>
                </c:pt>
                <c:pt idx="903">
                  <c:v>30196</c:v>
                </c:pt>
                <c:pt idx="904">
                  <c:v>30229</c:v>
                </c:pt>
                <c:pt idx="905">
                  <c:v>30262</c:v>
                </c:pt>
                <c:pt idx="906">
                  <c:v>30296</c:v>
                </c:pt>
                <c:pt idx="907">
                  <c:v>30329</c:v>
                </c:pt>
                <c:pt idx="908">
                  <c:v>30362</c:v>
                </c:pt>
                <c:pt idx="909">
                  <c:v>30396</c:v>
                </c:pt>
                <c:pt idx="910">
                  <c:v>30429</c:v>
                </c:pt>
                <c:pt idx="911">
                  <c:v>30462</c:v>
                </c:pt>
                <c:pt idx="912">
                  <c:v>30496</c:v>
                </c:pt>
                <c:pt idx="913">
                  <c:v>30529</c:v>
                </c:pt>
                <c:pt idx="914">
                  <c:v>30562</c:v>
                </c:pt>
                <c:pt idx="915">
                  <c:v>30596</c:v>
                </c:pt>
                <c:pt idx="916">
                  <c:v>30629</c:v>
                </c:pt>
                <c:pt idx="917">
                  <c:v>30662</c:v>
                </c:pt>
                <c:pt idx="918">
                  <c:v>30696</c:v>
                </c:pt>
                <c:pt idx="919">
                  <c:v>30729</c:v>
                </c:pt>
                <c:pt idx="920">
                  <c:v>30762</c:v>
                </c:pt>
                <c:pt idx="921">
                  <c:v>30796</c:v>
                </c:pt>
                <c:pt idx="922">
                  <c:v>30829</c:v>
                </c:pt>
                <c:pt idx="923">
                  <c:v>30862</c:v>
                </c:pt>
                <c:pt idx="924">
                  <c:v>30896</c:v>
                </c:pt>
                <c:pt idx="925">
                  <c:v>30929</c:v>
                </c:pt>
                <c:pt idx="926">
                  <c:v>30962</c:v>
                </c:pt>
                <c:pt idx="927">
                  <c:v>30996</c:v>
                </c:pt>
                <c:pt idx="928">
                  <c:v>31029</c:v>
                </c:pt>
                <c:pt idx="929">
                  <c:v>31062</c:v>
                </c:pt>
                <c:pt idx="930">
                  <c:v>31096</c:v>
                </c:pt>
                <c:pt idx="931">
                  <c:v>31129</c:v>
                </c:pt>
                <c:pt idx="932">
                  <c:v>31162</c:v>
                </c:pt>
                <c:pt idx="933">
                  <c:v>31196</c:v>
                </c:pt>
                <c:pt idx="934">
                  <c:v>31229</c:v>
                </c:pt>
                <c:pt idx="935">
                  <c:v>31262</c:v>
                </c:pt>
                <c:pt idx="936">
                  <c:v>31296</c:v>
                </c:pt>
                <c:pt idx="937">
                  <c:v>31329</c:v>
                </c:pt>
                <c:pt idx="938">
                  <c:v>31362</c:v>
                </c:pt>
                <c:pt idx="939">
                  <c:v>31396</c:v>
                </c:pt>
                <c:pt idx="940">
                  <c:v>31429</c:v>
                </c:pt>
                <c:pt idx="941">
                  <c:v>31462</c:v>
                </c:pt>
                <c:pt idx="942">
                  <c:v>31496</c:v>
                </c:pt>
                <c:pt idx="943">
                  <c:v>31529</c:v>
                </c:pt>
                <c:pt idx="944">
                  <c:v>31562</c:v>
                </c:pt>
                <c:pt idx="945">
                  <c:v>31596</c:v>
                </c:pt>
                <c:pt idx="946">
                  <c:v>31629</c:v>
                </c:pt>
                <c:pt idx="947">
                  <c:v>31662</c:v>
                </c:pt>
                <c:pt idx="948">
                  <c:v>31696</c:v>
                </c:pt>
                <c:pt idx="949">
                  <c:v>31729</c:v>
                </c:pt>
                <c:pt idx="950">
                  <c:v>31762</c:v>
                </c:pt>
                <c:pt idx="951">
                  <c:v>31796</c:v>
                </c:pt>
                <c:pt idx="952">
                  <c:v>31829</c:v>
                </c:pt>
                <c:pt idx="953">
                  <c:v>31862</c:v>
                </c:pt>
                <c:pt idx="954">
                  <c:v>31896</c:v>
                </c:pt>
                <c:pt idx="955">
                  <c:v>31929</c:v>
                </c:pt>
                <c:pt idx="956">
                  <c:v>31962</c:v>
                </c:pt>
                <c:pt idx="957">
                  <c:v>31996</c:v>
                </c:pt>
                <c:pt idx="958">
                  <c:v>32029</c:v>
                </c:pt>
                <c:pt idx="959">
                  <c:v>32062</c:v>
                </c:pt>
                <c:pt idx="960">
                  <c:v>32096</c:v>
                </c:pt>
                <c:pt idx="961">
                  <c:v>32129</c:v>
                </c:pt>
                <c:pt idx="962">
                  <c:v>32162</c:v>
                </c:pt>
                <c:pt idx="963">
                  <c:v>32196</c:v>
                </c:pt>
                <c:pt idx="964">
                  <c:v>32229</c:v>
                </c:pt>
                <c:pt idx="965">
                  <c:v>32263</c:v>
                </c:pt>
                <c:pt idx="966">
                  <c:v>32296</c:v>
                </c:pt>
                <c:pt idx="967">
                  <c:v>32329</c:v>
                </c:pt>
                <c:pt idx="968">
                  <c:v>32363</c:v>
                </c:pt>
                <c:pt idx="969">
                  <c:v>32396</c:v>
                </c:pt>
                <c:pt idx="970">
                  <c:v>32429</c:v>
                </c:pt>
                <c:pt idx="971">
                  <c:v>32463</c:v>
                </c:pt>
                <c:pt idx="972">
                  <c:v>32496</c:v>
                </c:pt>
                <c:pt idx="973">
                  <c:v>32529</c:v>
                </c:pt>
                <c:pt idx="974">
                  <c:v>32563</c:v>
                </c:pt>
                <c:pt idx="975">
                  <c:v>32596</c:v>
                </c:pt>
                <c:pt idx="976">
                  <c:v>32629</c:v>
                </c:pt>
                <c:pt idx="977">
                  <c:v>32663</c:v>
                </c:pt>
                <c:pt idx="978">
                  <c:v>32696</c:v>
                </c:pt>
                <c:pt idx="979">
                  <c:v>32729</c:v>
                </c:pt>
                <c:pt idx="980">
                  <c:v>32763</c:v>
                </c:pt>
                <c:pt idx="981">
                  <c:v>32796</c:v>
                </c:pt>
                <c:pt idx="982">
                  <c:v>32829</c:v>
                </c:pt>
                <c:pt idx="983">
                  <c:v>32863</c:v>
                </c:pt>
                <c:pt idx="984">
                  <c:v>32896</c:v>
                </c:pt>
                <c:pt idx="985">
                  <c:v>32929</c:v>
                </c:pt>
                <c:pt idx="986">
                  <c:v>32963</c:v>
                </c:pt>
                <c:pt idx="987">
                  <c:v>32996</c:v>
                </c:pt>
                <c:pt idx="988">
                  <c:v>33029</c:v>
                </c:pt>
                <c:pt idx="989">
                  <c:v>33063</c:v>
                </c:pt>
                <c:pt idx="990">
                  <c:v>33096</c:v>
                </c:pt>
                <c:pt idx="991">
                  <c:v>33129</c:v>
                </c:pt>
                <c:pt idx="992">
                  <c:v>33163</c:v>
                </c:pt>
                <c:pt idx="993">
                  <c:v>33196</c:v>
                </c:pt>
                <c:pt idx="994">
                  <c:v>33229</c:v>
                </c:pt>
                <c:pt idx="995">
                  <c:v>33263</c:v>
                </c:pt>
                <c:pt idx="996">
                  <c:v>33296</c:v>
                </c:pt>
                <c:pt idx="997">
                  <c:v>33329</c:v>
                </c:pt>
                <c:pt idx="998">
                  <c:v>33363</c:v>
                </c:pt>
                <c:pt idx="999">
                  <c:v>33396</c:v>
                </c:pt>
                <c:pt idx="1000">
                  <c:v>33429</c:v>
                </c:pt>
                <c:pt idx="1001">
                  <c:v>33463</c:v>
                </c:pt>
                <c:pt idx="1002">
                  <c:v>33496</c:v>
                </c:pt>
                <c:pt idx="1003">
                  <c:v>33529</c:v>
                </c:pt>
                <c:pt idx="1004">
                  <c:v>33563</c:v>
                </c:pt>
                <c:pt idx="1005">
                  <c:v>33596</c:v>
                </c:pt>
                <c:pt idx="1006">
                  <c:v>33629</c:v>
                </c:pt>
                <c:pt idx="1007">
                  <c:v>33663</c:v>
                </c:pt>
                <c:pt idx="1008">
                  <c:v>33696</c:v>
                </c:pt>
                <c:pt idx="1009">
                  <c:v>33729</c:v>
                </c:pt>
                <c:pt idx="1010">
                  <c:v>33763</c:v>
                </c:pt>
                <c:pt idx="1011">
                  <c:v>33796</c:v>
                </c:pt>
                <c:pt idx="1012">
                  <c:v>33829</c:v>
                </c:pt>
                <c:pt idx="1013">
                  <c:v>33863</c:v>
                </c:pt>
                <c:pt idx="1014">
                  <c:v>33896</c:v>
                </c:pt>
                <c:pt idx="1015">
                  <c:v>33929</c:v>
                </c:pt>
                <c:pt idx="1016">
                  <c:v>33963</c:v>
                </c:pt>
                <c:pt idx="1017">
                  <c:v>33996</c:v>
                </c:pt>
                <c:pt idx="1018">
                  <c:v>34029</c:v>
                </c:pt>
                <c:pt idx="1019">
                  <c:v>34063</c:v>
                </c:pt>
                <c:pt idx="1020">
                  <c:v>34096</c:v>
                </c:pt>
                <c:pt idx="1021">
                  <c:v>34129</c:v>
                </c:pt>
                <c:pt idx="1022">
                  <c:v>34163</c:v>
                </c:pt>
                <c:pt idx="1023">
                  <c:v>34196</c:v>
                </c:pt>
                <c:pt idx="1024">
                  <c:v>34229</c:v>
                </c:pt>
                <c:pt idx="1025">
                  <c:v>34263</c:v>
                </c:pt>
                <c:pt idx="1026">
                  <c:v>34296</c:v>
                </c:pt>
                <c:pt idx="1027">
                  <c:v>34329</c:v>
                </c:pt>
                <c:pt idx="1028">
                  <c:v>34363</c:v>
                </c:pt>
                <c:pt idx="1029">
                  <c:v>34396</c:v>
                </c:pt>
                <c:pt idx="1030">
                  <c:v>34429</c:v>
                </c:pt>
                <c:pt idx="1031">
                  <c:v>34463</c:v>
                </c:pt>
                <c:pt idx="1032">
                  <c:v>34496</c:v>
                </c:pt>
                <c:pt idx="1033">
                  <c:v>34530</c:v>
                </c:pt>
                <c:pt idx="1034">
                  <c:v>34563</c:v>
                </c:pt>
                <c:pt idx="1035">
                  <c:v>34596</c:v>
                </c:pt>
                <c:pt idx="1036">
                  <c:v>34630</c:v>
                </c:pt>
                <c:pt idx="1037">
                  <c:v>34663</c:v>
                </c:pt>
                <c:pt idx="1038">
                  <c:v>34696</c:v>
                </c:pt>
                <c:pt idx="1039">
                  <c:v>34730</c:v>
                </c:pt>
                <c:pt idx="1040">
                  <c:v>34763</c:v>
                </c:pt>
                <c:pt idx="1041">
                  <c:v>34796</c:v>
                </c:pt>
                <c:pt idx="1042">
                  <c:v>34830</c:v>
                </c:pt>
                <c:pt idx="1043">
                  <c:v>34863</c:v>
                </c:pt>
                <c:pt idx="1044">
                  <c:v>34896</c:v>
                </c:pt>
                <c:pt idx="1045">
                  <c:v>34930</c:v>
                </c:pt>
                <c:pt idx="1046">
                  <c:v>34963</c:v>
                </c:pt>
                <c:pt idx="1047">
                  <c:v>34996</c:v>
                </c:pt>
                <c:pt idx="1048">
                  <c:v>35030</c:v>
                </c:pt>
                <c:pt idx="1049">
                  <c:v>35063</c:v>
                </c:pt>
                <c:pt idx="1050">
                  <c:v>35096</c:v>
                </c:pt>
                <c:pt idx="1051">
                  <c:v>35130</c:v>
                </c:pt>
                <c:pt idx="1052">
                  <c:v>35163</c:v>
                </c:pt>
                <c:pt idx="1053">
                  <c:v>35196</c:v>
                </c:pt>
                <c:pt idx="1054">
                  <c:v>35230</c:v>
                </c:pt>
                <c:pt idx="1055">
                  <c:v>35263</c:v>
                </c:pt>
                <c:pt idx="1056">
                  <c:v>35296</c:v>
                </c:pt>
                <c:pt idx="1057">
                  <c:v>35330</c:v>
                </c:pt>
                <c:pt idx="1058">
                  <c:v>35363</c:v>
                </c:pt>
                <c:pt idx="1059">
                  <c:v>35396</c:v>
                </c:pt>
                <c:pt idx="1060">
                  <c:v>35430</c:v>
                </c:pt>
                <c:pt idx="1061">
                  <c:v>35463</c:v>
                </c:pt>
                <c:pt idx="1062">
                  <c:v>35496</c:v>
                </c:pt>
                <c:pt idx="1063">
                  <c:v>35530</c:v>
                </c:pt>
                <c:pt idx="1064">
                  <c:v>35563</c:v>
                </c:pt>
                <c:pt idx="1065">
                  <c:v>35596</c:v>
                </c:pt>
                <c:pt idx="1066">
                  <c:v>35630</c:v>
                </c:pt>
                <c:pt idx="1067">
                  <c:v>35663</c:v>
                </c:pt>
                <c:pt idx="1068">
                  <c:v>35696</c:v>
                </c:pt>
                <c:pt idx="1069">
                  <c:v>35730</c:v>
                </c:pt>
                <c:pt idx="1070">
                  <c:v>35763</c:v>
                </c:pt>
                <c:pt idx="1071">
                  <c:v>35796</c:v>
                </c:pt>
                <c:pt idx="1072">
                  <c:v>35830</c:v>
                </c:pt>
                <c:pt idx="1073">
                  <c:v>35863</c:v>
                </c:pt>
                <c:pt idx="1074">
                  <c:v>35896</c:v>
                </c:pt>
                <c:pt idx="1075">
                  <c:v>35930</c:v>
                </c:pt>
                <c:pt idx="1076">
                  <c:v>35963</c:v>
                </c:pt>
                <c:pt idx="1077">
                  <c:v>35996</c:v>
                </c:pt>
                <c:pt idx="1078">
                  <c:v>36030</c:v>
                </c:pt>
                <c:pt idx="1079">
                  <c:v>36063</c:v>
                </c:pt>
                <c:pt idx="1080">
                  <c:v>36096</c:v>
                </c:pt>
                <c:pt idx="1081">
                  <c:v>36130</c:v>
                </c:pt>
                <c:pt idx="1082">
                  <c:v>36163</c:v>
                </c:pt>
                <c:pt idx="1083">
                  <c:v>36196</c:v>
                </c:pt>
                <c:pt idx="1084">
                  <c:v>36230</c:v>
                </c:pt>
                <c:pt idx="1085">
                  <c:v>36263</c:v>
                </c:pt>
                <c:pt idx="1086">
                  <c:v>36296</c:v>
                </c:pt>
                <c:pt idx="1087">
                  <c:v>36330</c:v>
                </c:pt>
                <c:pt idx="1088">
                  <c:v>36363</c:v>
                </c:pt>
                <c:pt idx="1089">
                  <c:v>36396</c:v>
                </c:pt>
                <c:pt idx="1090">
                  <c:v>36430</c:v>
                </c:pt>
                <c:pt idx="1091">
                  <c:v>36463</c:v>
                </c:pt>
                <c:pt idx="1092">
                  <c:v>36496</c:v>
                </c:pt>
                <c:pt idx="1093">
                  <c:v>36530</c:v>
                </c:pt>
                <c:pt idx="1094">
                  <c:v>36563</c:v>
                </c:pt>
                <c:pt idx="1095">
                  <c:v>36596</c:v>
                </c:pt>
                <c:pt idx="1096">
                  <c:v>36630</c:v>
                </c:pt>
                <c:pt idx="1097">
                  <c:v>36663</c:v>
                </c:pt>
                <c:pt idx="1098">
                  <c:v>36697</c:v>
                </c:pt>
                <c:pt idx="1099">
                  <c:v>36730</c:v>
                </c:pt>
                <c:pt idx="1100">
                  <c:v>36763</c:v>
                </c:pt>
                <c:pt idx="1101">
                  <c:v>36797</c:v>
                </c:pt>
                <c:pt idx="1102">
                  <c:v>36830</c:v>
                </c:pt>
                <c:pt idx="1103">
                  <c:v>36863</c:v>
                </c:pt>
                <c:pt idx="1104">
                  <c:v>36897</c:v>
                </c:pt>
                <c:pt idx="1105">
                  <c:v>36930</c:v>
                </c:pt>
                <c:pt idx="1106">
                  <c:v>36963</c:v>
                </c:pt>
                <c:pt idx="1107">
                  <c:v>36997</c:v>
                </c:pt>
                <c:pt idx="1108">
                  <c:v>37030</c:v>
                </c:pt>
                <c:pt idx="1109">
                  <c:v>37063</c:v>
                </c:pt>
                <c:pt idx="1110">
                  <c:v>37097</c:v>
                </c:pt>
                <c:pt idx="1111">
                  <c:v>37130</c:v>
                </c:pt>
                <c:pt idx="1112">
                  <c:v>37163</c:v>
                </c:pt>
                <c:pt idx="1113">
                  <c:v>37197</c:v>
                </c:pt>
                <c:pt idx="1114">
                  <c:v>37230</c:v>
                </c:pt>
                <c:pt idx="1115">
                  <c:v>37263</c:v>
                </c:pt>
                <c:pt idx="1116">
                  <c:v>37297</c:v>
                </c:pt>
                <c:pt idx="1117">
                  <c:v>37330</c:v>
                </c:pt>
                <c:pt idx="1118">
                  <c:v>37363</c:v>
                </c:pt>
                <c:pt idx="1119">
                  <c:v>37397</c:v>
                </c:pt>
                <c:pt idx="1120">
                  <c:v>37430</c:v>
                </c:pt>
                <c:pt idx="1121">
                  <c:v>37463</c:v>
                </c:pt>
                <c:pt idx="1122">
                  <c:v>37497</c:v>
                </c:pt>
                <c:pt idx="1123">
                  <c:v>37530</c:v>
                </c:pt>
                <c:pt idx="1124">
                  <c:v>37563</c:v>
                </c:pt>
                <c:pt idx="1125">
                  <c:v>37597</c:v>
                </c:pt>
                <c:pt idx="1126">
                  <c:v>37630</c:v>
                </c:pt>
                <c:pt idx="1127">
                  <c:v>37663</c:v>
                </c:pt>
                <c:pt idx="1128">
                  <c:v>37697</c:v>
                </c:pt>
                <c:pt idx="1129">
                  <c:v>37730</c:v>
                </c:pt>
                <c:pt idx="1130">
                  <c:v>37763</c:v>
                </c:pt>
                <c:pt idx="1131">
                  <c:v>37797</c:v>
                </c:pt>
                <c:pt idx="1132">
                  <c:v>37830</c:v>
                </c:pt>
                <c:pt idx="1133">
                  <c:v>37863</c:v>
                </c:pt>
                <c:pt idx="1134">
                  <c:v>37897</c:v>
                </c:pt>
                <c:pt idx="1135">
                  <c:v>37930</c:v>
                </c:pt>
                <c:pt idx="1136">
                  <c:v>37963</c:v>
                </c:pt>
                <c:pt idx="1137">
                  <c:v>37997</c:v>
                </c:pt>
                <c:pt idx="1138">
                  <c:v>38030</c:v>
                </c:pt>
                <c:pt idx="1139">
                  <c:v>38063</c:v>
                </c:pt>
                <c:pt idx="1140">
                  <c:v>38097</c:v>
                </c:pt>
                <c:pt idx="1141">
                  <c:v>38130</c:v>
                </c:pt>
                <c:pt idx="1142">
                  <c:v>38163</c:v>
                </c:pt>
                <c:pt idx="1143">
                  <c:v>38197</c:v>
                </c:pt>
                <c:pt idx="1144">
                  <c:v>38230</c:v>
                </c:pt>
                <c:pt idx="1145">
                  <c:v>38263</c:v>
                </c:pt>
                <c:pt idx="1146">
                  <c:v>38297</c:v>
                </c:pt>
                <c:pt idx="1147">
                  <c:v>38330</c:v>
                </c:pt>
                <c:pt idx="1148">
                  <c:v>38363</c:v>
                </c:pt>
                <c:pt idx="1149">
                  <c:v>38397</c:v>
                </c:pt>
                <c:pt idx="1150">
                  <c:v>38430</c:v>
                </c:pt>
              </c:numCache>
            </c:numRef>
          </c:cat>
          <c:val>
            <c:numRef>
              <c:f>'https://utokai.sharepoint.com/sites/msteams_21d92e/Shared Documents/光瞳孔反射研究プロジェクト/07色の組み合わせ(減光)/02.青緑/01.実験データ/20251128髙平/[20251128.takahira_B56G11.xlsm]照射後３sごと'!$F$3:$F$1163</c:f>
              <c:numCache>
                <c:formatCode>General</c:formatCode>
                <c:ptCount val="1161"/>
                <c:pt idx="0">
                  <c:v>9138</c:v>
                </c:pt>
                <c:pt idx="1">
                  <c:v>9048</c:v>
                </c:pt>
                <c:pt idx="2">
                  <c:v>9062</c:v>
                </c:pt>
                <c:pt idx="3">
                  <c:v>9065</c:v>
                </c:pt>
                <c:pt idx="4">
                  <c:v>8971</c:v>
                </c:pt>
                <c:pt idx="5">
                  <c:v>9075</c:v>
                </c:pt>
                <c:pt idx="6">
                  <c:v>9066</c:v>
                </c:pt>
                <c:pt idx="7">
                  <c:v>8962</c:v>
                </c:pt>
                <c:pt idx="8">
                  <c:v>8966</c:v>
                </c:pt>
                <c:pt idx="9">
                  <c:v>8965</c:v>
                </c:pt>
                <c:pt idx="10">
                  <c:v>9072</c:v>
                </c:pt>
                <c:pt idx="11">
                  <c:v>9060</c:v>
                </c:pt>
                <c:pt idx="12">
                  <c:v>9062</c:v>
                </c:pt>
                <c:pt idx="13">
                  <c:v>9063</c:v>
                </c:pt>
                <c:pt idx="14">
                  <c:v>8963</c:v>
                </c:pt>
                <c:pt idx="15">
                  <c:v>9065</c:v>
                </c:pt>
                <c:pt idx="16">
                  <c:v>9064</c:v>
                </c:pt>
                <c:pt idx="17">
                  <c:v>8784</c:v>
                </c:pt>
                <c:pt idx="18">
                  <c:v>8757</c:v>
                </c:pt>
                <c:pt idx="19">
                  <c:v>9062</c:v>
                </c:pt>
                <c:pt idx="20">
                  <c:v>9067</c:v>
                </c:pt>
                <c:pt idx="21">
                  <c:v>9056</c:v>
                </c:pt>
                <c:pt idx="22">
                  <c:v>9059</c:v>
                </c:pt>
                <c:pt idx="23">
                  <c:v>9056</c:v>
                </c:pt>
                <c:pt idx="24">
                  <c:v>9059</c:v>
                </c:pt>
                <c:pt idx="25">
                  <c:v>9067</c:v>
                </c:pt>
                <c:pt idx="26">
                  <c:v>9069</c:v>
                </c:pt>
                <c:pt idx="27">
                  <c:v>9069</c:v>
                </c:pt>
                <c:pt idx="28">
                  <c:v>9071</c:v>
                </c:pt>
                <c:pt idx="29">
                  <c:v>9060</c:v>
                </c:pt>
                <c:pt idx="30">
                  <c:v>0</c:v>
                </c:pt>
                <c:pt idx="31">
                  <c:v>0</c:v>
                </c:pt>
                <c:pt idx="32">
                  <c:v>0</c:v>
                </c:pt>
                <c:pt idx="33">
                  <c:v>9068</c:v>
                </c:pt>
                <c:pt idx="34">
                  <c:v>9072</c:v>
                </c:pt>
                <c:pt idx="35">
                  <c:v>9061</c:v>
                </c:pt>
                <c:pt idx="36">
                  <c:v>9065</c:v>
                </c:pt>
                <c:pt idx="37">
                  <c:v>9060</c:v>
                </c:pt>
                <c:pt idx="38">
                  <c:v>9066</c:v>
                </c:pt>
                <c:pt idx="39">
                  <c:v>9066</c:v>
                </c:pt>
                <c:pt idx="40">
                  <c:v>9070</c:v>
                </c:pt>
                <c:pt idx="41">
                  <c:v>9060</c:v>
                </c:pt>
                <c:pt idx="42">
                  <c:v>9060</c:v>
                </c:pt>
                <c:pt idx="43">
                  <c:v>9062</c:v>
                </c:pt>
                <c:pt idx="44">
                  <c:v>9073</c:v>
                </c:pt>
                <c:pt idx="45">
                  <c:v>9062</c:v>
                </c:pt>
                <c:pt idx="46">
                  <c:v>9047</c:v>
                </c:pt>
                <c:pt idx="47">
                  <c:v>9055</c:v>
                </c:pt>
                <c:pt idx="48">
                  <c:v>9055</c:v>
                </c:pt>
                <c:pt idx="49">
                  <c:v>8968</c:v>
                </c:pt>
                <c:pt idx="50">
                  <c:v>9062</c:v>
                </c:pt>
                <c:pt idx="51">
                  <c:v>9066</c:v>
                </c:pt>
                <c:pt idx="52">
                  <c:v>9054</c:v>
                </c:pt>
                <c:pt idx="53">
                  <c:v>9068</c:v>
                </c:pt>
                <c:pt idx="54">
                  <c:v>9053</c:v>
                </c:pt>
                <c:pt idx="55">
                  <c:v>8977</c:v>
                </c:pt>
                <c:pt idx="56">
                  <c:v>8886</c:v>
                </c:pt>
                <c:pt idx="57">
                  <c:v>8474</c:v>
                </c:pt>
                <c:pt idx="58">
                  <c:v>7964</c:v>
                </c:pt>
                <c:pt idx="59">
                  <c:v>7588</c:v>
                </c:pt>
                <c:pt idx="60">
                  <c:v>7197</c:v>
                </c:pt>
                <c:pt idx="61">
                  <c:v>6825</c:v>
                </c:pt>
                <c:pt idx="62">
                  <c:v>6625</c:v>
                </c:pt>
                <c:pt idx="63">
                  <c:v>6337</c:v>
                </c:pt>
                <c:pt idx="64">
                  <c:v>6056</c:v>
                </c:pt>
                <c:pt idx="65">
                  <c:v>5861</c:v>
                </c:pt>
                <c:pt idx="66">
                  <c:v>5653</c:v>
                </c:pt>
                <c:pt idx="67">
                  <c:v>5464</c:v>
                </c:pt>
                <c:pt idx="68">
                  <c:v>5331</c:v>
                </c:pt>
                <c:pt idx="69">
                  <c:v>5210</c:v>
                </c:pt>
                <c:pt idx="70">
                  <c:v>5070</c:v>
                </c:pt>
                <c:pt idx="71">
                  <c:v>4956</c:v>
                </c:pt>
                <c:pt idx="72">
                  <c:v>4885</c:v>
                </c:pt>
                <c:pt idx="73">
                  <c:v>4776</c:v>
                </c:pt>
                <c:pt idx="74">
                  <c:v>4790</c:v>
                </c:pt>
                <c:pt idx="75">
                  <c:v>4726</c:v>
                </c:pt>
                <c:pt idx="76">
                  <c:v>4658</c:v>
                </c:pt>
                <c:pt idx="77">
                  <c:v>4613</c:v>
                </c:pt>
                <c:pt idx="78">
                  <c:v>4605</c:v>
                </c:pt>
                <c:pt idx="79">
                  <c:v>4608</c:v>
                </c:pt>
                <c:pt idx="80">
                  <c:v>4609</c:v>
                </c:pt>
                <c:pt idx="81">
                  <c:v>4608</c:v>
                </c:pt>
                <c:pt idx="82">
                  <c:v>4608</c:v>
                </c:pt>
                <c:pt idx="83">
                  <c:v>4652</c:v>
                </c:pt>
                <c:pt idx="84">
                  <c:v>4645</c:v>
                </c:pt>
                <c:pt idx="85">
                  <c:v>4658</c:v>
                </c:pt>
                <c:pt idx="86">
                  <c:v>4716</c:v>
                </c:pt>
                <c:pt idx="87">
                  <c:v>4726</c:v>
                </c:pt>
                <c:pt idx="88">
                  <c:v>4616</c:v>
                </c:pt>
                <c:pt idx="89">
                  <c:v>4480</c:v>
                </c:pt>
                <c:pt idx="90">
                  <c:v>4436</c:v>
                </c:pt>
                <c:pt idx="91">
                  <c:v>4314</c:v>
                </c:pt>
                <c:pt idx="92">
                  <c:v>4193</c:v>
                </c:pt>
                <c:pt idx="93">
                  <c:v>4072</c:v>
                </c:pt>
                <c:pt idx="94">
                  <c:v>4023</c:v>
                </c:pt>
                <c:pt idx="95">
                  <c:v>3929</c:v>
                </c:pt>
                <c:pt idx="96">
                  <c:v>3862</c:v>
                </c:pt>
                <c:pt idx="97">
                  <c:v>3808</c:v>
                </c:pt>
                <c:pt idx="98">
                  <c:v>3761</c:v>
                </c:pt>
                <c:pt idx="99">
                  <c:v>3750</c:v>
                </c:pt>
                <c:pt idx="100">
                  <c:v>3657</c:v>
                </c:pt>
                <c:pt idx="101">
                  <c:v>3647</c:v>
                </c:pt>
                <c:pt idx="102">
                  <c:v>3645</c:v>
                </c:pt>
                <c:pt idx="103">
                  <c:v>3600</c:v>
                </c:pt>
                <c:pt idx="104">
                  <c:v>3606</c:v>
                </c:pt>
                <c:pt idx="105">
                  <c:v>3603</c:v>
                </c:pt>
                <c:pt idx="106">
                  <c:v>3644</c:v>
                </c:pt>
                <c:pt idx="107">
                  <c:v>3641</c:v>
                </c:pt>
                <c:pt idx="108">
                  <c:v>3768</c:v>
                </c:pt>
                <c:pt idx="109">
                  <c:v>3760</c:v>
                </c:pt>
                <c:pt idx="110">
                  <c:v>3816</c:v>
                </c:pt>
                <c:pt idx="111">
                  <c:v>3861</c:v>
                </c:pt>
                <c:pt idx="112">
                  <c:v>3980</c:v>
                </c:pt>
                <c:pt idx="113">
                  <c:v>4025</c:v>
                </c:pt>
                <c:pt idx="114">
                  <c:v>4099</c:v>
                </c:pt>
                <c:pt idx="115">
                  <c:v>4144</c:v>
                </c:pt>
                <c:pt idx="116">
                  <c:v>4199</c:v>
                </c:pt>
                <c:pt idx="117">
                  <c:v>4143</c:v>
                </c:pt>
                <c:pt idx="118">
                  <c:v>4028</c:v>
                </c:pt>
                <c:pt idx="119">
                  <c:v>3863</c:v>
                </c:pt>
                <c:pt idx="120">
                  <c:v>3764</c:v>
                </c:pt>
                <c:pt idx="121">
                  <c:v>3712</c:v>
                </c:pt>
                <c:pt idx="122">
                  <c:v>3589</c:v>
                </c:pt>
                <c:pt idx="123">
                  <c:v>3507</c:v>
                </c:pt>
                <c:pt idx="124">
                  <c:v>3440</c:v>
                </c:pt>
                <c:pt idx="125">
                  <c:v>3446</c:v>
                </c:pt>
                <c:pt idx="126">
                  <c:v>3339</c:v>
                </c:pt>
                <c:pt idx="127">
                  <c:v>3304</c:v>
                </c:pt>
                <c:pt idx="128">
                  <c:v>3295</c:v>
                </c:pt>
                <c:pt idx="129">
                  <c:v>3301</c:v>
                </c:pt>
                <c:pt idx="130">
                  <c:v>3241</c:v>
                </c:pt>
                <c:pt idx="131">
                  <c:v>3302</c:v>
                </c:pt>
                <c:pt idx="132">
                  <c:v>3238</c:v>
                </c:pt>
                <c:pt idx="133">
                  <c:v>3298</c:v>
                </c:pt>
                <c:pt idx="134">
                  <c:v>3300</c:v>
                </c:pt>
                <c:pt idx="135">
                  <c:v>3301</c:v>
                </c:pt>
                <c:pt idx="136">
                  <c:v>3393</c:v>
                </c:pt>
                <c:pt idx="137">
                  <c:v>3439</c:v>
                </c:pt>
                <c:pt idx="138">
                  <c:v>3549</c:v>
                </c:pt>
                <c:pt idx="139">
                  <c:v>3649</c:v>
                </c:pt>
                <c:pt idx="140">
                  <c:v>3708</c:v>
                </c:pt>
                <c:pt idx="141">
                  <c:v>3808</c:v>
                </c:pt>
                <c:pt idx="142">
                  <c:v>3862</c:v>
                </c:pt>
                <c:pt idx="143">
                  <c:v>3980</c:v>
                </c:pt>
                <c:pt idx="144">
                  <c:v>4030</c:v>
                </c:pt>
                <c:pt idx="145">
                  <c:v>4027</c:v>
                </c:pt>
                <c:pt idx="146">
                  <c:v>4025</c:v>
                </c:pt>
                <c:pt idx="147">
                  <c:v>3981</c:v>
                </c:pt>
                <c:pt idx="148">
                  <c:v>3819</c:v>
                </c:pt>
                <c:pt idx="149">
                  <c:v>3712</c:v>
                </c:pt>
                <c:pt idx="150">
                  <c:v>3597</c:v>
                </c:pt>
                <c:pt idx="151">
                  <c:v>3497</c:v>
                </c:pt>
                <c:pt idx="152">
                  <c:v>3393</c:v>
                </c:pt>
                <c:pt idx="153">
                  <c:v>3300</c:v>
                </c:pt>
                <c:pt idx="154">
                  <c:v>3234</c:v>
                </c:pt>
                <c:pt idx="155">
                  <c:v>3252</c:v>
                </c:pt>
                <c:pt idx="156">
                  <c:v>3144</c:v>
                </c:pt>
                <c:pt idx="157">
                  <c:v>3148</c:v>
                </c:pt>
                <c:pt idx="158">
                  <c:v>3094</c:v>
                </c:pt>
                <c:pt idx="159">
                  <c:v>3095</c:v>
                </c:pt>
                <c:pt idx="160">
                  <c:v>3042</c:v>
                </c:pt>
                <c:pt idx="161">
                  <c:v>3039</c:v>
                </c:pt>
                <c:pt idx="162">
                  <c:v>3094</c:v>
                </c:pt>
                <c:pt idx="163">
                  <c:v>3048</c:v>
                </c:pt>
                <c:pt idx="164">
                  <c:v>3089</c:v>
                </c:pt>
                <c:pt idx="165">
                  <c:v>3186</c:v>
                </c:pt>
                <c:pt idx="166">
                  <c:v>3235</c:v>
                </c:pt>
                <c:pt idx="167">
                  <c:v>3301</c:v>
                </c:pt>
                <c:pt idx="168">
                  <c:v>3399</c:v>
                </c:pt>
                <c:pt idx="169">
                  <c:v>3441</c:v>
                </c:pt>
                <c:pt idx="170">
                  <c:v>3549</c:v>
                </c:pt>
                <c:pt idx="171">
                  <c:v>3653</c:v>
                </c:pt>
                <c:pt idx="172">
                  <c:v>3716</c:v>
                </c:pt>
                <c:pt idx="173">
                  <c:v>3762</c:v>
                </c:pt>
                <c:pt idx="174">
                  <c:v>3812</c:v>
                </c:pt>
                <c:pt idx="175">
                  <c:v>3863</c:v>
                </c:pt>
                <c:pt idx="176">
                  <c:v>3860</c:v>
                </c:pt>
                <c:pt idx="177">
                  <c:v>3813</c:v>
                </c:pt>
                <c:pt idx="178">
                  <c:v>3648</c:v>
                </c:pt>
                <c:pt idx="179">
                  <c:v>3503</c:v>
                </c:pt>
                <c:pt idx="180">
                  <c:v>3398</c:v>
                </c:pt>
                <c:pt idx="181">
                  <c:v>3301</c:v>
                </c:pt>
                <c:pt idx="182">
                  <c:v>3190</c:v>
                </c:pt>
                <c:pt idx="183">
                  <c:v>3148</c:v>
                </c:pt>
                <c:pt idx="184">
                  <c:v>3093</c:v>
                </c:pt>
                <c:pt idx="185">
                  <c:v>3049</c:v>
                </c:pt>
                <c:pt idx="186">
                  <c:v>3044</c:v>
                </c:pt>
                <c:pt idx="187">
                  <c:v>2989</c:v>
                </c:pt>
                <c:pt idx="188">
                  <c:v>2938</c:v>
                </c:pt>
                <c:pt idx="189">
                  <c:v>2933</c:v>
                </c:pt>
                <c:pt idx="190">
                  <c:v>2977</c:v>
                </c:pt>
                <c:pt idx="191">
                  <c:v>2998</c:v>
                </c:pt>
                <c:pt idx="192">
                  <c:v>3032</c:v>
                </c:pt>
                <c:pt idx="193">
                  <c:v>3097</c:v>
                </c:pt>
                <c:pt idx="194">
                  <c:v>3143</c:v>
                </c:pt>
                <c:pt idx="195">
                  <c:v>3189</c:v>
                </c:pt>
                <c:pt idx="196">
                  <c:v>3296</c:v>
                </c:pt>
                <c:pt idx="197">
                  <c:v>3397</c:v>
                </c:pt>
                <c:pt idx="198">
                  <c:v>3437</c:v>
                </c:pt>
                <c:pt idx="199">
                  <c:v>3546</c:v>
                </c:pt>
                <c:pt idx="200">
                  <c:v>3661</c:v>
                </c:pt>
                <c:pt idx="201">
                  <c:v>3707</c:v>
                </c:pt>
                <c:pt idx="202">
                  <c:v>3814</c:v>
                </c:pt>
                <c:pt idx="203">
                  <c:v>3860</c:v>
                </c:pt>
                <c:pt idx="204">
                  <c:v>3923</c:v>
                </c:pt>
                <c:pt idx="205">
                  <c:v>3978</c:v>
                </c:pt>
                <c:pt idx="206">
                  <c:v>3980</c:v>
                </c:pt>
                <c:pt idx="207">
                  <c:v>3813</c:v>
                </c:pt>
                <c:pt idx="208">
                  <c:v>3709</c:v>
                </c:pt>
                <c:pt idx="209">
                  <c:v>3547</c:v>
                </c:pt>
                <c:pt idx="210">
                  <c:v>3394</c:v>
                </c:pt>
                <c:pt idx="211">
                  <c:v>3297</c:v>
                </c:pt>
                <c:pt idx="212">
                  <c:v>3194</c:v>
                </c:pt>
                <c:pt idx="213">
                  <c:v>3088</c:v>
                </c:pt>
                <c:pt idx="214">
                  <c:v>3046</c:v>
                </c:pt>
                <c:pt idx="215">
                  <c:v>2993</c:v>
                </c:pt>
                <c:pt idx="216">
                  <c:v>2934</c:v>
                </c:pt>
                <c:pt idx="217">
                  <c:v>2938</c:v>
                </c:pt>
                <c:pt idx="218">
                  <c:v>2933</c:v>
                </c:pt>
                <c:pt idx="219">
                  <c:v>2924</c:v>
                </c:pt>
                <c:pt idx="220">
                  <c:v>2888</c:v>
                </c:pt>
                <c:pt idx="221">
                  <c:v>2893</c:v>
                </c:pt>
                <c:pt idx="222">
                  <c:v>2937</c:v>
                </c:pt>
                <c:pt idx="223">
                  <c:v>3032</c:v>
                </c:pt>
                <c:pt idx="224">
                  <c:v>3097</c:v>
                </c:pt>
                <c:pt idx="225">
                  <c:v>3144</c:v>
                </c:pt>
                <c:pt idx="226">
                  <c:v>3250</c:v>
                </c:pt>
                <c:pt idx="227">
                  <c:v>3291</c:v>
                </c:pt>
                <c:pt idx="228">
                  <c:v>3390</c:v>
                </c:pt>
                <c:pt idx="229">
                  <c:v>3491</c:v>
                </c:pt>
                <c:pt idx="230">
                  <c:v>3598</c:v>
                </c:pt>
                <c:pt idx="231">
                  <c:v>3657</c:v>
                </c:pt>
                <c:pt idx="232">
                  <c:v>3764</c:v>
                </c:pt>
                <c:pt idx="233">
                  <c:v>3823</c:v>
                </c:pt>
                <c:pt idx="234">
                  <c:v>3826</c:v>
                </c:pt>
                <c:pt idx="235">
                  <c:v>3815</c:v>
                </c:pt>
                <c:pt idx="236">
                  <c:v>3821</c:v>
                </c:pt>
                <c:pt idx="237">
                  <c:v>3650</c:v>
                </c:pt>
                <c:pt idx="238">
                  <c:v>3494</c:v>
                </c:pt>
                <c:pt idx="239">
                  <c:v>3294</c:v>
                </c:pt>
                <c:pt idx="240">
                  <c:v>3198</c:v>
                </c:pt>
                <c:pt idx="241">
                  <c:v>3094</c:v>
                </c:pt>
                <c:pt idx="242">
                  <c:v>3034</c:v>
                </c:pt>
                <c:pt idx="243">
                  <c:v>2931</c:v>
                </c:pt>
                <c:pt idx="244">
                  <c:v>2891</c:v>
                </c:pt>
                <c:pt idx="245">
                  <c:v>2799</c:v>
                </c:pt>
                <c:pt idx="246">
                  <c:v>2800</c:v>
                </c:pt>
                <c:pt idx="247">
                  <c:v>2801</c:v>
                </c:pt>
                <c:pt idx="248">
                  <c:v>2749</c:v>
                </c:pt>
                <c:pt idx="249">
                  <c:v>2748</c:v>
                </c:pt>
                <c:pt idx="250">
                  <c:v>2794</c:v>
                </c:pt>
                <c:pt idx="251">
                  <c:v>2813</c:v>
                </c:pt>
                <c:pt idx="252">
                  <c:v>2796</c:v>
                </c:pt>
                <c:pt idx="253">
                  <c:v>2797</c:v>
                </c:pt>
                <c:pt idx="254">
                  <c:v>2842</c:v>
                </c:pt>
                <c:pt idx="255">
                  <c:v>2889</c:v>
                </c:pt>
                <c:pt idx="256">
                  <c:v>2939</c:v>
                </c:pt>
                <c:pt idx="257">
                  <c:v>3052</c:v>
                </c:pt>
                <c:pt idx="258">
                  <c:v>3144</c:v>
                </c:pt>
                <c:pt idx="259">
                  <c:v>3191</c:v>
                </c:pt>
                <c:pt idx="260">
                  <c:v>3290</c:v>
                </c:pt>
                <c:pt idx="261">
                  <c:v>3289</c:v>
                </c:pt>
                <c:pt idx="262">
                  <c:v>3394</c:v>
                </c:pt>
                <c:pt idx="263">
                  <c:v>3447</c:v>
                </c:pt>
                <c:pt idx="264">
                  <c:v>3499</c:v>
                </c:pt>
                <c:pt idx="265">
                  <c:v>3549</c:v>
                </c:pt>
                <c:pt idx="266">
                  <c:v>3550</c:v>
                </c:pt>
                <c:pt idx="267">
                  <c:v>3397</c:v>
                </c:pt>
                <c:pt idx="268">
                  <c:v>3289</c:v>
                </c:pt>
                <c:pt idx="269">
                  <c:v>3147</c:v>
                </c:pt>
                <c:pt idx="270">
                  <c:v>3051</c:v>
                </c:pt>
                <c:pt idx="271">
                  <c:v>2939</c:v>
                </c:pt>
                <c:pt idx="272">
                  <c:v>2839</c:v>
                </c:pt>
                <c:pt idx="273">
                  <c:v>2795</c:v>
                </c:pt>
                <c:pt idx="274">
                  <c:v>2746</c:v>
                </c:pt>
                <c:pt idx="275">
                  <c:v>2700</c:v>
                </c:pt>
                <c:pt idx="276">
                  <c:v>2699</c:v>
                </c:pt>
                <c:pt idx="277">
                  <c:v>2653</c:v>
                </c:pt>
                <c:pt idx="278">
                  <c:v>2658</c:v>
                </c:pt>
                <c:pt idx="279">
                  <c:v>2684</c:v>
                </c:pt>
                <c:pt idx="280">
                  <c:v>2652</c:v>
                </c:pt>
                <c:pt idx="281">
                  <c:v>2699</c:v>
                </c:pt>
                <c:pt idx="282">
                  <c:v>2743</c:v>
                </c:pt>
                <c:pt idx="283">
                  <c:v>2801</c:v>
                </c:pt>
                <c:pt idx="284">
                  <c:v>2897</c:v>
                </c:pt>
                <c:pt idx="285">
                  <c:v>2941</c:v>
                </c:pt>
                <c:pt idx="286">
                  <c:v>3051</c:v>
                </c:pt>
                <c:pt idx="287">
                  <c:v>3147</c:v>
                </c:pt>
                <c:pt idx="288">
                  <c:v>3198</c:v>
                </c:pt>
                <c:pt idx="289">
                  <c:v>3250</c:v>
                </c:pt>
                <c:pt idx="290">
                  <c:v>3397</c:v>
                </c:pt>
                <c:pt idx="291">
                  <c:v>3446</c:v>
                </c:pt>
                <c:pt idx="292">
                  <c:v>3489</c:v>
                </c:pt>
                <c:pt idx="293">
                  <c:v>3541</c:v>
                </c:pt>
                <c:pt idx="294">
                  <c:v>3557</c:v>
                </c:pt>
                <c:pt idx="295">
                  <c:v>3549</c:v>
                </c:pt>
                <c:pt idx="296">
                  <c:v>3548</c:v>
                </c:pt>
                <c:pt idx="297">
                  <c:v>3499</c:v>
                </c:pt>
                <c:pt idx="298">
                  <c:v>3292</c:v>
                </c:pt>
                <c:pt idx="299">
                  <c:v>3186</c:v>
                </c:pt>
                <c:pt idx="300">
                  <c:v>3051</c:v>
                </c:pt>
                <c:pt idx="301">
                  <c:v>2934</c:v>
                </c:pt>
                <c:pt idx="302">
                  <c:v>2894</c:v>
                </c:pt>
                <c:pt idx="303">
                  <c:v>2795</c:v>
                </c:pt>
                <c:pt idx="304">
                  <c:v>2791</c:v>
                </c:pt>
                <c:pt idx="305">
                  <c:v>2751</c:v>
                </c:pt>
                <c:pt idx="306">
                  <c:v>2706</c:v>
                </c:pt>
                <c:pt idx="307">
                  <c:v>2702</c:v>
                </c:pt>
                <c:pt idx="308">
                  <c:v>2706</c:v>
                </c:pt>
                <c:pt idx="309">
                  <c:v>2701</c:v>
                </c:pt>
                <c:pt idx="310">
                  <c:v>2704</c:v>
                </c:pt>
                <c:pt idx="311">
                  <c:v>2751</c:v>
                </c:pt>
                <c:pt idx="312">
                  <c:v>2797</c:v>
                </c:pt>
                <c:pt idx="313">
                  <c:v>2797</c:v>
                </c:pt>
                <c:pt idx="314">
                  <c:v>2884</c:v>
                </c:pt>
                <c:pt idx="315">
                  <c:v>2942</c:v>
                </c:pt>
                <c:pt idx="316">
                  <c:v>3050</c:v>
                </c:pt>
                <c:pt idx="317">
                  <c:v>3148</c:v>
                </c:pt>
                <c:pt idx="318">
                  <c:v>3186</c:v>
                </c:pt>
                <c:pt idx="319">
                  <c:v>3295</c:v>
                </c:pt>
                <c:pt idx="320">
                  <c:v>3401</c:v>
                </c:pt>
                <c:pt idx="321">
                  <c:v>3498</c:v>
                </c:pt>
                <c:pt idx="322">
                  <c:v>3550</c:v>
                </c:pt>
                <c:pt idx="323">
                  <c:v>3593</c:v>
                </c:pt>
                <c:pt idx="324">
                  <c:v>3661</c:v>
                </c:pt>
                <c:pt idx="325">
                  <c:v>3664</c:v>
                </c:pt>
                <c:pt idx="326">
                  <c:v>3661</c:v>
                </c:pt>
                <c:pt idx="327">
                  <c:v>3512</c:v>
                </c:pt>
                <c:pt idx="328">
                  <c:v>3403</c:v>
                </c:pt>
                <c:pt idx="329">
                  <c:v>3193</c:v>
                </c:pt>
                <c:pt idx="330">
                  <c:v>3048</c:v>
                </c:pt>
                <c:pt idx="331">
                  <c:v>2991</c:v>
                </c:pt>
                <c:pt idx="332">
                  <c:v>2881</c:v>
                </c:pt>
                <c:pt idx="333">
                  <c:v>2799</c:v>
                </c:pt>
                <c:pt idx="334">
                  <c:v>2763</c:v>
                </c:pt>
                <c:pt idx="335">
                  <c:v>2694</c:v>
                </c:pt>
                <c:pt idx="336">
                  <c:v>2694</c:v>
                </c:pt>
                <c:pt idx="337">
                  <c:v>2698</c:v>
                </c:pt>
                <c:pt idx="338">
                  <c:v>2649</c:v>
                </c:pt>
                <c:pt idx="339">
                  <c:v>2662</c:v>
                </c:pt>
                <c:pt idx="340">
                  <c:v>2652</c:v>
                </c:pt>
                <c:pt idx="341">
                  <c:v>2698</c:v>
                </c:pt>
                <c:pt idx="342">
                  <c:v>2701</c:v>
                </c:pt>
                <c:pt idx="343">
                  <c:v>2749</c:v>
                </c:pt>
                <c:pt idx="344">
                  <c:v>2801</c:v>
                </c:pt>
                <c:pt idx="345">
                  <c:v>2897</c:v>
                </c:pt>
                <c:pt idx="346">
                  <c:v>3008</c:v>
                </c:pt>
                <c:pt idx="347">
                  <c:v>3053</c:v>
                </c:pt>
                <c:pt idx="348">
                  <c:v>3146</c:v>
                </c:pt>
                <c:pt idx="349">
                  <c:v>3245</c:v>
                </c:pt>
                <c:pt idx="350">
                  <c:v>3289</c:v>
                </c:pt>
                <c:pt idx="351">
                  <c:v>3391</c:v>
                </c:pt>
                <c:pt idx="352">
                  <c:v>3445</c:v>
                </c:pt>
                <c:pt idx="353">
                  <c:v>3437</c:v>
                </c:pt>
                <c:pt idx="354">
                  <c:v>3547</c:v>
                </c:pt>
                <c:pt idx="355">
                  <c:v>3598</c:v>
                </c:pt>
                <c:pt idx="356">
                  <c:v>3653</c:v>
                </c:pt>
                <c:pt idx="357">
                  <c:v>3661</c:v>
                </c:pt>
                <c:pt idx="358">
                  <c:v>3709</c:v>
                </c:pt>
                <c:pt idx="359">
                  <c:v>3764</c:v>
                </c:pt>
                <c:pt idx="360">
                  <c:v>3820</c:v>
                </c:pt>
                <c:pt idx="361">
                  <c:v>3922</c:v>
                </c:pt>
                <c:pt idx="362">
                  <c:v>3925</c:v>
                </c:pt>
                <c:pt idx="363">
                  <c:v>3988</c:v>
                </c:pt>
                <c:pt idx="364">
                  <c:v>4038</c:v>
                </c:pt>
                <c:pt idx="365">
                  <c:v>4081</c:v>
                </c:pt>
                <c:pt idx="366">
                  <c:v>4133</c:v>
                </c:pt>
                <c:pt idx="367">
                  <c:v>4144</c:v>
                </c:pt>
                <c:pt idx="368">
                  <c:v>4188</c:v>
                </c:pt>
                <c:pt idx="369">
                  <c:v>4256</c:v>
                </c:pt>
                <c:pt idx="370">
                  <c:v>4255</c:v>
                </c:pt>
                <c:pt idx="371">
                  <c:v>4375</c:v>
                </c:pt>
                <c:pt idx="372">
                  <c:v>4373</c:v>
                </c:pt>
                <c:pt idx="373">
                  <c:v>4435</c:v>
                </c:pt>
                <c:pt idx="374">
                  <c:v>4435</c:v>
                </c:pt>
                <c:pt idx="375">
                  <c:v>4489</c:v>
                </c:pt>
                <c:pt idx="376">
                  <c:v>4542</c:v>
                </c:pt>
                <c:pt idx="377">
                  <c:v>4549</c:v>
                </c:pt>
                <c:pt idx="378">
                  <c:v>4544</c:v>
                </c:pt>
                <c:pt idx="379">
                  <c:v>4622</c:v>
                </c:pt>
                <c:pt idx="380">
                  <c:v>4668</c:v>
                </c:pt>
                <c:pt idx="381">
                  <c:v>4675</c:v>
                </c:pt>
                <c:pt idx="382">
                  <c:v>4719</c:v>
                </c:pt>
                <c:pt idx="383">
                  <c:v>4714</c:v>
                </c:pt>
                <c:pt idx="384">
                  <c:v>4710</c:v>
                </c:pt>
                <c:pt idx="385">
                  <c:v>4784</c:v>
                </c:pt>
                <c:pt idx="386">
                  <c:v>4850</c:v>
                </c:pt>
                <c:pt idx="387">
                  <c:v>4855</c:v>
                </c:pt>
                <c:pt idx="388">
                  <c:v>4853</c:v>
                </c:pt>
                <c:pt idx="389">
                  <c:v>4904</c:v>
                </c:pt>
                <c:pt idx="390">
                  <c:v>4853</c:v>
                </c:pt>
                <c:pt idx="391">
                  <c:v>4901</c:v>
                </c:pt>
                <c:pt idx="392">
                  <c:v>4965</c:v>
                </c:pt>
                <c:pt idx="393">
                  <c:v>4955</c:v>
                </c:pt>
                <c:pt idx="394">
                  <c:v>4967</c:v>
                </c:pt>
                <c:pt idx="395">
                  <c:v>4958</c:v>
                </c:pt>
                <c:pt idx="396">
                  <c:v>5018</c:v>
                </c:pt>
                <c:pt idx="397">
                  <c:v>5016</c:v>
                </c:pt>
                <c:pt idx="398">
                  <c:v>5025</c:v>
                </c:pt>
                <c:pt idx="399">
                  <c:v>5023</c:v>
                </c:pt>
                <c:pt idx="400">
                  <c:v>5094</c:v>
                </c:pt>
                <c:pt idx="401">
                  <c:v>5147</c:v>
                </c:pt>
                <c:pt idx="402">
                  <c:v>5083</c:v>
                </c:pt>
                <c:pt idx="403">
                  <c:v>5157</c:v>
                </c:pt>
                <c:pt idx="404">
                  <c:v>5152</c:v>
                </c:pt>
                <c:pt idx="405">
                  <c:v>5153</c:v>
                </c:pt>
                <c:pt idx="406">
                  <c:v>5213</c:v>
                </c:pt>
                <c:pt idx="407">
                  <c:v>5214</c:v>
                </c:pt>
                <c:pt idx="408">
                  <c:v>5216</c:v>
                </c:pt>
                <c:pt idx="409">
                  <c:v>5212</c:v>
                </c:pt>
                <c:pt idx="410">
                  <c:v>5223</c:v>
                </c:pt>
                <c:pt idx="411">
                  <c:v>5272</c:v>
                </c:pt>
                <c:pt idx="412">
                  <c:v>5267</c:v>
                </c:pt>
                <c:pt idx="413">
                  <c:v>5341</c:v>
                </c:pt>
                <c:pt idx="414">
                  <c:v>5275</c:v>
                </c:pt>
                <c:pt idx="415">
                  <c:v>5327</c:v>
                </c:pt>
                <c:pt idx="416">
                  <c:v>5343</c:v>
                </c:pt>
                <c:pt idx="417">
                  <c:v>5337</c:v>
                </c:pt>
                <c:pt idx="418">
                  <c:v>5343</c:v>
                </c:pt>
                <c:pt idx="419">
                  <c:v>5336</c:v>
                </c:pt>
                <c:pt idx="420">
                  <c:v>5342</c:v>
                </c:pt>
                <c:pt idx="421">
                  <c:v>5398</c:v>
                </c:pt>
                <c:pt idx="422">
                  <c:v>5341</c:v>
                </c:pt>
                <c:pt idx="423">
                  <c:v>5394</c:v>
                </c:pt>
                <c:pt idx="424">
                  <c:v>5393</c:v>
                </c:pt>
                <c:pt idx="425">
                  <c:v>5401</c:v>
                </c:pt>
                <c:pt idx="426">
                  <c:v>5395</c:v>
                </c:pt>
                <c:pt idx="427">
                  <c:v>5481</c:v>
                </c:pt>
                <c:pt idx="428">
                  <c:v>5475</c:v>
                </c:pt>
                <c:pt idx="429">
                  <c:v>5397</c:v>
                </c:pt>
                <c:pt idx="430">
                  <c:v>5466</c:v>
                </c:pt>
                <c:pt idx="431">
                  <c:v>5396</c:v>
                </c:pt>
                <c:pt idx="432">
                  <c:v>5459</c:v>
                </c:pt>
                <c:pt idx="433">
                  <c:v>5442</c:v>
                </c:pt>
                <c:pt idx="434">
                  <c:v>5539</c:v>
                </c:pt>
                <c:pt idx="435">
                  <c:v>5536</c:v>
                </c:pt>
                <c:pt idx="436">
                  <c:v>5585</c:v>
                </c:pt>
                <c:pt idx="437">
                  <c:v>5595</c:v>
                </c:pt>
                <c:pt idx="438">
                  <c:v>5671</c:v>
                </c:pt>
                <c:pt idx="439">
                  <c:v>5599</c:v>
                </c:pt>
                <c:pt idx="440">
                  <c:v>5659</c:v>
                </c:pt>
                <c:pt idx="441">
                  <c:v>5720</c:v>
                </c:pt>
                <c:pt idx="442">
                  <c:v>5724</c:v>
                </c:pt>
                <c:pt idx="443">
                  <c:v>5729</c:v>
                </c:pt>
                <c:pt idx="444">
                  <c:v>5729</c:v>
                </c:pt>
                <c:pt idx="445">
                  <c:v>5800</c:v>
                </c:pt>
                <c:pt idx="446">
                  <c:v>5797</c:v>
                </c:pt>
                <c:pt idx="447">
                  <c:v>5853</c:v>
                </c:pt>
                <c:pt idx="448">
                  <c:v>5855</c:v>
                </c:pt>
                <c:pt idx="449">
                  <c:v>5857</c:v>
                </c:pt>
                <c:pt idx="450">
                  <c:v>5854</c:v>
                </c:pt>
                <c:pt idx="451">
                  <c:v>5859</c:v>
                </c:pt>
                <c:pt idx="452">
                  <c:v>5862</c:v>
                </c:pt>
                <c:pt idx="453">
                  <c:v>5854</c:v>
                </c:pt>
                <c:pt idx="454">
                  <c:v>5867</c:v>
                </c:pt>
                <c:pt idx="455">
                  <c:v>5929</c:v>
                </c:pt>
                <c:pt idx="456">
                  <c:v>5904</c:v>
                </c:pt>
                <c:pt idx="457">
                  <c:v>5990</c:v>
                </c:pt>
                <c:pt idx="458">
                  <c:v>5986</c:v>
                </c:pt>
                <c:pt idx="459">
                  <c:v>5982</c:v>
                </c:pt>
                <c:pt idx="460">
                  <c:v>5987</c:v>
                </c:pt>
                <c:pt idx="461">
                  <c:v>6063</c:v>
                </c:pt>
                <c:pt idx="462">
                  <c:v>5987</c:v>
                </c:pt>
                <c:pt idx="463">
                  <c:v>5985</c:v>
                </c:pt>
                <c:pt idx="464">
                  <c:v>6068</c:v>
                </c:pt>
                <c:pt idx="465">
                  <c:v>5986</c:v>
                </c:pt>
                <c:pt idx="466">
                  <c:v>6000</c:v>
                </c:pt>
                <c:pt idx="467">
                  <c:v>6058</c:v>
                </c:pt>
                <c:pt idx="468">
                  <c:v>6060</c:v>
                </c:pt>
                <c:pt idx="469">
                  <c:v>6050</c:v>
                </c:pt>
                <c:pt idx="470">
                  <c:v>6067</c:v>
                </c:pt>
                <c:pt idx="471">
                  <c:v>6128</c:v>
                </c:pt>
                <c:pt idx="472">
                  <c:v>6054</c:v>
                </c:pt>
                <c:pt idx="473">
                  <c:v>6075</c:v>
                </c:pt>
                <c:pt idx="474">
                  <c:v>6146</c:v>
                </c:pt>
                <c:pt idx="475">
                  <c:v>6121</c:v>
                </c:pt>
                <c:pt idx="476">
                  <c:v>6131</c:v>
                </c:pt>
                <c:pt idx="477">
                  <c:v>6045</c:v>
                </c:pt>
                <c:pt idx="478">
                  <c:v>6141</c:v>
                </c:pt>
                <c:pt idx="479">
                  <c:v>6129</c:v>
                </c:pt>
                <c:pt idx="480">
                  <c:v>6133</c:v>
                </c:pt>
                <c:pt idx="481">
                  <c:v>6121</c:v>
                </c:pt>
                <c:pt idx="482">
                  <c:v>6144</c:v>
                </c:pt>
                <c:pt idx="483">
                  <c:v>6125</c:v>
                </c:pt>
                <c:pt idx="484">
                  <c:v>6123</c:v>
                </c:pt>
                <c:pt idx="485">
                  <c:v>6138</c:v>
                </c:pt>
                <c:pt idx="486">
                  <c:v>6126</c:v>
                </c:pt>
                <c:pt idx="487">
                  <c:v>6137</c:v>
                </c:pt>
                <c:pt idx="488">
                  <c:v>6122</c:v>
                </c:pt>
                <c:pt idx="489">
                  <c:v>6135</c:v>
                </c:pt>
                <c:pt idx="490">
                  <c:v>6056</c:v>
                </c:pt>
                <c:pt idx="491">
                  <c:v>6133</c:v>
                </c:pt>
                <c:pt idx="492">
                  <c:v>6125</c:v>
                </c:pt>
                <c:pt idx="493">
                  <c:v>6118</c:v>
                </c:pt>
                <c:pt idx="494">
                  <c:v>6056</c:v>
                </c:pt>
                <c:pt idx="495">
                  <c:v>6128</c:v>
                </c:pt>
                <c:pt idx="496">
                  <c:v>6130</c:v>
                </c:pt>
                <c:pt idx="497">
                  <c:v>6194</c:v>
                </c:pt>
                <c:pt idx="498">
                  <c:v>6193</c:v>
                </c:pt>
                <c:pt idx="499">
                  <c:v>6196</c:v>
                </c:pt>
                <c:pt idx="500">
                  <c:v>6275</c:v>
                </c:pt>
                <c:pt idx="501">
                  <c:v>6277</c:v>
                </c:pt>
                <c:pt idx="502">
                  <c:v>6271</c:v>
                </c:pt>
                <c:pt idx="503">
                  <c:v>6333</c:v>
                </c:pt>
                <c:pt idx="504">
                  <c:v>6270</c:v>
                </c:pt>
                <c:pt idx="505">
                  <c:v>6332</c:v>
                </c:pt>
                <c:pt idx="506">
                  <c:v>6337</c:v>
                </c:pt>
                <c:pt idx="507">
                  <c:v>6411</c:v>
                </c:pt>
                <c:pt idx="508">
                  <c:v>6418</c:v>
                </c:pt>
                <c:pt idx="509">
                  <c:v>6409</c:v>
                </c:pt>
                <c:pt idx="510">
                  <c:v>6410</c:v>
                </c:pt>
                <c:pt idx="511">
                  <c:v>6470</c:v>
                </c:pt>
                <c:pt idx="512">
                  <c:v>6476</c:v>
                </c:pt>
                <c:pt idx="513">
                  <c:v>6475</c:v>
                </c:pt>
                <c:pt idx="514">
                  <c:v>6479</c:v>
                </c:pt>
                <c:pt idx="515">
                  <c:v>6549</c:v>
                </c:pt>
                <c:pt idx="516">
                  <c:v>6553</c:v>
                </c:pt>
                <c:pt idx="517">
                  <c:v>6551</c:v>
                </c:pt>
                <c:pt idx="518">
                  <c:v>6551</c:v>
                </c:pt>
                <c:pt idx="519">
                  <c:v>6619</c:v>
                </c:pt>
                <c:pt idx="520">
                  <c:v>6623</c:v>
                </c:pt>
                <c:pt idx="521">
                  <c:v>6625</c:v>
                </c:pt>
                <c:pt idx="522">
                  <c:v>6627</c:v>
                </c:pt>
                <c:pt idx="523">
                  <c:v>6629</c:v>
                </c:pt>
                <c:pt idx="524">
                  <c:v>6623</c:v>
                </c:pt>
                <c:pt idx="525">
                  <c:v>6629</c:v>
                </c:pt>
                <c:pt idx="526">
                  <c:v>6623</c:v>
                </c:pt>
                <c:pt idx="527">
                  <c:v>6628</c:v>
                </c:pt>
                <c:pt idx="528">
                  <c:v>6687</c:v>
                </c:pt>
                <c:pt idx="529">
                  <c:v>6625</c:v>
                </c:pt>
                <c:pt idx="530">
                  <c:v>6695</c:v>
                </c:pt>
                <c:pt idx="531">
                  <c:v>6772</c:v>
                </c:pt>
                <c:pt idx="532">
                  <c:v>6760</c:v>
                </c:pt>
                <c:pt idx="533">
                  <c:v>6765</c:v>
                </c:pt>
                <c:pt idx="534">
                  <c:v>6770</c:v>
                </c:pt>
                <c:pt idx="535">
                  <c:v>6770</c:v>
                </c:pt>
                <c:pt idx="536">
                  <c:v>6695</c:v>
                </c:pt>
                <c:pt idx="537">
                  <c:v>6771</c:v>
                </c:pt>
                <c:pt idx="538">
                  <c:v>6769</c:v>
                </c:pt>
                <c:pt idx="539">
                  <c:v>6765</c:v>
                </c:pt>
                <c:pt idx="540">
                  <c:v>6769</c:v>
                </c:pt>
                <c:pt idx="541">
                  <c:v>6766</c:v>
                </c:pt>
                <c:pt idx="542">
                  <c:v>6770</c:v>
                </c:pt>
                <c:pt idx="543">
                  <c:v>6770</c:v>
                </c:pt>
                <c:pt idx="544">
                  <c:v>6761</c:v>
                </c:pt>
                <c:pt idx="545">
                  <c:v>6773</c:v>
                </c:pt>
                <c:pt idx="546">
                  <c:v>6769</c:v>
                </c:pt>
                <c:pt idx="547">
                  <c:v>6770</c:v>
                </c:pt>
                <c:pt idx="548">
                  <c:v>6767</c:v>
                </c:pt>
                <c:pt idx="549">
                  <c:v>6832</c:v>
                </c:pt>
                <c:pt idx="550">
                  <c:v>6829</c:v>
                </c:pt>
                <c:pt idx="551">
                  <c:v>6834</c:v>
                </c:pt>
                <c:pt idx="552">
                  <c:v>6830</c:v>
                </c:pt>
                <c:pt idx="553">
                  <c:v>6822</c:v>
                </c:pt>
                <c:pt idx="554">
                  <c:v>6839</c:v>
                </c:pt>
                <c:pt idx="555">
                  <c:v>6837</c:v>
                </c:pt>
                <c:pt idx="556">
                  <c:v>6837</c:v>
                </c:pt>
                <c:pt idx="557">
                  <c:v>6829</c:v>
                </c:pt>
                <c:pt idx="558">
                  <c:v>6834</c:v>
                </c:pt>
                <c:pt idx="559">
                  <c:v>6836</c:v>
                </c:pt>
                <c:pt idx="560">
                  <c:v>6834</c:v>
                </c:pt>
                <c:pt idx="561">
                  <c:v>6839</c:v>
                </c:pt>
                <c:pt idx="562">
                  <c:v>6832</c:v>
                </c:pt>
                <c:pt idx="563">
                  <c:v>6834</c:v>
                </c:pt>
                <c:pt idx="564">
                  <c:v>6831</c:v>
                </c:pt>
                <c:pt idx="565">
                  <c:v>6835</c:v>
                </c:pt>
                <c:pt idx="566">
                  <c:v>6831</c:v>
                </c:pt>
                <c:pt idx="567">
                  <c:v>6839</c:v>
                </c:pt>
                <c:pt idx="568">
                  <c:v>6830</c:v>
                </c:pt>
                <c:pt idx="569">
                  <c:v>6841</c:v>
                </c:pt>
                <c:pt idx="570">
                  <c:v>6840</c:v>
                </c:pt>
                <c:pt idx="571">
                  <c:v>6830</c:v>
                </c:pt>
                <c:pt idx="572">
                  <c:v>6838</c:v>
                </c:pt>
                <c:pt idx="573">
                  <c:v>6836</c:v>
                </c:pt>
                <c:pt idx="574">
                  <c:v>6829</c:v>
                </c:pt>
                <c:pt idx="575">
                  <c:v>6831</c:v>
                </c:pt>
                <c:pt idx="576">
                  <c:v>6905</c:v>
                </c:pt>
                <c:pt idx="577">
                  <c:v>6833</c:v>
                </c:pt>
                <c:pt idx="578">
                  <c:v>6917</c:v>
                </c:pt>
                <c:pt idx="579">
                  <c:v>6897</c:v>
                </c:pt>
                <c:pt idx="580">
                  <c:v>6906</c:v>
                </c:pt>
                <c:pt idx="581">
                  <c:v>6975</c:v>
                </c:pt>
                <c:pt idx="582">
                  <c:v>6899</c:v>
                </c:pt>
                <c:pt idx="583">
                  <c:v>6907</c:v>
                </c:pt>
                <c:pt idx="584">
                  <c:v>6902</c:v>
                </c:pt>
                <c:pt idx="585">
                  <c:v>6986</c:v>
                </c:pt>
                <c:pt idx="586">
                  <c:v>6907</c:v>
                </c:pt>
                <c:pt idx="587">
                  <c:v>6902</c:v>
                </c:pt>
                <c:pt idx="588">
                  <c:v>6893</c:v>
                </c:pt>
                <c:pt idx="589">
                  <c:v>6902</c:v>
                </c:pt>
                <c:pt idx="590">
                  <c:v>6982</c:v>
                </c:pt>
                <c:pt idx="591">
                  <c:v>6899</c:v>
                </c:pt>
                <c:pt idx="592">
                  <c:v>6902</c:v>
                </c:pt>
                <c:pt idx="593">
                  <c:v>6906</c:v>
                </c:pt>
                <c:pt idx="594">
                  <c:v>6839</c:v>
                </c:pt>
                <c:pt idx="595">
                  <c:v>6905</c:v>
                </c:pt>
                <c:pt idx="596">
                  <c:v>6833</c:v>
                </c:pt>
                <c:pt idx="597">
                  <c:v>6832</c:v>
                </c:pt>
                <c:pt idx="598">
                  <c:v>6833</c:v>
                </c:pt>
                <c:pt idx="599">
                  <c:v>6897</c:v>
                </c:pt>
                <c:pt idx="600">
                  <c:v>6902</c:v>
                </c:pt>
                <c:pt idx="601">
                  <c:v>6833</c:v>
                </c:pt>
                <c:pt idx="602">
                  <c:v>6838</c:v>
                </c:pt>
                <c:pt idx="603">
                  <c:v>6901</c:v>
                </c:pt>
                <c:pt idx="604">
                  <c:v>6906</c:v>
                </c:pt>
                <c:pt idx="605">
                  <c:v>6907</c:v>
                </c:pt>
                <c:pt idx="606">
                  <c:v>6908</c:v>
                </c:pt>
                <c:pt idx="607">
                  <c:v>6838</c:v>
                </c:pt>
                <c:pt idx="608">
                  <c:v>6830</c:v>
                </c:pt>
                <c:pt idx="609">
                  <c:v>6919</c:v>
                </c:pt>
                <c:pt idx="610">
                  <c:v>6921</c:v>
                </c:pt>
                <c:pt idx="611">
                  <c:v>6901</c:v>
                </c:pt>
                <c:pt idx="612">
                  <c:v>6993</c:v>
                </c:pt>
                <c:pt idx="613">
                  <c:v>6902</c:v>
                </c:pt>
                <c:pt idx="614">
                  <c:v>6981</c:v>
                </c:pt>
                <c:pt idx="615">
                  <c:v>6973</c:v>
                </c:pt>
                <c:pt idx="616">
                  <c:v>6907</c:v>
                </c:pt>
                <c:pt idx="617">
                  <c:v>6984</c:v>
                </c:pt>
                <c:pt idx="618">
                  <c:v>6989</c:v>
                </c:pt>
                <c:pt idx="619">
                  <c:v>6977</c:v>
                </c:pt>
                <c:pt idx="620">
                  <c:v>6903</c:v>
                </c:pt>
                <c:pt idx="621">
                  <c:v>6981</c:v>
                </c:pt>
                <c:pt idx="622">
                  <c:v>7036</c:v>
                </c:pt>
                <c:pt idx="623">
                  <c:v>6990</c:v>
                </c:pt>
                <c:pt idx="624">
                  <c:v>7036</c:v>
                </c:pt>
                <c:pt idx="625">
                  <c:v>6984</c:v>
                </c:pt>
                <c:pt idx="626">
                  <c:v>6989</c:v>
                </c:pt>
                <c:pt idx="627">
                  <c:v>6978</c:v>
                </c:pt>
                <c:pt idx="628">
                  <c:v>7046</c:v>
                </c:pt>
                <c:pt idx="629">
                  <c:v>6993</c:v>
                </c:pt>
                <c:pt idx="630">
                  <c:v>7037</c:v>
                </c:pt>
                <c:pt idx="631">
                  <c:v>7040</c:v>
                </c:pt>
                <c:pt idx="632">
                  <c:v>7044</c:v>
                </c:pt>
                <c:pt idx="633">
                  <c:v>7044</c:v>
                </c:pt>
                <c:pt idx="634">
                  <c:v>7046</c:v>
                </c:pt>
                <c:pt idx="635">
                  <c:v>7043</c:v>
                </c:pt>
                <c:pt idx="636">
                  <c:v>7044</c:v>
                </c:pt>
                <c:pt idx="637">
                  <c:v>7034</c:v>
                </c:pt>
                <c:pt idx="638">
                  <c:v>7128</c:v>
                </c:pt>
                <c:pt idx="639">
                  <c:v>7130</c:v>
                </c:pt>
                <c:pt idx="640">
                  <c:v>7128</c:v>
                </c:pt>
                <c:pt idx="641">
                  <c:v>7200</c:v>
                </c:pt>
                <c:pt idx="642">
                  <c:v>7196</c:v>
                </c:pt>
                <c:pt idx="643">
                  <c:v>7189</c:v>
                </c:pt>
                <c:pt idx="644">
                  <c:v>7128</c:v>
                </c:pt>
                <c:pt idx="645">
                  <c:v>7192</c:v>
                </c:pt>
                <c:pt idx="646">
                  <c:v>7191</c:v>
                </c:pt>
                <c:pt idx="647">
                  <c:v>7206</c:v>
                </c:pt>
                <c:pt idx="648">
                  <c:v>7276</c:v>
                </c:pt>
                <c:pt idx="649">
                  <c:v>7272</c:v>
                </c:pt>
                <c:pt idx="650">
                  <c:v>7204</c:v>
                </c:pt>
                <c:pt idx="651">
                  <c:v>7275</c:v>
                </c:pt>
                <c:pt idx="652">
                  <c:v>7277</c:v>
                </c:pt>
                <c:pt idx="653">
                  <c:v>7280</c:v>
                </c:pt>
                <c:pt idx="654">
                  <c:v>7280</c:v>
                </c:pt>
                <c:pt idx="655">
                  <c:v>7270</c:v>
                </c:pt>
                <c:pt idx="656">
                  <c:v>7279</c:v>
                </c:pt>
                <c:pt idx="657">
                  <c:v>7272</c:v>
                </c:pt>
                <c:pt idx="658">
                  <c:v>7271</c:v>
                </c:pt>
                <c:pt idx="659">
                  <c:v>7270</c:v>
                </c:pt>
                <c:pt idx="660">
                  <c:v>7274</c:v>
                </c:pt>
                <c:pt idx="661">
                  <c:v>7281</c:v>
                </c:pt>
                <c:pt idx="662">
                  <c:v>7287</c:v>
                </c:pt>
                <c:pt idx="663">
                  <c:v>7345</c:v>
                </c:pt>
                <c:pt idx="664">
                  <c:v>7341</c:v>
                </c:pt>
                <c:pt idx="665">
                  <c:v>7277</c:v>
                </c:pt>
                <c:pt idx="666">
                  <c:v>7273</c:v>
                </c:pt>
                <c:pt idx="667">
                  <c:v>7346</c:v>
                </c:pt>
                <c:pt idx="668">
                  <c:v>7345</c:v>
                </c:pt>
                <c:pt idx="669">
                  <c:v>7272</c:v>
                </c:pt>
                <c:pt idx="670">
                  <c:v>7278</c:v>
                </c:pt>
                <c:pt idx="671">
                  <c:v>7342</c:v>
                </c:pt>
                <c:pt idx="672">
                  <c:v>7340</c:v>
                </c:pt>
                <c:pt idx="673">
                  <c:v>7282</c:v>
                </c:pt>
                <c:pt idx="674">
                  <c:v>7280</c:v>
                </c:pt>
                <c:pt idx="675">
                  <c:v>7340</c:v>
                </c:pt>
                <c:pt idx="676">
                  <c:v>7352</c:v>
                </c:pt>
                <c:pt idx="677">
                  <c:v>7347</c:v>
                </c:pt>
                <c:pt idx="678">
                  <c:v>7347</c:v>
                </c:pt>
                <c:pt idx="679">
                  <c:v>7438</c:v>
                </c:pt>
                <c:pt idx="680">
                  <c:v>7435</c:v>
                </c:pt>
                <c:pt idx="681">
                  <c:v>7442</c:v>
                </c:pt>
                <c:pt idx="682">
                  <c:v>7432</c:v>
                </c:pt>
                <c:pt idx="683">
                  <c:v>7435</c:v>
                </c:pt>
                <c:pt idx="684">
                  <c:v>7435</c:v>
                </c:pt>
                <c:pt idx="685">
                  <c:v>7430</c:v>
                </c:pt>
                <c:pt idx="686">
                  <c:v>7439</c:v>
                </c:pt>
                <c:pt idx="687">
                  <c:v>7431</c:v>
                </c:pt>
                <c:pt idx="688">
                  <c:v>7430</c:v>
                </c:pt>
                <c:pt idx="689">
                  <c:v>7435</c:v>
                </c:pt>
                <c:pt idx="690">
                  <c:v>7433</c:v>
                </c:pt>
                <c:pt idx="691">
                  <c:v>7425</c:v>
                </c:pt>
                <c:pt idx="692">
                  <c:v>7506</c:v>
                </c:pt>
                <c:pt idx="693">
                  <c:v>7432</c:v>
                </c:pt>
                <c:pt idx="694">
                  <c:v>7586</c:v>
                </c:pt>
                <c:pt idx="695">
                  <c:v>7498</c:v>
                </c:pt>
                <c:pt idx="696">
                  <c:v>7434</c:v>
                </c:pt>
                <c:pt idx="697">
                  <c:v>7594</c:v>
                </c:pt>
                <c:pt idx="698">
                  <c:v>7583</c:v>
                </c:pt>
                <c:pt idx="699">
                  <c:v>7591</c:v>
                </c:pt>
                <c:pt idx="700">
                  <c:v>7594</c:v>
                </c:pt>
                <c:pt idx="701">
                  <c:v>7593</c:v>
                </c:pt>
                <c:pt idx="702">
                  <c:v>7522</c:v>
                </c:pt>
                <c:pt idx="703">
                  <c:v>7516</c:v>
                </c:pt>
                <c:pt idx="704">
                  <c:v>7516</c:v>
                </c:pt>
                <c:pt idx="705">
                  <c:v>7536</c:v>
                </c:pt>
                <c:pt idx="706">
                  <c:v>7589</c:v>
                </c:pt>
                <c:pt idx="707">
                  <c:v>7603</c:v>
                </c:pt>
                <c:pt idx="708">
                  <c:v>7577</c:v>
                </c:pt>
                <c:pt idx="709">
                  <c:v>7590</c:v>
                </c:pt>
                <c:pt idx="710">
                  <c:v>7581</c:v>
                </c:pt>
                <c:pt idx="711">
                  <c:v>7587</c:v>
                </c:pt>
                <c:pt idx="712">
                  <c:v>7594</c:v>
                </c:pt>
                <c:pt idx="713">
                  <c:v>7592</c:v>
                </c:pt>
                <c:pt idx="714">
                  <c:v>7584</c:v>
                </c:pt>
                <c:pt idx="715">
                  <c:v>7584</c:v>
                </c:pt>
                <c:pt idx="716">
                  <c:v>7591</c:v>
                </c:pt>
                <c:pt idx="717">
                  <c:v>7674</c:v>
                </c:pt>
                <c:pt idx="718">
                  <c:v>7575</c:v>
                </c:pt>
                <c:pt idx="719">
                  <c:v>7582</c:v>
                </c:pt>
                <c:pt idx="720">
                  <c:v>7590</c:v>
                </c:pt>
                <c:pt idx="721">
                  <c:v>7509</c:v>
                </c:pt>
                <c:pt idx="722">
                  <c:v>7589</c:v>
                </c:pt>
                <c:pt idx="723">
                  <c:v>7516</c:v>
                </c:pt>
                <c:pt idx="724">
                  <c:v>7511</c:v>
                </c:pt>
                <c:pt idx="725">
                  <c:v>7580</c:v>
                </c:pt>
                <c:pt idx="726">
                  <c:v>7590</c:v>
                </c:pt>
                <c:pt idx="727">
                  <c:v>7591</c:v>
                </c:pt>
                <c:pt idx="728">
                  <c:v>7580</c:v>
                </c:pt>
                <c:pt idx="729">
                  <c:v>7505</c:v>
                </c:pt>
                <c:pt idx="730">
                  <c:v>7581</c:v>
                </c:pt>
                <c:pt idx="731">
                  <c:v>7589</c:v>
                </c:pt>
                <c:pt idx="732">
                  <c:v>7512</c:v>
                </c:pt>
                <c:pt idx="733">
                  <c:v>7507</c:v>
                </c:pt>
                <c:pt idx="734">
                  <c:v>7591</c:v>
                </c:pt>
                <c:pt idx="735">
                  <c:v>7510</c:v>
                </c:pt>
                <c:pt idx="736">
                  <c:v>7581</c:v>
                </c:pt>
                <c:pt idx="737">
                  <c:v>7593</c:v>
                </c:pt>
                <c:pt idx="738">
                  <c:v>7503</c:v>
                </c:pt>
                <c:pt idx="739">
                  <c:v>7497</c:v>
                </c:pt>
                <c:pt idx="740">
                  <c:v>7580</c:v>
                </c:pt>
                <c:pt idx="741">
                  <c:v>7505</c:v>
                </c:pt>
                <c:pt idx="742">
                  <c:v>7593</c:v>
                </c:pt>
                <c:pt idx="743">
                  <c:v>7592</c:v>
                </c:pt>
                <c:pt idx="744">
                  <c:v>7587</c:v>
                </c:pt>
                <c:pt idx="745">
                  <c:v>7590</c:v>
                </c:pt>
                <c:pt idx="746">
                  <c:v>7593</c:v>
                </c:pt>
                <c:pt idx="747">
                  <c:v>7592</c:v>
                </c:pt>
                <c:pt idx="748">
                  <c:v>7584</c:v>
                </c:pt>
                <c:pt idx="749">
                  <c:v>7589</c:v>
                </c:pt>
                <c:pt idx="750">
                  <c:v>7665</c:v>
                </c:pt>
                <c:pt idx="751">
                  <c:v>7586</c:v>
                </c:pt>
                <c:pt idx="752">
                  <c:v>7589</c:v>
                </c:pt>
                <c:pt idx="753">
                  <c:v>7666</c:v>
                </c:pt>
                <c:pt idx="754">
                  <c:v>7670</c:v>
                </c:pt>
                <c:pt idx="755">
                  <c:v>7590</c:v>
                </c:pt>
                <c:pt idx="756">
                  <c:v>7660</c:v>
                </c:pt>
                <c:pt idx="757">
                  <c:v>7666</c:v>
                </c:pt>
                <c:pt idx="758">
                  <c:v>7667</c:v>
                </c:pt>
                <c:pt idx="759">
                  <c:v>7669</c:v>
                </c:pt>
                <c:pt idx="760">
                  <c:v>7658</c:v>
                </c:pt>
                <c:pt idx="761">
                  <c:v>7668</c:v>
                </c:pt>
                <c:pt idx="762">
                  <c:v>7672</c:v>
                </c:pt>
                <c:pt idx="763">
                  <c:v>7592</c:v>
                </c:pt>
                <c:pt idx="764">
                  <c:v>7584</c:v>
                </c:pt>
                <c:pt idx="765">
                  <c:v>7591</c:v>
                </c:pt>
                <c:pt idx="766">
                  <c:v>7589</c:v>
                </c:pt>
                <c:pt idx="767">
                  <c:v>7665</c:v>
                </c:pt>
                <c:pt idx="768">
                  <c:v>7653</c:v>
                </c:pt>
                <c:pt idx="769">
                  <c:v>7645</c:v>
                </c:pt>
                <c:pt idx="770">
                  <c:v>7652</c:v>
                </c:pt>
                <c:pt idx="771">
                  <c:v>7656</c:v>
                </c:pt>
                <c:pt idx="772">
                  <c:v>7646</c:v>
                </c:pt>
                <c:pt idx="773">
                  <c:v>7654</c:v>
                </c:pt>
                <c:pt idx="774">
                  <c:v>7656</c:v>
                </c:pt>
                <c:pt idx="775">
                  <c:v>7667</c:v>
                </c:pt>
                <c:pt idx="776">
                  <c:v>7657</c:v>
                </c:pt>
                <c:pt idx="777">
                  <c:v>7654</c:v>
                </c:pt>
                <c:pt idx="778">
                  <c:v>7653</c:v>
                </c:pt>
                <c:pt idx="779">
                  <c:v>7594</c:v>
                </c:pt>
                <c:pt idx="780">
                  <c:v>7654</c:v>
                </c:pt>
                <c:pt idx="781">
                  <c:v>7596</c:v>
                </c:pt>
                <c:pt idx="782">
                  <c:v>7599</c:v>
                </c:pt>
                <c:pt idx="783">
                  <c:v>7672</c:v>
                </c:pt>
                <c:pt idx="784">
                  <c:v>7592</c:v>
                </c:pt>
                <c:pt idx="785">
                  <c:v>7658</c:v>
                </c:pt>
                <c:pt idx="786">
                  <c:v>7656</c:v>
                </c:pt>
                <c:pt idx="787">
                  <c:v>7585</c:v>
                </c:pt>
                <c:pt idx="788">
                  <c:v>7584</c:v>
                </c:pt>
                <c:pt idx="789">
                  <c:v>7664</c:v>
                </c:pt>
                <c:pt idx="790">
                  <c:v>7578</c:v>
                </c:pt>
                <c:pt idx="791">
                  <c:v>7586</c:v>
                </c:pt>
                <c:pt idx="792">
                  <c:v>7591</c:v>
                </c:pt>
                <c:pt idx="793">
                  <c:v>7651</c:v>
                </c:pt>
                <c:pt idx="794">
                  <c:v>7586</c:v>
                </c:pt>
                <c:pt idx="795">
                  <c:v>7652</c:v>
                </c:pt>
                <c:pt idx="796">
                  <c:v>7654</c:v>
                </c:pt>
                <c:pt idx="797">
                  <c:v>7666</c:v>
                </c:pt>
                <c:pt idx="798">
                  <c:v>7652</c:v>
                </c:pt>
                <c:pt idx="799">
                  <c:v>7657</c:v>
                </c:pt>
                <c:pt idx="800">
                  <c:v>7657</c:v>
                </c:pt>
                <c:pt idx="801">
                  <c:v>7657</c:v>
                </c:pt>
                <c:pt idx="802">
                  <c:v>7652</c:v>
                </c:pt>
                <c:pt idx="803">
                  <c:v>7671</c:v>
                </c:pt>
                <c:pt idx="804">
                  <c:v>7583</c:v>
                </c:pt>
                <c:pt idx="805">
                  <c:v>7673</c:v>
                </c:pt>
                <c:pt idx="806">
                  <c:v>7653</c:v>
                </c:pt>
                <c:pt idx="807">
                  <c:v>7752</c:v>
                </c:pt>
                <c:pt idx="808">
                  <c:v>7654</c:v>
                </c:pt>
                <c:pt idx="809">
                  <c:v>7675</c:v>
                </c:pt>
                <c:pt idx="810">
                  <c:v>7748</c:v>
                </c:pt>
                <c:pt idx="811">
                  <c:v>7674</c:v>
                </c:pt>
                <c:pt idx="812">
                  <c:v>7748</c:v>
                </c:pt>
                <c:pt idx="813">
                  <c:v>7747</c:v>
                </c:pt>
                <c:pt idx="814">
                  <c:v>7657</c:v>
                </c:pt>
                <c:pt idx="815">
                  <c:v>7751</c:v>
                </c:pt>
                <c:pt idx="816">
                  <c:v>7741</c:v>
                </c:pt>
                <c:pt idx="817">
                  <c:v>7751</c:v>
                </c:pt>
                <c:pt idx="818">
                  <c:v>7751</c:v>
                </c:pt>
                <c:pt idx="819">
                  <c:v>7736</c:v>
                </c:pt>
                <c:pt idx="820">
                  <c:v>7750</c:v>
                </c:pt>
                <c:pt idx="821">
                  <c:v>7747</c:v>
                </c:pt>
                <c:pt idx="822">
                  <c:v>7742</c:v>
                </c:pt>
                <c:pt idx="823">
                  <c:v>7652</c:v>
                </c:pt>
                <c:pt idx="824">
                  <c:v>7658</c:v>
                </c:pt>
                <c:pt idx="825">
                  <c:v>7649</c:v>
                </c:pt>
                <c:pt idx="826">
                  <c:v>7655</c:v>
                </c:pt>
                <c:pt idx="827">
                  <c:v>7662</c:v>
                </c:pt>
                <c:pt idx="828">
                  <c:v>7586</c:v>
                </c:pt>
                <c:pt idx="829">
                  <c:v>7594</c:v>
                </c:pt>
                <c:pt idx="830">
                  <c:v>7586</c:v>
                </c:pt>
                <c:pt idx="831">
                  <c:v>7593</c:v>
                </c:pt>
                <c:pt idx="832">
                  <c:v>7506</c:v>
                </c:pt>
                <c:pt idx="833">
                  <c:v>7587</c:v>
                </c:pt>
                <c:pt idx="834">
                  <c:v>7505</c:v>
                </c:pt>
                <c:pt idx="835">
                  <c:v>7512</c:v>
                </c:pt>
                <c:pt idx="836">
                  <c:v>7498</c:v>
                </c:pt>
                <c:pt idx="837">
                  <c:v>7502</c:v>
                </c:pt>
                <c:pt idx="838">
                  <c:v>7587</c:v>
                </c:pt>
                <c:pt idx="839">
                  <c:v>7584</c:v>
                </c:pt>
                <c:pt idx="840">
                  <c:v>7592</c:v>
                </c:pt>
                <c:pt idx="841">
                  <c:v>7498</c:v>
                </c:pt>
                <c:pt idx="842">
                  <c:v>7510</c:v>
                </c:pt>
                <c:pt idx="843">
                  <c:v>7588</c:v>
                </c:pt>
                <c:pt idx="844">
                  <c:v>7589</c:v>
                </c:pt>
                <c:pt idx="845">
                  <c:v>7510</c:v>
                </c:pt>
                <c:pt idx="846">
                  <c:v>7575</c:v>
                </c:pt>
                <c:pt idx="847">
                  <c:v>7572</c:v>
                </c:pt>
                <c:pt idx="848">
                  <c:v>7512</c:v>
                </c:pt>
                <c:pt idx="849">
                  <c:v>7513</c:v>
                </c:pt>
                <c:pt idx="850">
                  <c:v>7569</c:v>
                </c:pt>
                <c:pt idx="851">
                  <c:v>7572</c:v>
                </c:pt>
                <c:pt idx="852">
                  <c:v>7577</c:v>
                </c:pt>
                <c:pt idx="853">
                  <c:v>7662</c:v>
                </c:pt>
                <c:pt idx="854">
                  <c:v>7662</c:v>
                </c:pt>
                <c:pt idx="855">
                  <c:v>7579</c:v>
                </c:pt>
                <c:pt idx="856">
                  <c:v>7665</c:v>
                </c:pt>
                <c:pt idx="857">
                  <c:v>7587</c:v>
                </c:pt>
                <c:pt idx="858">
                  <c:v>7654</c:v>
                </c:pt>
                <c:pt idx="859">
                  <c:v>7503</c:v>
                </c:pt>
                <c:pt idx="860">
                  <c:v>7506</c:v>
                </c:pt>
                <c:pt idx="861">
                  <c:v>7584</c:v>
                </c:pt>
                <c:pt idx="862">
                  <c:v>7584</c:v>
                </c:pt>
                <c:pt idx="863">
                  <c:v>7594</c:v>
                </c:pt>
                <c:pt idx="864">
                  <c:v>7576</c:v>
                </c:pt>
                <c:pt idx="865">
                  <c:v>7657</c:v>
                </c:pt>
                <c:pt idx="866">
                  <c:v>7657</c:v>
                </c:pt>
                <c:pt idx="867">
                  <c:v>7582</c:v>
                </c:pt>
                <c:pt idx="868">
                  <c:v>7666</c:v>
                </c:pt>
                <c:pt idx="869">
                  <c:v>7673</c:v>
                </c:pt>
                <c:pt idx="870">
                  <c:v>7578</c:v>
                </c:pt>
                <c:pt idx="871">
                  <c:v>7668</c:v>
                </c:pt>
                <c:pt idx="872">
                  <c:v>7565</c:v>
                </c:pt>
                <c:pt idx="873">
                  <c:v>7664</c:v>
                </c:pt>
                <c:pt idx="874">
                  <c:v>7660</c:v>
                </c:pt>
                <c:pt idx="875">
                  <c:v>7656</c:v>
                </c:pt>
                <c:pt idx="876">
                  <c:v>7662</c:v>
                </c:pt>
                <c:pt idx="877">
                  <c:v>7658</c:v>
                </c:pt>
                <c:pt idx="878">
                  <c:v>7649</c:v>
                </c:pt>
                <c:pt idx="879">
                  <c:v>7648</c:v>
                </c:pt>
                <c:pt idx="880">
                  <c:v>7750</c:v>
                </c:pt>
                <c:pt idx="881">
                  <c:v>7750</c:v>
                </c:pt>
                <c:pt idx="882">
                  <c:v>7754</c:v>
                </c:pt>
                <c:pt idx="883">
                  <c:v>7744</c:v>
                </c:pt>
                <c:pt idx="884">
                  <c:v>7751</c:v>
                </c:pt>
                <c:pt idx="885">
                  <c:v>7747</c:v>
                </c:pt>
                <c:pt idx="886">
                  <c:v>7800</c:v>
                </c:pt>
                <c:pt idx="887">
                  <c:v>7759</c:v>
                </c:pt>
                <c:pt idx="888">
                  <c:v>7811</c:v>
                </c:pt>
                <c:pt idx="889">
                  <c:v>7826</c:v>
                </c:pt>
                <c:pt idx="890">
                  <c:v>7745</c:v>
                </c:pt>
                <c:pt idx="891">
                  <c:v>7810</c:v>
                </c:pt>
                <c:pt idx="892">
                  <c:v>7805</c:v>
                </c:pt>
                <c:pt idx="893">
                  <c:v>7812</c:v>
                </c:pt>
                <c:pt idx="894">
                  <c:v>7887</c:v>
                </c:pt>
                <c:pt idx="895">
                  <c:v>7826</c:v>
                </c:pt>
                <c:pt idx="896">
                  <c:v>7813</c:v>
                </c:pt>
                <c:pt idx="897">
                  <c:v>7911</c:v>
                </c:pt>
                <c:pt idx="898">
                  <c:v>7909</c:v>
                </c:pt>
                <c:pt idx="899">
                  <c:v>7898</c:v>
                </c:pt>
                <c:pt idx="900">
                  <c:v>7901</c:v>
                </c:pt>
                <c:pt idx="901">
                  <c:v>7800</c:v>
                </c:pt>
                <c:pt idx="902">
                  <c:v>7822</c:v>
                </c:pt>
                <c:pt idx="903">
                  <c:v>7835</c:v>
                </c:pt>
                <c:pt idx="904">
                  <c:v>7824</c:v>
                </c:pt>
                <c:pt idx="905">
                  <c:v>7810</c:v>
                </c:pt>
                <c:pt idx="906">
                  <c:v>7833</c:v>
                </c:pt>
                <c:pt idx="907">
                  <c:v>7823</c:v>
                </c:pt>
                <c:pt idx="908">
                  <c:v>7815</c:v>
                </c:pt>
                <c:pt idx="909">
                  <c:v>7748</c:v>
                </c:pt>
                <c:pt idx="910">
                  <c:v>7808</c:v>
                </c:pt>
                <c:pt idx="911">
                  <c:v>7823</c:v>
                </c:pt>
                <c:pt idx="912">
                  <c:v>7837</c:v>
                </c:pt>
                <c:pt idx="913">
                  <c:v>7835</c:v>
                </c:pt>
                <c:pt idx="914">
                  <c:v>7835</c:v>
                </c:pt>
                <c:pt idx="915">
                  <c:v>7835</c:v>
                </c:pt>
                <c:pt idx="916">
                  <c:v>7896</c:v>
                </c:pt>
                <c:pt idx="917">
                  <c:v>7828</c:v>
                </c:pt>
                <c:pt idx="918">
                  <c:v>7834</c:v>
                </c:pt>
                <c:pt idx="919">
                  <c:v>7888</c:v>
                </c:pt>
                <c:pt idx="920">
                  <c:v>7898</c:v>
                </c:pt>
                <c:pt idx="921">
                  <c:v>7904</c:v>
                </c:pt>
                <c:pt idx="922">
                  <c:v>7819</c:v>
                </c:pt>
                <c:pt idx="923">
                  <c:v>7829</c:v>
                </c:pt>
                <c:pt idx="924">
                  <c:v>7808</c:v>
                </c:pt>
                <c:pt idx="925">
                  <c:v>7815</c:v>
                </c:pt>
                <c:pt idx="926">
                  <c:v>7800</c:v>
                </c:pt>
                <c:pt idx="927">
                  <c:v>7818</c:v>
                </c:pt>
                <c:pt idx="928">
                  <c:v>7815</c:v>
                </c:pt>
                <c:pt idx="929">
                  <c:v>7801</c:v>
                </c:pt>
                <c:pt idx="930">
                  <c:v>7807</c:v>
                </c:pt>
                <c:pt idx="931">
                  <c:v>7812</c:v>
                </c:pt>
                <c:pt idx="932">
                  <c:v>7824</c:v>
                </c:pt>
                <c:pt idx="933">
                  <c:v>7806</c:v>
                </c:pt>
                <c:pt idx="934">
                  <c:v>7908</c:v>
                </c:pt>
                <c:pt idx="935">
                  <c:v>7813</c:v>
                </c:pt>
                <c:pt idx="936">
                  <c:v>7812</c:v>
                </c:pt>
                <c:pt idx="937">
                  <c:v>7899</c:v>
                </c:pt>
                <c:pt idx="938">
                  <c:v>7972</c:v>
                </c:pt>
                <c:pt idx="939">
                  <c:v>7798</c:v>
                </c:pt>
                <c:pt idx="940">
                  <c:v>7895</c:v>
                </c:pt>
                <c:pt idx="941">
                  <c:v>7891</c:v>
                </c:pt>
                <c:pt idx="942">
                  <c:v>7905</c:v>
                </c:pt>
                <c:pt idx="943">
                  <c:v>7906</c:v>
                </c:pt>
                <c:pt idx="944">
                  <c:v>7891</c:v>
                </c:pt>
                <c:pt idx="945">
                  <c:v>7899</c:v>
                </c:pt>
                <c:pt idx="946">
                  <c:v>7910</c:v>
                </c:pt>
                <c:pt idx="947">
                  <c:v>7898</c:v>
                </c:pt>
                <c:pt idx="948">
                  <c:v>7913</c:v>
                </c:pt>
                <c:pt idx="949">
                  <c:v>7917</c:v>
                </c:pt>
                <c:pt idx="950">
                  <c:v>7920</c:v>
                </c:pt>
                <c:pt idx="951">
                  <c:v>7963</c:v>
                </c:pt>
                <c:pt idx="952">
                  <c:v>7903</c:v>
                </c:pt>
                <c:pt idx="953">
                  <c:v>7903</c:v>
                </c:pt>
                <c:pt idx="954">
                  <c:v>7901</c:v>
                </c:pt>
                <c:pt idx="955">
                  <c:v>7967</c:v>
                </c:pt>
                <c:pt idx="956">
                  <c:v>7986</c:v>
                </c:pt>
                <c:pt idx="957">
                  <c:v>7907</c:v>
                </c:pt>
                <c:pt idx="958">
                  <c:v>7903</c:v>
                </c:pt>
                <c:pt idx="959">
                  <c:v>7917</c:v>
                </c:pt>
                <c:pt idx="960">
                  <c:v>7965</c:v>
                </c:pt>
                <c:pt idx="961">
                  <c:v>7969</c:v>
                </c:pt>
                <c:pt idx="962">
                  <c:v>8085</c:v>
                </c:pt>
                <c:pt idx="963">
                  <c:v>7902</c:v>
                </c:pt>
                <c:pt idx="964">
                  <c:v>7913</c:v>
                </c:pt>
                <c:pt idx="965">
                  <c:v>7906</c:v>
                </c:pt>
                <c:pt idx="966">
                  <c:v>7983</c:v>
                </c:pt>
                <c:pt idx="967">
                  <c:v>7905</c:v>
                </c:pt>
                <c:pt idx="968">
                  <c:v>7900</c:v>
                </c:pt>
                <c:pt idx="969">
                  <c:v>7901</c:v>
                </c:pt>
                <c:pt idx="970">
                  <c:v>7905</c:v>
                </c:pt>
                <c:pt idx="971">
                  <c:v>7815</c:v>
                </c:pt>
                <c:pt idx="972">
                  <c:v>7898</c:v>
                </c:pt>
                <c:pt idx="973">
                  <c:v>7900</c:v>
                </c:pt>
                <c:pt idx="974">
                  <c:v>7896</c:v>
                </c:pt>
                <c:pt idx="975">
                  <c:v>7812</c:v>
                </c:pt>
                <c:pt idx="976">
                  <c:v>7888</c:v>
                </c:pt>
                <c:pt idx="977">
                  <c:v>7899</c:v>
                </c:pt>
                <c:pt idx="978">
                  <c:v>7889</c:v>
                </c:pt>
                <c:pt idx="979">
                  <c:v>7892</c:v>
                </c:pt>
                <c:pt idx="980">
                  <c:v>7885</c:v>
                </c:pt>
                <c:pt idx="981">
                  <c:v>7829</c:v>
                </c:pt>
                <c:pt idx="982">
                  <c:v>7831</c:v>
                </c:pt>
                <c:pt idx="983">
                  <c:v>7893</c:v>
                </c:pt>
                <c:pt idx="984">
                  <c:v>7902</c:v>
                </c:pt>
                <c:pt idx="985">
                  <c:v>7836</c:v>
                </c:pt>
                <c:pt idx="986">
                  <c:v>7819</c:v>
                </c:pt>
                <c:pt idx="987">
                  <c:v>7811</c:v>
                </c:pt>
                <c:pt idx="988">
                  <c:v>7834</c:v>
                </c:pt>
                <c:pt idx="989">
                  <c:v>7885</c:v>
                </c:pt>
                <c:pt idx="990">
                  <c:v>7808</c:v>
                </c:pt>
                <c:pt idx="991">
                  <c:v>7837</c:v>
                </c:pt>
                <c:pt idx="992">
                  <c:v>7838</c:v>
                </c:pt>
                <c:pt idx="993">
                  <c:v>7829</c:v>
                </c:pt>
                <c:pt idx="994">
                  <c:v>7887</c:v>
                </c:pt>
                <c:pt idx="995">
                  <c:v>7816</c:v>
                </c:pt>
                <c:pt idx="996">
                  <c:v>7897</c:v>
                </c:pt>
                <c:pt idx="997">
                  <c:v>7891</c:v>
                </c:pt>
                <c:pt idx="998">
                  <c:v>7805</c:v>
                </c:pt>
                <c:pt idx="999">
                  <c:v>7893</c:v>
                </c:pt>
                <c:pt idx="1000">
                  <c:v>7815</c:v>
                </c:pt>
                <c:pt idx="1001">
                  <c:v>7834</c:v>
                </c:pt>
                <c:pt idx="1002">
                  <c:v>7840</c:v>
                </c:pt>
                <c:pt idx="1003">
                  <c:v>7839</c:v>
                </c:pt>
                <c:pt idx="1004">
                  <c:v>7877</c:v>
                </c:pt>
                <c:pt idx="1005">
                  <c:v>7830</c:v>
                </c:pt>
                <c:pt idx="1006">
                  <c:v>7835</c:v>
                </c:pt>
                <c:pt idx="1007">
                  <c:v>7894</c:v>
                </c:pt>
                <c:pt idx="1008">
                  <c:v>7896</c:v>
                </c:pt>
                <c:pt idx="1009">
                  <c:v>8003</c:v>
                </c:pt>
                <c:pt idx="1010">
                  <c:v>7837</c:v>
                </c:pt>
                <c:pt idx="1011">
                  <c:v>7903</c:v>
                </c:pt>
                <c:pt idx="1012">
                  <c:v>7914</c:v>
                </c:pt>
                <c:pt idx="1013">
                  <c:v>7830</c:v>
                </c:pt>
                <c:pt idx="1014">
                  <c:v>7825</c:v>
                </c:pt>
                <c:pt idx="1015">
                  <c:v>7905</c:v>
                </c:pt>
                <c:pt idx="1016">
                  <c:v>7836</c:v>
                </c:pt>
                <c:pt idx="1017">
                  <c:v>7998</c:v>
                </c:pt>
                <c:pt idx="1018">
                  <c:v>7918</c:v>
                </c:pt>
                <c:pt idx="1019">
                  <c:v>7831</c:v>
                </c:pt>
                <c:pt idx="1020">
                  <c:v>7898</c:v>
                </c:pt>
                <c:pt idx="1021">
                  <c:v>7828</c:v>
                </c:pt>
                <c:pt idx="1022">
                  <c:v>7905</c:v>
                </c:pt>
                <c:pt idx="1023">
                  <c:v>7899</c:v>
                </c:pt>
                <c:pt idx="1024">
                  <c:v>7922</c:v>
                </c:pt>
                <c:pt idx="1025">
                  <c:v>7907</c:v>
                </c:pt>
                <c:pt idx="1026">
                  <c:v>8000</c:v>
                </c:pt>
                <c:pt idx="1027">
                  <c:v>7980</c:v>
                </c:pt>
                <c:pt idx="1028">
                  <c:v>7905</c:v>
                </c:pt>
                <c:pt idx="1029">
                  <c:v>8064</c:v>
                </c:pt>
                <c:pt idx="1030">
                  <c:v>7983</c:v>
                </c:pt>
                <c:pt idx="1031">
                  <c:v>7999</c:v>
                </c:pt>
                <c:pt idx="1032">
                  <c:v>7891</c:v>
                </c:pt>
                <c:pt idx="1033">
                  <c:v>7903</c:v>
                </c:pt>
                <c:pt idx="1034">
                  <c:v>7968</c:v>
                </c:pt>
                <c:pt idx="1035">
                  <c:v>7989</c:v>
                </c:pt>
                <c:pt idx="1036">
                  <c:v>8140</c:v>
                </c:pt>
                <c:pt idx="1037">
                  <c:v>8148</c:v>
                </c:pt>
                <c:pt idx="1038">
                  <c:v>8071</c:v>
                </c:pt>
                <c:pt idx="1039">
                  <c:v>8048</c:v>
                </c:pt>
                <c:pt idx="1040">
                  <c:v>8201</c:v>
                </c:pt>
                <c:pt idx="1041">
                  <c:v>8132</c:v>
                </c:pt>
                <c:pt idx="1042">
                  <c:v>8052</c:v>
                </c:pt>
                <c:pt idx="1043">
                  <c:v>8130</c:v>
                </c:pt>
                <c:pt idx="1044">
                  <c:v>8150</c:v>
                </c:pt>
                <c:pt idx="1045">
                  <c:v>8249</c:v>
                </c:pt>
                <c:pt idx="1046">
                  <c:v>8131</c:v>
                </c:pt>
                <c:pt idx="1047">
                  <c:v>8171</c:v>
                </c:pt>
                <c:pt idx="1048">
                  <c:v>8152</c:v>
                </c:pt>
                <c:pt idx="1049">
                  <c:v>8151</c:v>
                </c:pt>
                <c:pt idx="1050">
                  <c:v>8134</c:v>
                </c:pt>
                <c:pt idx="1051">
                  <c:v>8145</c:v>
                </c:pt>
                <c:pt idx="1052">
                  <c:v>8149</c:v>
                </c:pt>
                <c:pt idx="1053">
                  <c:v>8147</c:v>
                </c:pt>
                <c:pt idx="1054">
                  <c:v>8143</c:v>
                </c:pt>
                <c:pt idx="1055">
                  <c:v>8166</c:v>
                </c:pt>
                <c:pt idx="1056">
                  <c:v>8222</c:v>
                </c:pt>
                <c:pt idx="1057">
                  <c:v>8235</c:v>
                </c:pt>
                <c:pt idx="1058">
                  <c:v>8235</c:v>
                </c:pt>
                <c:pt idx="1059">
                  <c:v>8239</c:v>
                </c:pt>
                <c:pt idx="1060">
                  <c:v>8229</c:v>
                </c:pt>
                <c:pt idx="1061">
                  <c:v>8222</c:v>
                </c:pt>
                <c:pt idx="1062">
                  <c:v>8317</c:v>
                </c:pt>
                <c:pt idx="1063">
                  <c:v>8310</c:v>
                </c:pt>
                <c:pt idx="1064">
                  <c:v>8304</c:v>
                </c:pt>
                <c:pt idx="1065">
                  <c:v>8303</c:v>
                </c:pt>
                <c:pt idx="1066">
                  <c:v>8309</c:v>
                </c:pt>
                <c:pt idx="1067">
                  <c:v>8313</c:v>
                </c:pt>
                <c:pt idx="1068">
                  <c:v>8313</c:v>
                </c:pt>
                <c:pt idx="1069">
                  <c:v>8405</c:v>
                </c:pt>
                <c:pt idx="1070">
                  <c:v>8312</c:v>
                </c:pt>
                <c:pt idx="1071">
                  <c:v>8388</c:v>
                </c:pt>
                <c:pt idx="1072">
                  <c:v>8308</c:v>
                </c:pt>
                <c:pt idx="1073">
                  <c:v>8304</c:v>
                </c:pt>
                <c:pt idx="1074">
                  <c:v>8381</c:v>
                </c:pt>
                <c:pt idx="1075">
                  <c:v>8309</c:v>
                </c:pt>
                <c:pt idx="1076">
                  <c:v>8319</c:v>
                </c:pt>
                <c:pt idx="1077">
                  <c:v>8405</c:v>
                </c:pt>
                <c:pt idx="1078">
                  <c:v>8393</c:v>
                </c:pt>
                <c:pt idx="1079">
                  <c:v>8389</c:v>
                </c:pt>
                <c:pt idx="1080">
                  <c:v>8318</c:v>
                </c:pt>
                <c:pt idx="1081">
                  <c:v>8395</c:v>
                </c:pt>
                <c:pt idx="1082">
                  <c:v>8307</c:v>
                </c:pt>
                <c:pt idx="1083">
                  <c:v>8299</c:v>
                </c:pt>
                <c:pt idx="1084">
                  <c:v>8313</c:v>
                </c:pt>
                <c:pt idx="1085">
                  <c:v>8307</c:v>
                </c:pt>
                <c:pt idx="1086">
                  <c:v>8317</c:v>
                </c:pt>
                <c:pt idx="1087">
                  <c:v>8393</c:v>
                </c:pt>
                <c:pt idx="1088">
                  <c:v>8387</c:v>
                </c:pt>
                <c:pt idx="1089">
                  <c:v>8399</c:v>
                </c:pt>
                <c:pt idx="1090">
                  <c:v>8384</c:v>
                </c:pt>
                <c:pt idx="1091">
                  <c:v>8304</c:v>
                </c:pt>
                <c:pt idx="1092">
                  <c:v>8303</c:v>
                </c:pt>
                <c:pt idx="1093">
                  <c:v>8239</c:v>
                </c:pt>
                <c:pt idx="1094">
                  <c:v>8317</c:v>
                </c:pt>
                <c:pt idx="1095">
                  <c:v>8315</c:v>
                </c:pt>
                <c:pt idx="1096">
                  <c:v>8234</c:v>
                </c:pt>
                <c:pt idx="1097">
                  <c:v>8240</c:v>
                </c:pt>
                <c:pt idx="1098">
                  <c:v>8242</c:v>
                </c:pt>
                <c:pt idx="1099">
                  <c:v>8225</c:v>
                </c:pt>
                <c:pt idx="1100">
                  <c:v>8240</c:v>
                </c:pt>
                <c:pt idx="1101">
                  <c:v>8222</c:v>
                </c:pt>
                <c:pt idx="1102">
                  <c:v>8145</c:v>
                </c:pt>
                <c:pt idx="1103">
                  <c:v>8239</c:v>
                </c:pt>
                <c:pt idx="1104">
                  <c:v>8244</c:v>
                </c:pt>
                <c:pt idx="1105">
                  <c:v>8218</c:v>
                </c:pt>
                <c:pt idx="1106">
                  <c:v>8222</c:v>
                </c:pt>
                <c:pt idx="1107">
                  <c:v>8305</c:v>
                </c:pt>
                <c:pt idx="1108">
                  <c:v>8302</c:v>
                </c:pt>
                <c:pt idx="1109">
                  <c:v>8311</c:v>
                </c:pt>
                <c:pt idx="1110">
                  <c:v>8245</c:v>
                </c:pt>
                <c:pt idx="1111">
                  <c:v>8306</c:v>
                </c:pt>
                <c:pt idx="1112">
                  <c:v>8392</c:v>
                </c:pt>
                <c:pt idx="1113">
                  <c:v>8398</c:v>
                </c:pt>
                <c:pt idx="1114">
                  <c:v>8301</c:v>
                </c:pt>
                <c:pt idx="1115">
                  <c:v>8364</c:v>
                </c:pt>
                <c:pt idx="1116">
                  <c:v>8312</c:v>
                </c:pt>
                <c:pt idx="1117">
                  <c:v>8397</c:v>
                </c:pt>
                <c:pt idx="1118">
                  <c:v>8402</c:v>
                </c:pt>
                <c:pt idx="1119">
                  <c:v>8385</c:v>
                </c:pt>
                <c:pt idx="1120">
                  <c:v>8292</c:v>
                </c:pt>
                <c:pt idx="1121">
                  <c:v>8389</c:v>
                </c:pt>
                <c:pt idx="1122">
                  <c:v>8391</c:v>
                </c:pt>
                <c:pt idx="1123">
                  <c:v>8385</c:v>
                </c:pt>
                <c:pt idx="1124">
                  <c:v>8479</c:v>
                </c:pt>
                <c:pt idx="1125">
                  <c:v>8384</c:v>
                </c:pt>
                <c:pt idx="1126">
                  <c:v>8397</c:v>
                </c:pt>
                <c:pt idx="1127">
                  <c:v>8386</c:v>
                </c:pt>
                <c:pt idx="1128">
                  <c:v>8371</c:v>
                </c:pt>
                <c:pt idx="1129">
                  <c:v>8388</c:v>
                </c:pt>
                <c:pt idx="1130">
                  <c:v>8386</c:v>
                </c:pt>
                <c:pt idx="1131">
                  <c:v>8319</c:v>
                </c:pt>
                <c:pt idx="1132">
                  <c:v>8378</c:v>
                </c:pt>
                <c:pt idx="1133">
                  <c:v>8387</c:v>
                </c:pt>
                <c:pt idx="1134">
                  <c:v>8371</c:v>
                </c:pt>
                <c:pt idx="1135">
                  <c:v>8485</c:v>
                </c:pt>
                <c:pt idx="1136">
                  <c:v>8395</c:v>
                </c:pt>
                <c:pt idx="1137">
                  <c:v>8479</c:v>
                </c:pt>
                <c:pt idx="1138">
                  <c:v>8376</c:v>
                </c:pt>
                <c:pt idx="1139">
                  <c:v>8485</c:v>
                </c:pt>
                <c:pt idx="1140">
                  <c:v>8472</c:v>
                </c:pt>
                <c:pt idx="1141">
                  <c:v>8479</c:v>
                </c:pt>
                <c:pt idx="1142">
                  <c:v>8485</c:v>
                </c:pt>
                <c:pt idx="1143">
                  <c:v>8480</c:v>
                </c:pt>
              </c:numCache>
            </c:numRef>
          </c:val>
          <c:smooth val="0"/>
          <c:extLst>
            <c:ext xmlns:c16="http://schemas.microsoft.com/office/drawing/2014/chart" uri="{C3380CC4-5D6E-409C-BE32-E72D297353CC}">
              <c16:uniqueId val="{00000002-2DD9-480F-8E19-0B081F72BA66}"/>
            </c:ext>
          </c:extLst>
        </c:ser>
        <c:dLbls>
          <c:showLegendKey val="0"/>
          <c:showVal val="0"/>
          <c:showCatName val="0"/>
          <c:showSerName val="0"/>
          <c:showPercent val="0"/>
          <c:showBubbleSize val="0"/>
        </c:dLbls>
        <c:marker val="1"/>
        <c:smooth val="0"/>
        <c:axId val="2078577903"/>
        <c:axId val="2079317711"/>
        <c:extLst>
          <c:ext xmlns:c15="http://schemas.microsoft.com/office/drawing/2012/chart" uri="{02D57815-91ED-43cb-92C2-25804820EDAC}">
            <c15:filteredLineSeries>
              <c15:ser>
                <c:idx val="3"/>
                <c:order val="3"/>
                <c:tx>
                  <c:strRef>
                    <c:extLst>
                      <c:ext uri="{02D57815-91ED-43cb-92C2-25804820EDAC}">
                        <c15:formulaRef>
                          <c15:sqref>'https://utokai.sharepoint.com/sites/msteams_21d92e/Shared Documents/光瞳孔反射研究プロジェクト/07色の組み合わせ(減光)/02.青緑/01.実験データ/20251128髙平/[20251128.takahira_B56G11.xlsm]照射後３sごと'!$B$1:$B$2</c15:sqref>
                        </c15:formulaRef>
                      </c:ext>
                    </c:extLst>
                    <c:strCache>
                      <c:ptCount val="1"/>
                      <c:pt idx="0">
                        <c:v>経過時間 [ms]</c:v>
                      </c:pt>
                    </c:strCache>
                  </c:strRef>
                </c:tx>
                <c:spPr>
                  <a:ln w="28575" cap="rnd">
                    <a:solidFill>
                      <a:schemeClr val="accent4"/>
                    </a:solidFill>
                    <a:round/>
                  </a:ln>
                  <a:effectLst/>
                </c:spPr>
                <c:marker>
                  <c:symbol val="none"/>
                </c:marker>
                <c:cat>
                  <c:numRef>
                    <c:extLst>
                      <c:ext uri="{02D57815-91ED-43cb-92C2-25804820EDAC}">
                        <c15:formulaRef>
                          <c15:sqref>'https://utokai.sharepoint.com/sites/msteams_21d92e/Shared Documents/光瞳孔反射研究プロジェクト/07色の組み合わせ(減光)/02.青緑/01.実験データ/20251128髙平/[20251128.takahira_B56G11.xlsm]照射後３sごと'!$B$3:$B$1153</c15:sqref>
                        </c15:formulaRef>
                      </c:ext>
                    </c:extLst>
                    <c:numCache>
                      <c:formatCode>General</c:formatCode>
                      <c:ptCount val="1151"/>
                      <c:pt idx="0">
                        <c:v>82</c:v>
                      </c:pt>
                      <c:pt idx="1">
                        <c:v>115</c:v>
                      </c:pt>
                      <c:pt idx="2">
                        <c:v>149</c:v>
                      </c:pt>
                      <c:pt idx="3">
                        <c:v>182</c:v>
                      </c:pt>
                      <c:pt idx="4">
                        <c:v>215</c:v>
                      </c:pt>
                      <c:pt idx="5">
                        <c:v>249</c:v>
                      </c:pt>
                      <c:pt idx="6">
                        <c:v>282</c:v>
                      </c:pt>
                      <c:pt idx="7">
                        <c:v>315</c:v>
                      </c:pt>
                      <c:pt idx="8">
                        <c:v>349</c:v>
                      </c:pt>
                      <c:pt idx="9">
                        <c:v>382</c:v>
                      </c:pt>
                      <c:pt idx="10">
                        <c:v>415</c:v>
                      </c:pt>
                      <c:pt idx="11">
                        <c:v>449</c:v>
                      </c:pt>
                      <c:pt idx="12">
                        <c:v>482</c:v>
                      </c:pt>
                      <c:pt idx="13">
                        <c:v>515</c:v>
                      </c:pt>
                      <c:pt idx="14">
                        <c:v>549</c:v>
                      </c:pt>
                      <c:pt idx="15">
                        <c:v>582</c:v>
                      </c:pt>
                      <c:pt idx="16">
                        <c:v>615</c:v>
                      </c:pt>
                      <c:pt idx="17">
                        <c:v>649</c:v>
                      </c:pt>
                      <c:pt idx="18">
                        <c:v>682</c:v>
                      </c:pt>
                      <c:pt idx="19">
                        <c:v>715</c:v>
                      </c:pt>
                      <c:pt idx="20">
                        <c:v>749</c:v>
                      </c:pt>
                      <c:pt idx="21">
                        <c:v>782</c:v>
                      </c:pt>
                      <c:pt idx="22">
                        <c:v>815</c:v>
                      </c:pt>
                      <c:pt idx="23">
                        <c:v>849</c:v>
                      </c:pt>
                      <c:pt idx="24">
                        <c:v>882</c:v>
                      </c:pt>
                      <c:pt idx="25">
                        <c:v>915</c:v>
                      </c:pt>
                      <c:pt idx="26">
                        <c:v>949</c:v>
                      </c:pt>
                      <c:pt idx="27">
                        <c:v>982</c:v>
                      </c:pt>
                      <c:pt idx="28">
                        <c:v>1015</c:v>
                      </c:pt>
                      <c:pt idx="29">
                        <c:v>1049</c:v>
                      </c:pt>
                      <c:pt idx="30">
                        <c:v>1082</c:v>
                      </c:pt>
                      <c:pt idx="31">
                        <c:v>1115</c:v>
                      </c:pt>
                      <c:pt idx="32">
                        <c:v>1149</c:v>
                      </c:pt>
                      <c:pt idx="33">
                        <c:v>1182</c:v>
                      </c:pt>
                      <c:pt idx="34">
                        <c:v>1215</c:v>
                      </c:pt>
                      <c:pt idx="35">
                        <c:v>1249</c:v>
                      </c:pt>
                      <c:pt idx="36">
                        <c:v>1282</c:v>
                      </c:pt>
                      <c:pt idx="37">
                        <c:v>33</c:v>
                      </c:pt>
                      <c:pt idx="38">
                        <c:v>66</c:v>
                      </c:pt>
                      <c:pt idx="39">
                        <c:v>99</c:v>
                      </c:pt>
                      <c:pt idx="40">
                        <c:v>1426</c:v>
                      </c:pt>
                      <c:pt idx="41">
                        <c:v>1459</c:v>
                      </c:pt>
                      <c:pt idx="42">
                        <c:v>1493</c:v>
                      </c:pt>
                      <c:pt idx="43">
                        <c:v>1526</c:v>
                      </c:pt>
                      <c:pt idx="44">
                        <c:v>1559</c:v>
                      </c:pt>
                      <c:pt idx="45">
                        <c:v>1593</c:v>
                      </c:pt>
                      <c:pt idx="46">
                        <c:v>1626</c:v>
                      </c:pt>
                      <c:pt idx="47">
                        <c:v>1659</c:v>
                      </c:pt>
                      <c:pt idx="48">
                        <c:v>1693</c:v>
                      </c:pt>
                      <c:pt idx="49">
                        <c:v>1726</c:v>
                      </c:pt>
                      <c:pt idx="50">
                        <c:v>1759</c:v>
                      </c:pt>
                      <c:pt idx="51">
                        <c:v>1793</c:v>
                      </c:pt>
                      <c:pt idx="52">
                        <c:v>1826</c:v>
                      </c:pt>
                      <c:pt idx="53">
                        <c:v>1859</c:v>
                      </c:pt>
                      <c:pt idx="54">
                        <c:v>1893</c:v>
                      </c:pt>
                      <c:pt idx="55">
                        <c:v>1926</c:v>
                      </c:pt>
                      <c:pt idx="56">
                        <c:v>1959</c:v>
                      </c:pt>
                      <c:pt idx="57">
                        <c:v>1993</c:v>
                      </c:pt>
                      <c:pt idx="58">
                        <c:v>2026</c:v>
                      </c:pt>
                      <c:pt idx="59">
                        <c:v>2059</c:v>
                      </c:pt>
                      <c:pt idx="60">
                        <c:v>2093</c:v>
                      </c:pt>
                      <c:pt idx="61">
                        <c:v>2126</c:v>
                      </c:pt>
                      <c:pt idx="62">
                        <c:v>2159</c:v>
                      </c:pt>
                      <c:pt idx="63">
                        <c:v>2193</c:v>
                      </c:pt>
                      <c:pt idx="64">
                        <c:v>2226</c:v>
                      </c:pt>
                      <c:pt idx="65">
                        <c:v>2259</c:v>
                      </c:pt>
                      <c:pt idx="66">
                        <c:v>2293</c:v>
                      </c:pt>
                      <c:pt idx="67">
                        <c:v>2326</c:v>
                      </c:pt>
                      <c:pt idx="68">
                        <c:v>2359</c:v>
                      </c:pt>
                      <c:pt idx="69">
                        <c:v>2393</c:v>
                      </c:pt>
                      <c:pt idx="70">
                        <c:v>2426</c:v>
                      </c:pt>
                      <c:pt idx="71">
                        <c:v>2459</c:v>
                      </c:pt>
                      <c:pt idx="72">
                        <c:v>2493</c:v>
                      </c:pt>
                      <c:pt idx="73">
                        <c:v>2526</c:v>
                      </c:pt>
                      <c:pt idx="74">
                        <c:v>2559</c:v>
                      </c:pt>
                      <c:pt idx="75">
                        <c:v>2593</c:v>
                      </c:pt>
                      <c:pt idx="76">
                        <c:v>2626</c:v>
                      </c:pt>
                      <c:pt idx="77">
                        <c:v>2659</c:v>
                      </c:pt>
                      <c:pt idx="78">
                        <c:v>2693</c:v>
                      </c:pt>
                      <c:pt idx="79">
                        <c:v>2726</c:v>
                      </c:pt>
                      <c:pt idx="80">
                        <c:v>2759</c:v>
                      </c:pt>
                      <c:pt idx="81">
                        <c:v>2793</c:v>
                      </c:pt>
                      <c:pt idx="82">
                        <c:v>2826</c:v>
                      </c:pt>
                      <c:pt idx="83">
                        <c:v>2859</c:v>
                      </c:pt>
                      <c:pt idx="84">
                        <c:v>2893</c:v>
                      </c:pt>
                      <c:pt idx="85">
                        <c:v>2926</c:v>
                      </c:pt>
                      <c:pt idx="86">
                        <c:v>2959</c:v>
                      </c:pt>
                      <c:pt idx="87">
                        <c:v>2993</c:v>
                      </c:pt>
                      <c:pt idx="88">
                        <c:v>3026</c:v>
                      </c:pt>
                      <c:pt idx="89">
                        <c:v>3059</c:v>
                      </c:pt>
                      <c:pt idx="90">
                        <c:v>3093</c:v>
                      </c:pt>
                      <c:pt idx="91">
                        <c:v>3126</c:v>
                      </c:pt>
                      <c:pt idx="92">
                        <c:v>3159</c:v>
                      </c:pt>
                      <c:pt idx="93">
                        <c:v>3193</c:v>
                      </c:pt>
                      <c:pt idx="94">
                        <c:v>3226</c:v>
                      </c:pt>
                      <c:pt idx="95">
                        <c:v>3259</c:v>
                      </c:pt>
                      <c:pt idx="96">
                        <c:v>3293</c:v>
                      </c:pt>
                      <c:pt idx="97">
                        <c:v>3326</c:v>
                      </c:pt>
                      <c:pt idx="98">
                        <c:v>3359</c:v>
                      </c:pt>
                      <c:pt idx="99">
                        <c:v>3393</c:v>
                      </c:pt>
                      <c:pt idx="100">
                        <c:v>3426</c:v>
                      </c:pt>
                      <c:pt idx="101">
                        <c:v>3459</c:v>
                      </c:pt>
                      <c:pt idx="102">
                        <c:v>3493</c:v>
                      </c:pt>
                      <c:pt idx="103">
                        <c:v>3526</c:v>
                      </c:pt>
                      <c:pt idx="104">
                        <c:v>3559</c:v>
                      </c:pt>
                      <c:pt idx="105">
                        <c:v>3593</c:v>
                      </c:pt>
                      <c:pt idx="106">
                        <c:v>3626</c:v>
                      </c:pt>
                      <c:pt idx="107">
                        <c:v>3659</c:v>
                      </c:pt>
                      <c:pt idx="108">
                        <c:v>3693</c:v>
                      </c:pt>
                      <c:pt idx="109">
                        <c:v>3726</c:v>
                      </c:pt>
                      <c:pt idx="110">
                        <c:v>3759</c:v>
                      </c:pt>
                      <c:pt idx="111">
                        <c:v>3793</c:v>
                      </c:pt>
                      <c:pt idx="112">
                        <c:v>3826</c:v>
                      </c:pt>
                      <c:pt idx="113">
                        <c:v>3859</c:v>
                      </c:pt>
                      <c:pt idx="114">
                        <c:v>3893</c:v>
                      </c:pt>
                      <c:pt idx="115">
                        <c:v>3926</c:v>
                      </c:pt>
                      <c:pt idx="116">
                        <c:v>3959</c:v>
                      </c:pt>
                      <c:pt idx="117">
                        <c:v>3993</c:v>
                      </c:pt>
                      <c:pt idx="118">
                        <c:v>4026</c:v>
                      </c:pt>
                      <c:pt idx="119">
                        <c:v>4059</c:v>
                      </c:pt>
                      <c:pt idx="120">
                        <c:v>4093</c:v>
                      </c:pt>
                      <c:pt idx="121">
                        <c:v>4126</c:v>
                      </c:pt>
                      <c:pt idx="122">
                        <c:v>4159</c:v>
                      </c:pt>
                      <c:pt idx="123">
                        <c:v>4193</c:v>
                      </c:pt>
                      <c:pt idx="124">
                        <c:v>4226</c:v>
                      </c:pt>
                      <c:pt idx="125">
                        <c:v>4259</c:v>
                      </c:pt>
                      <c:pt idx="126">
                        <c:v>4293</c:v>
                      </c:pt>
                      <c:pt idx="127">
                        <c:v>4326</c:v>
                      </c:pt>
                      <c:pt idx="128">
                        <c:v>4359</c:v>
                      </c:pt>
                      <c:pt idx="129">
                        <c:v>4393</c:v>
                      </c:pt>
                      <c:pt idx="130">
                        <c:v>4426</c:v>
                      </c:pt>
                      <c:pt idx="131">
                        <c:v>4459</c:v>
                      </c:pt>
                      <c:pt idx="132">
                        <c:v>4493</c:v>
                      </c:pt>
                      <c:pt idx="133">
                        <c:v>4526</c:v>
                      </c:pt>
                      <c:pt idx="134">
                        <c:v>4559</c:v>
                      </c:pt>
                      <c:pt idx="135">
                        <c:v>4593</c:v>
                      </c:pt>
                      <c:pt idx="136">
                        <c:v>4626</c:v>
                      </c:pt>
                      <c:pt idx="137">
                        <c:v>4659</c:v>
                      </c:pt>
                      <c:pt idx="138">
                        <c:v>4693</c:v>
                      </c:pt>
                      <c:pt idx="139">
                        <c:v>4726</c:v>
                      </c:pt>
                      <c:pt idx="140">
                        <c:v>4759</c:v>
                      </c:pt>
                      <c:pt idx="141">
                        <c:v>4793</c:v>
                      </c:pt>
                      <c:pt idx="142">
                        <c:v>4826</c:v>
                      </c:pt>
                      <c:pt idx="143">
                        <c:v>4859</c:v>
                      </c:pt>
                      <c:pt idx="144">
                        <c:v>4893</c:v>
                      </c:pt>
                      <c:pt idx="145">
                        <c:v>4926</c:v>
                      </c:pt>
                      <c:pt idx="146">
                        <c:v>4959</c:v>
                      </c:pt>
                      <c:pt idx="147">
                        <c:v>4993</c:v>
                      </c:pt>
                      <c:pt idx="148">
                        <c:v>5026</c:v>
                      </c:pt>
                      <c:pt idx="149">
                        <c:v>5059</c:v>
                      </c:pt>
                      <c:pt idx="150">
                        <c:v>5093</c:v>
                      </c:pt>
                      <c:pt idx="151">
                        <c:v>5126</c:v>
                      </c:pt>
                      <c:pt idx="152">
                        <c:v>5159</c:v>
                      </c:pt>
                      <c:pt idx="153">
                        <c:v>5193</c:v>
                      </c:pt>
                      <c:pt idx="154">
                        <c:v>5226</c:v>
                      </c:pt>
                      <c:pt idx="155">
                        <c:v>5259</c:v>
                      </c:pt>
                      <c:pt idx="156">
                        <c:v>5293</c:v>
                      </c:pt>
                      <c:pt idx="157">
                        <c:v>5326</c:v>
                      </c:pt>
                      <c:pt idx="158">
                        <c:v>5359</c:v>
                      </c:pt>
                      <c:pt idx="159">
                        <c:v>5393</c:v>
                      </c:pt>
                      <c:pt idx="160">
                        <c:v>5426</c:v>
                      </c:pt>
                      <c:pt idx="161">
                        <c:v>5459</c:v>
                      </c:pt>
                      <c:pt idx="162">
                        <c:v>5493</c:v>
                      </c:pt>
                      <c:pt idx="163">
                        <c:v>5526</c:v>
                      </c:pt>
                      <c:pt idx="164">
                        <c:v>5559</c:v>
                      </c:pt>
                      <c:pt idx="165">
                        <c:v>5593</c:v>
                      </c:pt>
                      <c:pt idx="166">
                        <c:v>5626</c:v>
                      </c:pt>
                      <c:pt idx="167">
                        <c:v>5659</c:v>
                      </c:pt>
                      <c:pt idx="168">
                        <c:v>5693</c:v>
                      </c:pt>
                      <c:pt idx="169">
                        <c:v>5726</c:v>
                      </c:pt>
                      <c:pt idx="170">
                        <c:v>5759</c:v>
                      </c:pt>
                      <c:pt idx="171">
                        <c:v>5793</c:v>
                      </c:pt>
                      <c:pt idx="172">
                        <c:v>5826</c:v>
                      </c:pt>
                      <c:pt idx="173">
                        <c:v>5859</c:v>
                      </c:pt>
                      <c:pt idx="174">
                        <c:v>5893</c:v>
                      </c:pt>
                      <c:pt idx="175">
                        <c:v>5926</c:v>
                      </c:pt>
                      <c:pt idx="176">
                        <c:v>5959</c:v>
                      </c:pt>
                      <c:pt idx="177">
                        <c:v>5993</c:v>
                      </c:pt>
                      <c:pt idx="178">
                        <c:v>6026</c:v>
                      </c:pt>
                      <c:pt idx="179">
                        <c:v>6059</c:v>
                      </c:pt>
                      <c:pt idx="180">
                        <c:v>6093</c:v>
                      </c:pt>
                      <c:pt idx="181">
                        <c:v>6126</c:v>
                      </c:pt>
                      <c:pt idx="182">
                        <c:v>6159</c:v>
                      </c:pt>
                      <c:pt idx="183">
                        <c:v>6193</c:v>
                      </c:pt>
                      <c:pt idx="184">
                        <c:v>6226</c:v>
                      </c:pt>
                      <c:pt idx="185">
                        <c:v>6259</c:v>
                      </c:pt>
                      <c:pt idx="186">
                        <c:v>6293</c:v>
                      </c:pt>
                      <c:pt idx="187">
                        <c:v>6326</c:v>
                      </c:pt>
                      <c:pt idx="188">
                        <c:v>6359</c:v>
                      </c:pt>
                      <c:pt idx="189">
                        <c:v>6393</c:v>
                      </c:pt>
                      <c:pt idx="190">
                        <c:v>6426</c:v>
                      </c:pt>
                      <c:pt idx="191">
                        <c:v>6459</c:v>
                      </c:pt>
                      <c:pt idx="192">
                        <c:v>6493</c:v>
                      </c:pt>
                      <c:pt idx="193">
                        <c:v>6526</c:v>
                      </c:pt>
                      <c:pt idx="194">
                        <c:v>6559</c:v>
                      </c:pt>
                      <c:pt idx="195">
                        <c:v>6593</c:v>
                      </c:pt>
                      <c:pt idx="196">
                        <c:v>6626</c:v>
                      </c:pt>
                      <c:pt idx="197">
                        <c:v>6659</c:v>
                      </c:pt>
                      <c:pt idx="198">
                        <c:v>6693</c:v>
                      </c:pt>
                      <c:pt idx="199">
                        <c:v>6726</c:v>
                      </c:pt>
                      <c:pt idx="200">
                        <c:v>6759</c:v>
                      </c:pt>
                      <c:pt idx="201">
                        <c:v>6793</c:v>
                      </c:pt>
                      <c:pt idx="202">
                        <c:v>6826</c:v>
                      </c:pt>
                      <c:pt idx="203">
                        <c:v>6859</c:v>
                      </c:pt>
                      <c:pt idx="204">
                        <c:v>6893</c:v>
                      </c:pt>
                      <c:pt idx="205">
                        <c:v>6926</c:v>
                      </c:pt>
                      <c:pt idx="206">
                        <c:v>6959</c:v>
                      </c:pt>
                      <c:pt idx="207">
                        <c:v>6993</c:v>
                      </c:pt>
                      <c:pt idx="208">
                        <c:v>7026</c:v>
                      </c:pt>
                      <c:pt idx="209">
                        <c:v>7059</c:v>
                      </c:pt>
                      <c:pt idx="210">
                        <c:v>7093</c:v>
                      </c:pt>
                      <c:pt idx="211">
                        <c:v>7126</c:v>
                      </c:pt>
                      <c:pt idx="212">
                        <c:v>7159</c:v>
                      </c:pt>
                      <c:pt idx="213">
                        <c:v>7193</c:v>
                      </c:pt>
                      <c:pt idx="214">
                        <c:v>7226</c:v>
                      </c:pt>
                      <c:pt idx="215">
                        <c:v>7259</c:v>
                      </c:pt>
                      <c:pt idx="216">
                        <c:v>7293</c:v>
                      </c:pt>
                      <c:pt idx="217">
                        <c:v>7326</c:v>
                      </c:pt>
                      <c:pt idx="218">
                        <c:v>7359</c:v>
                      </c:pt>
                      <c:pt idx="219">
                        <c:v>7393</c:v>
                      </c:pt>
                      <c:pt idx="220">
                        <c:v>7426</c:v>
                      </c:pt>
                      <c:pt idx="221">
                        <c:v>7459</c:v>
                      </c:pt>
                      <c:pt idx="222">
                        <c:v>7493</c:v>
                      </c:pt>
                      <c:pt idx="223">
                        <c:v>7526</c:v>
                      </c:pt>
                      <c:pt idx="224">
                        <c:v>7559</c:v>
                      </c:pt>
                      <c:pt idx="225">
                        <c:v>7593</c:v>
                      </c:pt>
                      <c:pt idx="226">
                        <c:v>7626</c:v>
                      </c:pt>
                      <c:pt idx="227">
                        <c:v>7659</c:v>
                      </c:pt>
                      <c:pt idx="228">
                        <c:v>7693</c:v>
                      </c:pt>
                      <c:pt idx="229">
                        <c:v>7726</c:v>
                      </c:pt>
                      <c:pt idx="230">
                        <c:v>7759</c:v>
                      </c:pt>
                      <c:pt idx="231">
                        <c:v>7793</c:v>
                      </c:pt>
                      <c:pt idx="232">
                        <c:v>7826</c:v>
                      </c:pt>
                      <c:pt idx="233">
                        <c:v>7859</c:v>
                      </c:pt>
                      <c:pt idx="234">
                        <c:v>7893</c:v>
                      </c:pt>
                      <c:pt idx="235">
                        <c:v>7926</c:v>
                      </c:pt>
                      <c:pt idx="236">
                        <c:v>7959</c:v>
                      </c:pt>
                      <c:pt idx="237">
                        <c:v>7993</c:v>
                      </c:pt>
                      <c:pt idx="238">
                        <c:v>8026</c:v>
                      </c:pt>
                      <c:pt idx="239">
                        <c:v>8059</c:v>
                      </c:pt>
                      <c:pt idx="240">
                        <c:v>8093</c:v>
                      </c:pt>
                      <c:pt idx="241">
                        <c:v>8126</c:v>
                      </c:pt>
                      <c:pt idx="242">
                        <c:v>8159</c:v>
                      </c:pt>
                      <c:pt idx="243">
                        <c:v>8193</c:v>
                      </c:pt>
                      <c:pt idx="244">
                        <c:v>8226</c:v>
                      </c:pt>
                      <c:pt idx="245">
                        <c:v>8259</c:v>
                      </c:pt>
                      <c:pt idx="246">
                        <c:v>8293</c:v>
                      </c:pt>
                      <c:pt idx="247">
                        <c:v>8326</c:v>
                      </c:pt>
                      <c:pt idx="248">
                        <c:v>8359</c:v>
                      </c:pt>
                      <c:pt idx="249">
                        <c:v>8393</c:v>
                      </c:pt>
                      <c:pt idx="250">
                        <c:v>8426</c:v>
                      </c:pt>
                      <c:pt idx="251">
                        <c:v>8459</c:v>
                      </c:pt>
                      <c:pt idx="252">
                        <c:v>8493</c:v>
                      </c:pt>
                      <c:pt idx="253">
                        <c:v>8526</c:v>
                      </c:pt>
                      <c:pt idx="254">
                        <c:v>8559</c:v>
                      </c:pt>
                      <c:pt idx="255">
                        <c:v>8593</c:v>
                      </c:pt>
                      <c:pt idx="256">
                        <c:v>8626</c:v>
                      </c:pt>
                      <c:pt idx="257">
                        <c:v>8659</c:v>
                      </c:pt>
                      <c:pt idx="258">
                        <c:v>8693</c:v>
                      </c:pt>
                      <c:pt idx="259">
                        <c:v>8726</c:v>
                      </c:pt>
                      <c:pt idx="260">
                        <c:v>8759</c:v>
                      </c:pt>
                      <c:pt idx="261">
                        <c:v>8793</c:v>
                      </c:pt>
                      <c:pt idx="262">
                        <c:v>8826</c:v>
                      </c:pt>
                      <c:pt idx="263">
                        <c:v>8859</c:v>
                      </c:pt>
                      <c:pt idx="264">
                        <c:v>8893</c:v>
                      </c:pt>
                      <c:pt idx="265">
                        <c:v>8926</c:v>
                      </c:pt>
                      <c:pt idx="266">
                        <c:v>8959</c:v>
                      </c:pt>
                      <c:pt idx="267">
                        <c:v>8993</c:v>
                      </c:pt>
                      <c:pt idx="268">
                        <c:v>9026</c:v>
                      </c:pt>
                      <c:pt idx="269">
                        <c:v>9059</c:v>
                      </c:pt>
                      <c:pt idx="270">
                        <c:v>9093</c:v>
                      </c:pt>
                      <c:pt idx="271">
                        <c:v>9126</c:v>
                      </c:pt>
                      <c:pt idx="272">
                        <c:v>9159</c:v>
                      </c:pt>
                      <c:pt idx="273">
                        <c:v>9193</c:v>
                      </c:pt>
                      <c:pt idx="274">
                        <c:v>9226</c:v>
                      </c:pt>
                      <c:pt idx="275">
                        <c:v>9259</c:v>
                      </c:pt>
                      <c:pt idx="276">
                        <c:v>9293</c:v>
                      </c:pt>
                      <c:pt idx="277">
                        <c:v>9326</c:v>
                      </c:pt>
                      <c:pt idx="278">
                        <c:v>9359</c:v>
                      </c:pt>
                      <c:pt idx="279">
                        <c:v>9393</c:v>
                      </c:pt>
                      <c:pt idx="280">
                        <c:v>9426</c:v>
                      </c:pt>
                      <c:pt idx="281">
                        <c:v>9459</c:v>
                      </c:pt>
                      <c:pt idx="282">
                        <c:v>9493</c:v>
                      </c:pt>
                      <c:pt idx="283">
                        <c:v>9526</c:v>
                      </c:pt>
                      <c:pt idx="284">
                        <c:v>9559</c:v>
                      </c:pt>
                      <c:pt idx="285">
                        <c:v>9593</c:v>
                      </c:pt>
                      <c:pt idx="286">
                        <c:v>9626</c:v>
                      </c:pt>
                      <c:pt idx="287">
                        <c:v>9659</c:v>
                      </c:pt>
                      <c:pt idx="288">
                        <c:v>9693</c:v>
                      </c:pt>
                      <c:pt idx="289">
                        <c:v>9726</c:v>
                      </c:pt>
                      <c:pt idx="290">
                        <c:v>9759</c:v>
                      </c:pt>
                      <c:pt idx="291">
                        <c:v>9793</c:v>
                      </c:pt>
                      <c:pt idx="292">
                        <c:v>9826</c:v>
                      </c:pt>
                      <c:pt idx="293">
                        <c:v>9859</c:v>
                      </c:pt>
                      <c:pt idx="294">
                        <c:v>9893</c:v>
                      </c:pt>
                      <c:pt idx="295">
                        <c:v>9926</c:v>
                      </c:pt>
                      <c:pt idx="296">
                        <c:v>9959</c:v>
                      </c:pt>
                      <c:pt idx="297">
                        <c:v>9993</c:v>
                      </c:pt>
                      <c:pt idx="298">
                        <c:v>10026</c:v>
                      </c:pt>
                      <c:pt idx="299">
                        <c:v>10059</c:v>
                      </c:pt>
                      <c:pt idx="300">
                        <c:v>10093</c:v>
                      </c:pt>
                      <c:pt idx="301">
                        <c:v>10126</c:v>
                      </c:pt>
                      <c:pt idx="302">
                        <c:v>10159</c:v>
                      </c:pt>
                      <c:pt idx="303">
                        <c:v>10193</c:v>
                      </c:pt>
                      <c:pt idx="304">
                        <c:v>10226</c:v>
                      </c:pt>
                      <c:pt idx="305">
                        <c:v>10259</c:v>
                      </c:pt>
                      <c:pt idx="306">
                        <c:v>10293</c:v>
                      </c:pt>
                      <c:pt idx="307">
                        <c:v>10326</c:v>
                      </c:pt>
                      <c:pt idx="308">
                        <c:v>10359</c:v>
                      </c:pt>
                      <c:pt idx="309">
                        <c:v>10393</c:v>
                      </c:pt>
                      <c:pt idx="310">
                        <c:v>10426</c:v>
                      </c:pt>
                      <c:pt idx="311">
                        <c:v>10459</c:v>
                      </c:pt>
                      <c:pt idx="312">
                        <c:v>10493</c:v>
                      </c:pt>
                      <c:pt idx="313">
                        <c:v>10526</c:v>
                      </c:pt>
                      <c:pt idx="314">
                        <c:v>10559</c:v>
                      </c:pt>
                      <c:pt idx="315">
                        <c:v>10593</c:v>
                      </c:pt>
                      <c:pt idx="316">
                        <c:v>10626</c:v>
                      </c:pt>
                      <c:pt idx="317">
                        <c:v>10659</c:v>
                      </c:pt>
                      <c:pt idx="318">
                        <c:v>10693</c:v>
                      </c:pt>
                      <c:pt idx="319">
                        <c:v>10726</c:v>
                      </c:pt>
                      <c:pt idx="320">
                        <c:v>10759</c:v>
                      </c:pt>
                      <c:pt idx="321">
                        <c:v>10793</c:v>
                      </c:pt>
                      <c:pt idx="322">
                        <c:v>10826</c:v>
                      </c:pt>
                      <c:pt idx="323">
                        <c:v>10859</c:v>
                      </c:pt>
                      <c:pt idx="324">
                        <c:v>10893</c:v>
                      </c:pt>
                      <c:pt idx="325">
                        <c:v>10926</c:v>
                      </c:pt>
                      <c:pt idx="326">
                        <c:v>10959</c:v>
                      </c:pt>
                      <c:pt idx="327">
                        <c:v>10993</c:v>
                      </c:pt>
                      <c:pt idx="328">
                        <c:v>11026</c:v>
                      </c:pt>
                      <c:pt idx="329">
                        <c:v>11059</c:v>
                      </c:pt>
                      <c:pt idx="330">
                        <c:v>11093</c:v>
                      </c:pt>
                      <c:pt idx="331">
                        <c:v>11126</c:v>
                      </c:pt>
                      <c:pt idx="332">
                        <c:v>11159</c:v>
                      </c:pt>
                      <c:pt idx="333">
                        <c:v>11193</c:v>
                      </c:pt>
                      <c:pt idx="334">
                        <c:v>11226</c:v>
                      </c:pt>
                      <c:pt idx="335">
                        <c:v>11260</c:v>
                      </c:pt>
                      <c:pt idx="336">
                        <c:v>11293</c:v>
                      </c:pt>
                      <c:pt idx="337">
                        <c:v>11326</c:v>
                      </c:pt>
                      <c:pt idx="338">
                        <c:v>11360</c:v>
                      </c:pt>
                      <c:pt idx="339">
                        <c:v>11393</c:v>
                      </c:pt>
                      <c:pt idx="340">
                        <c:v>11426</c:v>
                      </c:pt>
                      <c:pt idx="341">
                        <c:v>11460</c:v>
                      </c:pt>
                      <c:pt idx="342">
                        <c:v>11493</c:v>
                      </c:pt>
                      <c:pt idx="343">
                        <c:v>11526</c:v>
                      </c:pt>
                      <c:pt idx="344">
                        <c:v>11560</c:v>
                      </c:pt>
                      <c:pt idx="345">
                        <c:v>11593</c:v>
                      </c:pt>
                      <c:pt idx="346">
                        <c:v>11626</c:v>
                      </c:pt>
                      <c:pt idx="347">
                        <c:v>11660</c:v>
                      </c:pt>
                      <c:pt idx="348">
                        <c:v>11693</c:v>
                      </c:pt>
                      <c:pt idx="349">
                        <c:v>11726</c:v>
                      </c:pt>
                      <c:pt idx="350">
                        <c:v>11760</c:v>
                      </c:pt>
                      <c:pt idx="351">
                        <c:v>11793</c:v>
                      </c:pt>
                      <c:pt idx="352">
                        <c:v>11826</c:v>
                      </c:pt>
                      <c:pt idx="353">
                        <c:v>11860</c:v>
                      </c:pt>
                      <c:pt idx="354">
                        <c:v>11893</c:v>
                      </c:pt>
                      <c:pt idx="355">
                        <c:v>11926</c:v>
                      </c:pt>
                      <c:pt idx="356">
                        <c:v>11960</c:v>
                      </c:pt>
                      <c:pt idx="357">
                        <c:v>11993</c:v>
                      </c:pt>
                      <c:pt idx="358">
                        <c:v>12026</c:v>
                      </c:pt>
                      <c:pt idx="359">
                        <c:v>12060</c:v>
                      </c:pt>
                      <c:pt idx="360">
                        <c:v>12093</c:v>
                      </c:pt>
                      <c:pt idx="361">
                        <c:v>12126</c:v>
                      </c:pt>
                      <c:pt idx="362">
                        <c:v>12160</c:v>
                      </c:pt>
                      <c:pt idx="363">
                        <c:v>12193</c:v>
                      </c:pt>
                      <c:pt idx="364">
                        <c:v>12226</c:v>
                      </c:pt>
                      <c:pt idx="365">
                        <c:v>12260</c:v>
                      </c:pt>
                      <c:pt idx="366">
                        <c:v>12293</c:v>
                      </c:pt>
                      <c:pt idx="367">
                        <c:v>12326</c:v>
                      </c:pt>
                      <c:pt idx="368">
                        <c:v>12360</c:v>
                      </c:pt>
                      <c:pt idx="369">
                        <c:v>12393</c:v>
                      </c:pt>
                      <c:pt idx="370">
                        <c:v>12426</c:v>
                      </c:pt>
                      <c:pt idx="371">
                        <c:v>12460</c:v>
                      </c:pt>
                      <c:pt idx="372">
                        <c:v>12493</c:v>
                      </c:pt>
                      <c:pt idx="373">
                        <c:v>12526</c:v>
                      </c:pt>
                      <c:pt idx="374">
                        <c:v>12560</c:v>
                      </c:pt>
                      <c:pt idx="375">
                        <c:v>12593</c:v>
                      </c:pt>
                      <c:pt idx="376">
                        <c:v>12626</c:v>
                      </c:pt>
                      <c:pt idx="377">
                        <c:v>12660</c:v>
                      </c:pt>
                      <c:pt idx="378">
                        <c:v>12693</c:v>
                      </c:pt>
                      <c:pt idx="379">
                        <c:v>12726</c:v>
                      </c:pt>
                      <c:pt idx="380">
                        <c:v>12760</c:v>
                      </c:pt>
                      <c:pt idx="381">
                        <c:v>12793</c:v>
                      </c:pt>
                      <c:pt idx="382">
                        <c:v>12826</c:v>
                      </c:pt>
                      <c:pt idx="383">
                        <c:v>12860</c:v>
                      </c:pt>
                      <c:pt idx="384">
                        <c:v>12893</c:v>
                      </c:pt>
                      <c:pt idx="385">
                        <c:v>12926</c:v>
                      </c:pt>
                      <c:pt idx="386">
                        <c:v>12960</c:v>
                      </c:pt>
                      <c:pt idx="387">
                        <c:v>12993</c:v>
                      </c:pt>
                      <c:pt idx="388">
                        <c:v>13026</c:v>
                      </c:pt>
                      <c:pt idx="389">
                        <c:v>13060</c:v>
                      </c:pt>
                      <c:pt idx="390">
                        <c:v>13093</c:v>
                      </c:pt>
                      <c:pt idx="391">
                        <c:v>13126</c:v>
                      </c:pt>
                      <c:pt idx="392">
                        <c:v>13160</c:v>
                      </c:pt>
                      <c:pt idx="393">
                        <c:v>13193</c:v>
                      </c:pt>
                      <c:pt idx="394">
                        <c:v>13226</c:v>
                      </c:pt>
                      <c:pt idx="395">
                        <c:v>13260</c:v>
                      </c:pt>
                      <c:pt idx="396">
                        <c:v>13293</c:v>
                      </c:pt>
                      <c:pt idx="397">
                        <c:v>13326</c:v>
                      </c:pt>
                      <c:pt idx="398">
                        <c:v>13360</c:v>
                      </c:pt>
                      <c:pt idx="399">
                        <c:v>13393</c:v>
                      </c:pt>
                      <c:pt idx="400">
                        <c:v>13426</c:v>
                      </c:pt>
                      <c:pt idx="401">
                        <c:v>13460</c:v>
                      </c:pt>
                      <c:pt idx="402">
                        <c:v>13493</c:v>
                      </c:pt>
                      <c:pt idx="403">
                        <c:v>13526</c:v>
                      </c:pt>
                      <c:pt idx="404">
                        <c:v>13560</c:v>
                      </c:pt>
                      <c:pt idx="405">
                        <c:v>13593</c:v>
                      </c:pt>
                      <c:pt idx="406">
                        <c:v>13626</c:v>
                      </c:pt>
                      <c:pt idx="407">
                        <c:v>13660</c:v>
                      </c:pt>
                      <c:pt idx="408">
                        <c:v>13693</c:v>
                      </c:pt>
                      <c:pt idx="409">
                        <c:v>13726</c:v>
                      </c:pt>
                      <c:pt idx="410">
                        <c:v>13760</c:v>
                      </c:pt>
                      <c:pt idx="411">
                        <c:v>13793</c:v>
                      </c:pt>
                      <c:pt idx="412">
                        <c:v>13826</c:v>
                      </c:pt>
                      <c:pt idx="413">
                        <c:v>13860</c:v>
                      </c:pt>
                      <c:pt idx="414">
                        <c:v>13893</c:v>
                      </c:pt>
                      <c:pt idx="415">
                        <c:v>13926</c:v>
                      </c:pt>
                      <c:pt idx="416">
                        <c:v>13960</c:v>
                      </c:pt>
                      <c:pt idx="417">
                        <c:v>13993</c:v>
                      </c:pt>
                      <c:pt idx="418">
                        <c:v>14026</c:v>
                      </c:pt>
                      <c:pt idx="419">
                        <c:v>14060</c:v>
                      </c:pt>
                      <c:pt idx="420">
                        <c:v>14093</c:v>
                      </c:pt>
                      <c:pt idx="421">
                        <c:v>14126</c:v>
                      </c:pt>
                      <c:pt idx="422">
                        <c:v>14160</c:v>
                      </c:pt>
                      <c:pt idx="423">
                        <c:v>14193</c:v>
                      </c:pt>
                      <c:pt idx="424">
                        <c:v>14226</c:v>
                      </c:pt>
                      <c:pt idx="425">
                        <c:v>14260</c:v>
                      </c:pt>
                      <c:pt idx="426">
                        <c:v>14293</c:v>
                      </c:pt>
                      <c:pt idx="427">
                        <c:v>14327</c:v>
                      </c:pt>
                      <c:pt idx="428">
                        <c:v>14360</c:v>
                      </c:pt>
                      <c:pt idx="429">
                        <c:v>14393</c:v>
                      </c:pt>
                      <c:pt idx="430">
                        <c:v>14427</c:v>
                      </c:pt>
                      <c:pt idx="431">
                        <c:v>14460</c:v>
                      </c:pt>
                      <c:pt idx="432">
                        <c:v>14493</c:v>
                      </c:pt>
                      <c:pt idx="433">
                        <c:v>14527</c:v>
                      </c:pt>
                      <c:pt idx="434">
                        <c:v>14560</c:v>
                      </c:pt>
                      <c:pt idx="435">
                        <c:v>14593</c:v>
                      </c:pt>
                      <c:pt idx="436">
                        <c:v>14627</c:v>
                      </c:pt>
                      <c:pt idx="437">
                        <c:v>14660</c:v>
                      </c:pt>
                      <c:pt idx="438">
                        <c:v>14693</c:v>
                      </c:pt>
                      <c:pt idx="439">
                        <c:v>14727</c:v>
                      </c:pt>
                      <c:pt idx="440">
                        <c:v>14760</c:v>
                      </c:pt>
                      <c:pt idx="441">
                        <c:v>14793</c:v>
                      </c:pt>
                      <c:pt idx="442">
                        <c:v>14827</c:v>
                      </c:pt>
                      <c:pt idx="443">
                        <c:v>14860</c:v>
                      </c:pt>
                      <c:pt idx="444">
                        <c:v>14893</c:v>
                      </c:pt>
                      <c:pt idx="445">
                        <c:v>14927</c:v>
                      </c:pt>
                      <c:pt idx="446">
                        <c:v>14960</c:v>
                      </c:pt>
                      <c:pt idx="447">
                        <c:v>14993</c:v>
                      </c:pt>
                      <c:pt idx="448">
                        <c:v>15027</c:v>
                      </c:pt>
                      <c:pt idx="449">
                        <c:v>15060</c:v>
                      </c:pt>
                      <c:pt idx="450">
                        <c:v>15093</c:v>
                      </c:pt>
                      <c:pt idx="451">
                        <c:v>15127</c:v>
                      </c:pt>
                      <c:pt idx="452">
                        <c:v>15160</c:v>
                      </c:pt>
                      <c:pt idx="453">
                        <c:v>15193</c:v>
                      </c:pt>
                      <c:pt idx="454">
                        <c:v>15227</c:v>
                      </c:pt>
                      <c:pt idx="455">
                        <c:v>15260</c:v>
                      </c:pt>
                      <c:pt idx="456">
                        <c:v>15293</c:v>
                      </c:pt>
                      <c:pt idx="457">
                        <c:v>15327</c:v>
                      </c:pt>
                      <c:pt idx="458">
                        <c:v>15360</c:v>
                      </c:pt>
                      <c:pt idx="459">
                        <c:v>15393</c:v>
                      </c:pt>
                      <c:pt idx="460">
                        <c:v>15427</c:v>
                      </c:pt>
                      <c:pt idx="461">
                        <c:v>15460</c:v>
                      </c:pt>
                      <c:pt idx="462">
                        <c:v>15493</c:v>
                      </c:pt>
                      <c:pt idx="463">
                        <c:v>15527</c:v>
                      </c:pt>
                      <c:pt idx="464">
                        <c:v>15560</c:v>
                      </c:pt>
                      <c:pt idx="465">
                        <c:v>15593</c:v>
                      </c:pt>
                      <c:pt idx="466">
                        <c:v>15627</c:v>
                      </c:pt>
                      <c:pt idx="467">
                        <c:v>15660</c:v>
                      </c:pt>
                      <c:pt idx="468">
                        <c:v>15693</c:v>
                      </c:pt>
                      <c:pt idx="469">
                        <c:v>15727</c:v>
                      </c:pt>
                      <c:pt idx="470">
                        <c:v>15760</c:v>
                      </c:pt>
                      <c:pt idx="471">
                        <c:v>15793</c:v>
                      </c:pt>
                      <c:pt idx="472">
                        <c:v>15827</c:v>
                      </c:pt>
                      <c:pt idx="473">
                        <c:v>15860</c:v>
                      </c:pt>
                      <c:pt idx="474">
                        <c:v>15893</c:v>
                      </c:pt>
                      <c:pt idx="475">
                        <c:v>15927</c:v>
                      </c:pt>
                      <c:pt idx="476">
                        <c:v>15960</c:v>
                      </c:pt>
                      <c:pt idx="477">
                        <c:v>15993</c:v>
                      </c:pt>
                      <c:pt idx="478">
                        <c:v>16027</c:v>
                      </c:pt>
                      <c:pt idx="479">
                        <c:v>16060</c:v>
                      </c:pt>
                      <c:pt idx="480">
                        <c:v>16093</c:v>
                      </c:pt>
                      <c:pt idx="481">
                        <c:v>16127</c:v>
                      </c:pt>
                      <c:pt idx="482">
                        <c:v>16160</c:v>
                      </c:pt>
                      <c:pt idx="483">
                        <c:v>16193</c:v>
                      </c:pt>
                      <c:pt idx="484">
                        <c:v>16227</c:v>
                      </c:pt>
                      <c:pt idx="485">
                        <c:v>16260</c:v>
                      </c:pt>
                      <c:pt idx="486">
                        <c:v>16293</c:v>
                      </c:pt>
                      <c:pt idx="487">
                        <c:v>16327</c:v>
                      </c:pt>
                      <c:pt idx="488">
                        <c:v>16360</c:v>
                      </c:pt>
                      <c:pt idx="489">
                        <c:v>16393</c:v>
                      </c:pt>
                      <c:pt idx="490">
                        <c:v>16427</c:v>
                      </c:pt>
                      <c:pt idx="491">
                        <c:v>16460</c:v>
                      </c:pt>
                      <c:pt idx="492">
                        <c:v>16493</c:v>
                      </c:pt>
                      <c:pt idx="493">
                        <c:v>16527</c:v>
                      </c:pt>
                      <c:pt idx="494">
                        <c:v>16560</c:v>
                      </c:pt>
                      <c:pt idx="495">
                        <c:v>16594</c:v>
                      </c:pt>
                      <c:pt idx="496">
                        <c:v>16627</c:v>
                      </c:pt>
                      <c:pt idx="497">
                        <c:v>16660</c:v>
                      </c:pt>
                      <c:pt idx="498">
                        <c:v>16694</c:v>
                      </c:pt>
                      <c:pt idx="499">
                        <c:v>16727</c:v>
                      </c:pt>
                      <c:pt idx="500">
                        <c:v>16760</c:v>
                      </c:pt>
                      <c:pt idx="501">
                        <c:v>16794</c:v>
                      </c:pt>
                      <c:pt idx="502">
                        <c:v>16827</c:v>
                      </c:pt>
                      <c:pt idx="503">
                        <c:v>16860</c:v>
                      </c:pt>
                      <c:pt idx="504">
                        <c:v>16894</c:v>
                      </c:pt>
                      <c:pt idx="505">
                        <c:v>16927</c:v>
                      </c:pt>
                      <c:pt idx="506">
                        <c:v>16960</c:v>
                      </c:pt>
                      <c:pt idx="507">
                        <c:v>16994</c:v>
                      </c:pt>
                      <c:pt idx="508">
                        <c:v>17027</c:v>
                      </c:pt>
                      <c:pt idx="509">
                        <c:v>17060</c:v>
                      </c:pt>
                      <c:pt idx="510">
                        <c:v>17094</c:v>
                      </c:pt>
                      <c:pt idx="511">
                        <c:v>17127</c:v>
                      </c:pt>
                      <c:pt idx="512">
                        <c:v>17160</c:v>
                      </c:pt>
                      <c:pt idx="513">
                        <c:v>17194</c:v>
                      </c:pt>
                      <c:pt idx="514">
                        <c:v>17227</c:v>
                      </c:pt>
                      <c:pt idx="515">
                        <c:v>17260</c:v>
                      </c:pt>
                      <c:pt idx="516">
                        <c:v>17294</c:v>
                      </c:pt>
                      <c:pt idx="517">
                        <c:v>17327</c:v>
                      </c:pt>
                      <c:pt idx="518">
                        <c:v>17360</c:v>
                      </c:pt>
                      <c:pt idx="519">
                        <c:v>17394</c:v>
                      </c:pt>
                      <c:pt idx="520">
                        <c:v>17427</c:v>
                      </c:pt>
                      <c:pt idx="521">
                        <c:v>17460</c:v>
                      </c:pt>
                      <c:pt idx="522">
                        <c:v>17494</c:v>
                      </c:pt>
                      <c:pt idx="523">
                        <c:v>17527</c:v>
                      </c:pt>
                      <c:pt idx="524">
                        <c:v>17560</c:v>
                      </c:pt>
                      <c:pt idx="525">
                        <c:v>17594</c:v>
                      </c:pt>
                      <c:pt idx="526">
                        <c:v>17627</c:v>
                      </c:pt>
                      <c:pt idx="527">
                        <c:v>17660</c:v>
                      </c:pt>
                      <c:pt idx="528">
                        <c:v>17694</c:v>
                      </c:pt>
                      <c:pt idx="529">
                        <c:v>17727</c:v>
                      </c:pt>
                      <c:pt idx="530">
                        <c:v>17760</c:v>
                      </c:pt>
                      <c:pt idx="531">
                        <c:v>17794</c:v>
                      </c:pt>
                      <c:pt idx="532">
                        <c:v>17827</c:v>
                      </c:pt>
                      <c:pt idx="533">
                        <c:v>17860</c:v>
                      </c:pt>
                      <c:pt idx="534">
                        <c:v>17894</c:v>
                      </c:pt>
                      <c:pt idx="535">
                        <c:v>17927</c:v>
                      </c:pt>
                      <c:pt idx="536">
                        <c:v>17960</c:v>
                      </c:pt>
                      <c:pt idx="537">
                        <c:v>17994</c:v>
                      </c:pt>
                      <c:pt idx="538">
                        <c:v>18027</c:v>
                      </c:pt>
                      <c:pt idx="539">
                        <c:v>18060</c:v>
                      </c:pt>
                      <c:pt idx="540">
                        <c:v>18094</c:v>
                      </c:pt>
                      <c:pt idx="541">
                        <c:v>18127</c:v>
                      </c:pt>
                      <c:pt idx="542">
                        <c:v>18160</c:v>
                      </c:pt>
                      <c:pt idx="543">
                        <c:v>18194</c:v>
                      </c:pt>
                      <c:pt idx="544">
                        <c:v>18227</c:v>
                      </c:pt>
                      <c:pt idx="545">
                        <c:v>18260</c:v>
                      </c:pt>
                      <c:pt idx="546">
                        <c:v>18294</c:v>
                      </c:pt>
                      <c:pt idx="547">
                        <c:v>18327</c:v>
                      </c:pt>
                      <c:pt idx="548">
                        <c:v>18360</c:v>
                      </c:pt>
                      <c:pt idx="549">
                        <c:v>18394</c:v>
                      </c:pt>
                      <c:pt idx="550">
                        <c:v>18427</c:v>
                      </c:pt>
                      <c:pt idx="551">
                        <c:v>18460</c:v>
                      </c:pt>
                      <c:pt idx="552">
                        <c:v>18494</c:v>
                      </c:pt>
                      <c:pt idx="553">
                        <c:v>18527</c:v>
                      </c:pt>
                      <c:pt idx="554">
                        <c:v>18560</c:v>
                      </c:pt>
                      <c:pt idx="555">
                        <c:v>18594</c:v>
                      </c:pt>
                      <c:pt idx="556">
                        <c:v>18627</c:v>
                      </c:pt>
                      <c:pt idx="557">
                        <c:v>18660</c:v>
                      </c:pt>
                      <c:pt idx="558">
                        <c:v>18694</c:v>
                      </c:pt>
                      <c:pt idx="559">
                        <c:v>18727</c:v>
                      </c:pt>
                      <c:pt idx="560">
                        <c:v>18760</c:v>
                      </c:pt>
                      <c:pt idx="561">
                        <c:v>18794</c:v>
                      </c:pt>
                      <c:pt idx="562">
                        <c:v>18827</c:v>
                      </c:pt>
                      <c:pt idx="563">
                        <c:v>18861</c:v>
                      </c:pt>
                      <c:pt idx="564">
                        <c:v>18894</c:v>
                      </c:pt>
                      <c:pt idx="565">
                        <c:v>18927</c:v>
                      </c:pt>
                      <c:pt idx="566">
                        <c:v>18961</c:v>
                      </c:pt>
                      <c:pt idx="567">
                        <c:v>18994</c:v>
                      </c:pt>
                      <c:pt idx="568">
                        <c:v>19027</c:v>
                      </c:pt>
                      <c:pt idx="569">
                        <c:v>19061</c:v>
                      </c:pt>
                      <c:pt idx="570">
                        <c:v>19094</c:v>
                      </c:pt>
                      <c:pt idx="571">
                        <c:v>19127</c:v>
                      </c:pt>
                      <c:pt idx="572">
                        <c:v>19161</c:v>
                      </c:pt>
                      <c:pt idx="573">
                        <c:v>19194</c:v>
                      </c:pt>
                      <c:pt idx="574">
                        <c:v>19227</c:v>
                      </c:pt>
                      <c:pt idx="575">
                        <c:v>19261</c:v>
                      </c:pt>
                      <c:pt idx="576">
                        <c:v>19294</c:v>
                      </c:pt>
                      <c:pt idx="577">
                        <c:v>19327</c:v>
                      </c:pt>
                      <c:pt idx="578">
                        <c:v>19361</c:v>
                      </c:pt>
                      <c:pt idx="579">
                        <c:v>19394</c:v>
                      </c:pt>
                      <c:pt idx="580">
                        <c:v>19427</c:v>
                      </c:pt>
                      <c:pt idx="581">
                        <c:v>19461</c:v>
                      </c:pt>
                      <c:pt idx="582">
                        <c:v>19494</c:v>
                      </c:pt>
                      <c:pt idx="583">
                        <c:v>19527</c:v>
                      </c:pt>
                      <c:pt idx="584">
                        <c:v>19561</c:v>
                      </c:pt>
                      <c:pt idx="585">
                        <c:v>19594</c:v>
                      </c:pt>
                      <c:pt idx="586">
                        <c:v>19627</c:v>
                      </c:pt>
                      <c:pt idx="587">
                        <c:v>19661</c:v>
                      </c:pt>
                      <c:pt idx="588">
                        <c:v>19694</c:v>
                      </c:pt>
                      <c:pt idx="589">
                        <c:v>19727</c:v>
                      </c:pt>
                      <c:pt idx="590">
                        <c:v>19761</c:v>
                      </c:pt>
                      <c:pt idx="591">
                        <c:v>19794</c:v>
                      </c:pt>
                      <c:pt idx="592">
                        <c:v>19827</c:v>
                      </c:pt>
                      <c:pt idx="593">
                        <c:v>19861</c:v>
                      </c:pt>
                      <c:pt idx="594">
                        <c:v>19894</c:v>
                      </c:pt>
                      <c:pt idx="595">
                        <c:v>19927</c:v>
                      </c:pt>
                      <c:pt idx="596">
                        <c:v>19961</c:v>
                      </c:pt>
                      <c:pt idx="597">
                        <c:v>19994</c:v>
                      </c:pt>
                      <c:pt idx="598">
                        <c:v>20027</c:v>
                      </c:pt>
                      <c:pt idx="599">
                        <c:v>20061</c:v>
                      </c:pt>
                      <c:pt idx="600">
                        <c:v>20094</c:v>
                      </c:pt>
                      <c:pt idx="601">
                        <c:v>20127</c:v>
                      </c:pt>
                      <c:pt idx="602">
                        <c:v>20161</c:v>
                      </c:pt>
                      <c:pt idx="603">
                        <c:v>20194</c:v>
                      </c:pt>
                      <c:pt idx="604">
                        <c:v>20227</c:v>
                      </c:pt>
                      <c:pt idx="605">
                        <c:v>20261</c:v>
                      </c:pt>
                      <c:pt idx="606">
                        <c:v>20294</c:v>
                      </c:pt>
                      <c:pt idx="607">
                        <c:v>20327</c:v>
                      </c:pt>
                      <c:pt idx="608">
                        <c:v>20361</c:v>
                      </c:pt>
                      <c:pt idx="609">
                        <c:v>20394</c:v>
                      </c:pt>
                      <c:pt idx="610">
                        <c:v>20427</c:v>
                      </c:pt>
                      <c:pt idx="611">
                        <c:v>20461</c:v>
                      </c:pt>
                      <c:pt idx="612">
                        <c:v>20494</c:v>
                      </c:pt>
                      <c:pt idx="613">
                        <c:v>20527</c:v>
                      </c:pt>
                      <c:pt idx="614">
                        <c:v>20561</c:v>
                      </c:pt>
                      <c:pt idx="615">
                        <c:v>20594</c:v>
                      </c:pt>
                      <c:pt idx="616">
                        <c:v>20627</c:v>
                      </c:pt>
                      <c:pt idx="617">
                        <c:v>20661</c:v>
                      </c:pt>
                      <c:pt idx="618">
                        <c:v>20694</c:v>
                      </c:pt>
                      <c:pt idx="619">
                        <c:v>20727</c:v>
                      </c:pt>
                      <c:pt idx="620">
                        <c:v>20761</c:v>
                      </c:pt>
                      <c:pt idx="621">
                        <c:v>20794</c:v>
                      </c:pt>
                      <c:pt idx="622">
                        <c:v>20827</c:v>
                      </c:pt>
                      <c:pt idx="623">
                        <c:v>20861</c:v>
                      </c:pt>
                      <c:pt idx="624">
                        <c:v>20894</c:v>
                      </c:pt>
                      <c:pt idx="625">
                        <c:v>20927</c:v>
                      </c:pt>
                      <c:pt idx="626">
                        <c:v>20961</c:v>
                      </c:pt>
                      <c:pt idx="627">
                        <c:v>20994</c:v>
                      </c:pt>
                      <c:pt idx="628">
                        <c:v>21028</c:v>
                      </c:pt>
                      <c:pt idx="629">
                        <c:v>21061</c:v>
                      </c:pt>
                      <c:pt idx="630">
                        <c:v>21094</c:v>
                      </c:pt>
                      <c:pt idx="631">
                        <c:v>21128</c:v>
                      </c:pt>
                      <c:pt idx="632">
                        <c:v>21161</c:v>
                      </c:pt>
                      <c:pt idx="633">
                        <c:v>21194</c:v>
                      </c:pt>
                      <c:pt idx="634">
                        <c:v>21228</c:v>
                      </c:pt>
                      <c:pt idx="635">
                        <c:v>21261</c:v>
                      </c:pt>
                      <c:pt idx="636">
                        <c:v>21294</c:v>
                      </c:pt>
                      <c:pt idx="637">
                        <c:v>21328</c:v>
                      </c:pt>
                      <c:pt idx="638">
                        <c:v>21361</c:v>
                      </c:pt>
                      <c:pt idx="639">
                        <c:v>21394</c:v>
                      </c:pt>
                      <c:pt idx="640">
                        <c:v>21428</c:v>
                      </c:pt>
                      <c:pt idx="641">
                        <c:v>21461</c:v>
                      </c:pt>
                      <c:pt idx="642">
                        <c:v>21494</c:v>
                      </c:pt>
                      <c:pt idx="643">
                        <c:v>21528</c:v>
                      </c:pt>
                      <c:pt idx="644">
                        <c:v>21561</c:v>
                      </c:pt>
                      <c:pt idx="645">
                        <c:v>21594</c:v>
                      </c:pt>
                      <c:pt idx="646">
                        <c:v>21628</c:v>
                      </c:pt>
                      <c:pt idx="647">
                        <c:v>21661</c:v>
                      </c:pt>
                      <c:pt idx="648">
                        <c:v>21694</c:v>
                      </c:pt>
                      <c:pt idx="649">
                        <c:v>21728</c:v>
                      </c:pt>
                      <c:pt idx="650">
                        <c:v>21761</c:v>
                      </c:pt>
                      <c:pt idx="651">
                        <c:v>21794</c:v>
                      </c:pt>
                      <c:pt idx="652">
                        <c:v>21828</c:v>
                      </c:pt>
                      <c:pt idx="653">
                        <c:v>21861</c:v>
                      </c:pt>
                      <c:pt idx="654">
                        <c:v>21894</c:v>
                      </c:pt>
                      <c:pt idx="655">
                        <c:v>21928</c:v>
                      </c:pt>
                      <c:pt idx="656">
                        <c:v>21961</c:v>
                      </c:pt>
                      <c:pt idx="657">
                        <c:v>21994</c:v>
                      </c:pt>
                      <c:pt idx="658">
                        <c:v>22028</c:v>
                      </c:pt>
                      <c:pt idx="659">
                        <c:v>22061</c:v>
                      </c:pt>
                      <c:pt idx="660">
                        <c:v>22094</c:v>
                      </c:pt>
                      <c:pt idx="661">
                        <c:v>22128</c:v>
                      </c:pt>
                      <c:pt idx="662">
                        <c:v>22161</c:v>
                      </c:pt>
                      <c:pt idx="663">
                        <c:v>22194</c:v>
                      </c:pt>
                      <c:pt idx="664">
                        <c:v>22228</c:v>
                      </c:pt>
                      <c:pt idx="665">
                        <c:v>22261</c:v>
                      </c:pt>
                      <c:pt idx="666">
                        <c:v>22294</c:v>
                      </c:pt>
                      <c:pt idx="667">
                        <c:v>22328</c:v>
                      </c:pt>
                      <c:pt idx="668">
                        <c:v>22361</c:v>
                      </c:pt>
                      <c:pt idx="669">
                        <c:v>22394</c:v>
                      </c:pt>
                      <c:pt idx="670">
                        <c:v>22428</c:v>
                      </c:pt>
                      <c:pt idx="671">
                        <c:v>22461</c:v>
                      </c:pt>
                      <c:pt idx="672">
                        <c:v>22494</c:v>
                      </c:pt>
                      <c:pt idx="673">
                        <c:v>22528</c:v>
                      </c:pt>
                      <c:pt idx="674">
                        <c:v>22561</c:v>
                      </c:pt>
                      <c:pt idx="675">
                        <c:v>22594</c:v>
                      </c:pt>
                      <c:pt idx="676">
                        <c:v>22628</c:v>
                      </c:pt>
                      <c:pt idx="677">
                        <c:v>22661</c:v>
                      </c:pt>
                      <c:pt idx="678">
                        <c:v>22694</c:v>
                      </c:pt>
                      <c:pt idx="679">
                        <c:v>22728</c:v>
                      </c:pt>
                      <c:pt idx="680">
                        <c:v>22761</c:v>
                      </c:pt>
                      <c:pt idx="681">
                        <c:v>22794</c:v>
                      </c:pt>
                      <c:pt idx="682">
                        <c:v>22828</c:v>
                      </c:pt>
                      <c:pt idx="683">
                        <c:v>22861</c:v>
                      </c:pt>
                      <c:pt idx="684">
                        <c:v>22894</c:v>
                      </c:pt>
                      <c:pt idx="685">
                        <c:v>22928</c:v>
                      </c:pt>
                      <c:pt idx="686">
                        <c:v>22961</c:v>
                      </c:pt>
                      <c:pt idx="687">
                        <c:v>22994</c:v>
                      </c:pt>
                      <c:pt idx="688">
                        <c:v>23028</c:v>
                      </c:pt>
                      <c:pt idx="689">
                        <c:v>23061</c:v>
                      </c:pt>
                      <c:pt idx="690">
                        <c:v>23094</c:v>
                      </c:pt>
                      <c:pt idx="691">
                        <c:v>23128</c:v>
                      </c:pt>
                      <c:pt idx="692">
                        <c:v>23161</c:v>
                      </c:pt>
                      <c:pt idx="693">
                        <c:v>23194</c:v>
                      </c:pt>
                      <c:pt idx="694">
                        <c:v>23228</c:v>
                      </c:pt>
                      <c:pt idx="695">
                        <c:v>23261</c:v>
                      </c:pt>
                      <c:pt idx="696">
                        <c:v>23295</c:v>
                      </c:pt>
                      <c:pt idx="697">
                        <c:v>23328</c:v>
                      </c:pt>
                      <c:pt idx="698">
                        <c:v>23361</c:v>
                      </c:pt>
                      <c:pt idx="699">
                        <c:v>23395</c:v>
                      </c:pt>
                      <c:pt idx="700">
                        <c:v>23428</c:v>
                      </c:pt>
                      <c:pt idx="701">
                        <c:v>23461</c:v>
                      </c:pt>
                      <c:pt idx="702">
                        <c:v>23495</c:v>
                      </c:pt>
                      <c:pt idx="703">
                        <c:v>23528</c:v>
                      </c:pt>
                      <c:pt idx="704">
                        <c:v>23561</c:v>
                      </c:pt>
                      <c:pt idx="705">
                        <c:v>23595</c:v>
                      </c:pt>
                      <c:pt idx="706">
                        <c:v>23628</c:v>
                      </c:pt>
                      <c:pt idx="707">
                        <c:v>23661</c:v>
                      </c:pt>
                      <c:pt idx="708">
                        <c:v>23695</c:v>
                      </c:pt>
                      <c:pt idx="709">
                        <c:v>23728</c:v>
                      </c:pt>
                      <c:pt idx="710">
                        <c:v>23761</c:v>
                      </c:pt>
                      <c:pt idx="711">
                        <c:v>23795</c:v>
                      </c:pt>
                      <c:pt idx="712">
                        <c:v>23828</c:v>
                      </c:pt>
                      <c:pt idx="713">
                        <c:v>23861</c:v>
                      </c:pt>
                      <c:pt idx="714">
                        <c:v>23895</c:v>
                      </c:pt>
                      <c:pt idx="715">
                        <c:v>23928</c:v>
                      </c:pt>
                      <c:pt idx="716">
                        <c:v>23961</c:v>
                      </c:pt>
                      <c:pt idx="717">
                        <c:v>23995</c:v>
                      </c:pt>
                      <c:pt idx="718">
                        <c:v>24028</c:v>
                      </c:pt>
                      <c:pt idx="719">
                        <c:v>24061</c:v>
                      </c:pt>
                      <c:pt idx="720">
                        <c:v>24095</c:v>
                      </c:pt>
                      <c:pt idx="721">
                        <c:v>24128</c:v>
                      </c:pt>
                      <c:pt idx="722">
                        <c:v>24161</c:v>
                      </c:pt>
                      <c:pt idx="723">
                        <c:v>24195</c:v>
                      </c:pt>
                      <c:pt idx="724">
                        <c:v>24228</c:v>
                      </c:pt>
                      <c:pt idx="725">
                        <c:v>24261</c:v>
                      </c:pt>
                      <c:pt idx="726">
                        <c:v>24295</c:v>
                      </c:pt>
                      <c:pt idx="727">
                        <c:v>24328</c:v>
                      </c:pt>
                      <c:pt idx="728">
                        <c:v>24361</c:v>
                      </c:pt>
                      <c:pt idx="729">
                        <c:v>24395</c:v>
                      </c:pt>
                      <c:pt idx="730">
                        <c:v>24428</c:v>
                      </c:pt>
                      <c:pt idx="731">
                        <c:v>24461</c:v>
                      </c:pt>
                      <c:pt idx="732">
                        <c:v>24495</c:v>
                      </c:pt>
                      <c:pt idx="733">
                        <c:v>24528</c:v>
                      </c:pt>
                      <c:pt idx="734">
                        <c:v>24561</c:v>
                      </c:pt>
                      <c:pt idx="735">
                        <c:v>24595</c:v>
                      </c:pt>
                      <c:pt idx="736">
                        <c:v>24628</c:v>
                      </c:pt>
                      <c:pt idx="737">
                        <c:v>24661</c:v>
                      </c:pt>
                      <c:pt idx="738">
                        <c:v>24695</c:v>
                      </c:pt>
                      <c:pt idx="739">
                        <c:v>24728</c:v>
                      </c:pt>
                      <c:pt idx="740">
                        <c:v>24761</c:v>
                      </c:pt>
                      <c:pt idx="741">
                        <c:v>24795</c:v>
                      </c:pt>
                      <c:pt idx="742">
                        <c:v>24828</c:v>
                      </c:pt>
                      <c:pt idx="743">
                        <c:v>24861</c:v>
                      </c:pt>
                      <c:pt idx="744">
                        <c:v>24895</c:v>
                      </c:pt>
                      <c:pt idx="745">
                        <c:v>24928</c:v>
                      </c:pt>
                      <c:pt idx="746">
                        <c:v>24961</c:v>
                      </c:pt>
                      <c:pt idx="747">
                        <c:v>24995</c:v>
                      </c:pt>
                      <c:pt idx="748">
                        <c:v>25028</c:v>
                      </c:pt>
                      <c:pt idx="749">
                        <c:v>25061</c:v>
                      </c:pt>
                      <c:pt idx="750">
                        <c:v>25095</c:v>
                      </c:pt>
                      <c:pt idx="751">
                        <c:v>25128</c:v>
                      </c:pt>
                      <c:pt idx="752">
                        <c:v>25161</c:v>
                      </c:pt>
                      <c:pt idx="753">
                        <c:v>25195</c:v>
                      </c:pt>
                      <c:pt idx="754">
                        <c:v>25228</c:v>
                      </c:pt>
                      <c:pt idx="755">
                        <c:v>25261</c:v>
                      </c:pt>
                      <c:pt idx="756">
                        <c:v>25295</c:v>
                      </c:pt>
                      <c:pt idx="757">
                        <c:v>25328</c:v>
                      </c:pt>
                      <c:pt idx="758">
                        <c:v>25361</c:v>
                      </c:pt>
                      <c:pt idx="759">
                        <c:v>25395</c:v>
                      </c:pt>
                      <c:pt idx="760">
                        <c:v>25428</c:v>
                      </c:pt>
                      <c:pt idx="761">
                        <c:v>25461</c:v>
                      </c:pt>
                      <c:pt idx="762">
                        <c:v>25495</c:v>
                      </c:pt>
                      <c:pt idx="763">
                        <c:v>25528</c:v>
                      </c:pt>
                      <c:pt idx="764">
                        <c:v>25562</c:v>
                      </c:pt>
                      <c:pt idx="765">
                        <c:v>25595</c:v>
                      </c:pt>
                      <c:pt idx="766">
                        <c:v>25628</c:v>
                      </c:pt>
                      <c:pt idx="767">
                        <c:v>25662</c:v>
                      </c:pt>
                      <c:pt idx="768">
                        <c:v>25695</c:v>
                      </c:pt>
                      <c:pt idx="769">
                        <c:v>25728</c:v>
                      </c:pt>
                      <c:pt idx="770">
                        <c:v>25762</c:v>
                      </c:pt>
                      <c:pt idx="771">
                        <c:v>25795</c:v>
                      </c:pt>
                      <c:pt idx="772">
                        <c:v>25828</c:v>
                      </c:pt>
                      <c:pt idx="773">
                        <c:v>25862</c:v>
                      </c:pt>
                      <c:pt idx="774">
                        <c:v>25895</c:v>
                      </c:pt>
                      <c:pt idx="775">
                        <c:v>25928</c:v>
                      </c:pt>
                      <c:pt idx="776">
                        <c:v>25962</c:v>
                      </c:pt>
                      <c:pt idx="777">
                        <c:v>25995</c:v>
                      </c:pt>
                      <c:pt idx="778">
                        <c:v>26028</c:v>
                      </c:pt>
                      <c:pt idx="779">
                        <c:v>26062</c:v>
                      </c:pt>
                      <c:pt idx="780">
                        <c:v>26095</c:v>
                      </c:pt>
                      <c:pt idx="781">
                        <c:v>26128</c:v>
                      </c:pt>
                      <c:pt idx="782">
                        <c:v>26162</c:v>
                      </c:pt>
                      <c:pt idx="783">
                        <c:v>26195</c:v>
                      </c:pt>
                      <c:pt idx="784">
                        <c:v>26228</c:v>
                      </c:pt>
                      <c:pt idx="785">
                        <c:v>26262</c:v>
                      </c:pt>
                      <c:pt idx="786">
                        <c:v>26295</c:v>
                      </c:pt>
                      <c:pt idx="787">
                        <c:v>26328</c:v>
                      </c:pt>
                      <c:pt idx="788">
                        <c:v>26362</c:v>
                      </c:pt>
                      <c:pt idx="789">
                        <c:v>26395</c:v>
                      </c:pt>
                      <c:pt idx="790">
                        <c:v>26428</c:v>
                      </c:pt>
                      <c:pt idx="791">
                        <c:v>26462</c:v>
                      </c:pt>
                      <c:pt idx="792">
                        <c:v>26495</c:v>
                      </c:pt>
                      <c:pt idx="793">
                        <c:v>26528</c:v>
                      </c:pt>
                      <c:pt idx="794">
                        <c:v>26562</c:v>
                      </c:pt>
                      <c:pt idx="795">
                        <c:v>26595</c:v>
                      </c:pt>
                      <c:pt idx="796">
                        <c:v>26628</c:v>
                      </c:pt>
                      <c:pt idx="797">
                        <c:v>26662</c:v>
                      </c:pt>
                      <c:pt idx="798">
                        <c:v>26695</c:v>
                      </c:pt>
                      <c:pt idx="799">
                        <c:v>26728</c:v>
                      </c:pt>
                      <c:pt idx="800">
                        <c:v>26762</c:v>
                      </c:pt>
                      <c:pt idx="801">
                        <c:v>26795</c:v>
                      </c:pt>
                      <c:pt idx="802">
                        <c:v>26828</c:v>
                      </c:pt>
                      <c:pt idx="803">
                        <c:v>26862</c:v>
                      </c:pt>
                      <c:pt idx="804">
                        <c:v>26895</c:v>
                      </c:pt>
                      <c:pt idx="805">
                        <c:v>26928</c:v>
                      </c:pt>
                      <c:pt idx="806">
                        <c:v>26962</c:v>
                      </c:pt>
                      <c:pt idx="807">
                        <c:v>26995</c:v>
                      </c:pt>
                      <c:pt idx="808">
                        <c:v>27028</c:v>
                      </c:pt>
                      <c:pt idx="809">
                        <c:v>27062</c:v>
                      </c:pt>
                      <c:pt idx="810">
                        <c:v>27095</c:v>
                      </c:pt>
                      <c:pt idx="811">
                        <c:v>27128</c:v>
                      </c:pt>
                      <c:pt idx="812">
                        <c:v>27162</c:v>
                      </c:pt>
                      <c:pt idx="813">
                        <c:v>27195</c:v>
                      </c:pt>
                      <c:pt idx="814">
                        <c:v>27228</c:v>
                      </c:pt>
                      <c:pt idx="815">
                        <c:v>27262</c:v>
                      </c:pt>
                      <c:pt idx="816">
                        <c:v>27295</c:v>
                      </c:pt>
                      <c:pt idx="817">
                        <c:v>27328</c:v>
                      </c:pt>
                      <c:pt idx="818">
                        <c:v>27362</c:v>
                      </c:pt>
                      <c:pt idx="819">
                        <c:v>27395</c:v>
                      </c:pt>
                      <c:pt idx="820">
                        <c:v>27428</c:v>
                      </c:pt>
                      <c:pt idx="821">
                        <c:v>27462</c:v>
                      </c:pt>
                      <c:pt idx="822">
                        <c:v>27495</c:v>
                      </c:pt>
                      <c:pt idx="823">
                        <c:v>27528</c:v>
                      </c:pt>
                      <c:pt idx="824">
                        <c:v>27562</c:v>
                      </c:pt>
                      <c:pt idx="825">
                        <c:v>27595</c:v>
                      </c:pt>
                      <c:pt idx="826">
                        <c:v>27628</c:v>
                      </c:pt>
                      <c:pt idx="827">
                        <c:v>27662</c:v>
                      </c:pt>
                      <c:pt idx="828">
                        <c:v>27695</c:v>
                      </c:pt>
                      <c:pt idx="829">
                        <c:v>27729</c:v>
                      </c:pt>
                      <c:pt idx="830">
                        <c:v>27762</c:v>
                      </c:pt>
                      <c:pt idx="831">
                        <c:v>27795</c:v>
                      </c:pt>
                      <c:pt idx="832">
                        <c:v>27829</c:v>
                      </c:pt>
                      <c:pt idx="833">
                        <c:v>27862</c:v>
                      </c:pt>
                      <c:pt idx="834">
                        <c:v>27895</c:v>
                      </c:pt>
                      <c:pt idx="835">
                        <c:v>27929</c:v>
                      </c:pt>
                      <c:pt idx="836">
                        <c:v>27962</c:v>
                      </c:pt>
                      <c:pt idx="837">
                        <c:v>27995</c:v>
                      </c:pt>
                      <c:pt idx="838">
                        <c:v>28029</c:v>
                      </c:pt>
                      <c:pt idx="839">
                        <c:v>28062</c:v>
                      </c:pt>
                      <c:pt idx="840">
                        <c:v>28095</c:v>
                      </c:pt>
                      <c:pt idx="841">
                        <c:v>28129</c:v>
                      </c:pt>
                      <c:pt idx="842">
                        <c:v>28162</c:v>
                      </c:pt>
                      <c:pt idx="843">
                        <c:v>28195</c:v>
                      </c:pt>
                      <c:pt idx="844">
                        <c:v>28229</c:v>
                      </c:pt>
                      <c:pt idx="845">
                        <c:v>28262</c:v>
                      </c:pt>
                      <c:pt idx="846">
                        <c:v>28295</c:v>
                      </c:pt>
                      <c:pt idx="847">
                        <c:v>28329</c:v>
                      </c:pt>
                      <c:pt idx="848">
                        <c:v>28362</c:v>
                      </c:pt>
                      <c:pt idx="849">
                        <c:v>28395</c:v>
                      </c:pt>
                      <c:pt idx="850">
                        <c:v>28429</c:v>
                      </c:pt>
                      <c:pt idx="851">
                        <c:v>28462</c:v>
                      </c:pt>
                      <c:pt idx="852">
                        <c:v>28495</c:v>
                      </c:pt>
                      <c:pt idx="853">
                        <c:v>28529</c:v>
                      </c:pt>
                      <c:pt idx="854">
                        <c:v>28562</c:v>
                      </c:pt>
                      <c:pt idx="855">
                        <c:v>28595</c:v>
                      </c:pt>
                      <c:pt idx="856">
                        <c:v>28629</c:v>
                      </c:pt>
                      <c:pt idx="857">
                        <c:v>28662</c:v>
                      </c:pt>
                      <c:pt idx="858">
                        <c:v>28695</c:v>
                      </c:pt>
                      <c:pt idx="859">
                        <c:v>28729</c:v>
                      </c:pt>
                      <c:pt idx="860">
                        <c:v>28762</c:v>
                      </c:pt>
                      <c:pt idx="861">
                        <c:v>28795</c:v>
                      </c:pt>
                      <c:pt idx="862">
                        <c:v>28829</c:v>
                      </c:pt>
                      <c:pt idx="863">
                        <c:v>28862</c:v>
                      </c:pt>
                      <c:pt idx="864">
                        <c:v>28895</c:v>
                      </c:pt>
                      <c:pt idx="865">
                        <c:v>28929</c:v>
                      </c:pt>
                      <c:pt idx="866">
                        <c:v>28962</c:v>
                      </c:pt>
                      <c:pt idx="867">
                        <c:v>28995</c:v>
                      </c:pt>
                      <c:pt idx="868">
                        <c:v>29029</c:v>
                      </c:pt>
                      <c:pt idx="869">
                        <c:v>29062</c:v>
                      </c:pt>
                      <c:pt idx="870">
                        <c:v>29095</c:v>
                      </c:pt>
                      <c:pt idx="871">
                        <c:v>29129</c:v>
                      </c:pt>
                      <c:pt idx="872">
                        <c:v>29162</c:v>
                      </c:pt>
                      <c:pt idx="873">
                        <c:v>29195</c:v>
                      </c:pt>
                      <c:pt idx="874">
                        <c:v>29229</c:v>
                      </c:pt>
                      <c:pt idx="875">
                        <c:v>29262</c:v>
                      </c:pt>
                      <c:pt idx="876">
                        <c:v>29295</c:v>
                      </c:pt>
                      <c:pt idx="877">
                        <c:v>29329</c:v>
                      </c:pt>
                      <c:pt idx="878">
                        <c:v>29362</c:v>
                      </c:pt>
                      <c:pt idx="879">
                        <c:v>29395</c:v>
                      </c:pt>
                      <c:pt idx="880">
                        <c:v>29429</c:v>
                      </c:pt>
                      <c:pt idx="881">
                        <c:v>29462</c:v>
                      </c:pt>
                      <c:pt idx="882">
                        <c:v>29495</c:v>
                      </c:pt>
                      <c:pt idx="883">
                        <c:v>29529</c:v>
                      </c:pt>
                      <c:pt idx="884">
                        <c:v>29562</c:v>
                      </c:pt>
                      <c:pt idx="885">
                        <c:v>29595</c:v>
                      </c:pt>
                      <c:pt idx="886">
                        <c:v>29629</c:v>
                      </c:pt>
                      <c:pt idx="887">
                        <c:v>29662</c:v>
                      </c:pt>
                      <c:pt idx="888">
                        <c:v>29695</c:v>
                      </c:pt>
                      <c:pt idx="889">
                        <c:v>29729</c:v>
                      </c:pt>
                      <c:pt idx="890">
                        <c:v>29762</c:v>
                      </c:pt>
                      <c:pt idx="891">
                        <c:v>29795</c:v>
                      </c:pt>
                      <c:pt idx="892">
                        <c:v>29829</c:v>
                      </c:pt>
                      <c:pt idx="893">
                        <c:v>29862</c:v>
                      </c:pt>
                      <c:pt idx="894">
                        <c:v>29895</c:v>
                      </c:pt>
                      <c:pt idx="895">
                        <c:v>29929</c:v>
                      </c:pt>
                      <c:pt idx="896">
                        <c:v>29962</c:v>
                      </c:pt>
                      <c:pt idx="897">
                        <c:v>29996</c:v>
                      </c:pt>
                      <c:pt idx="898">
                        <c:v>30029</c:v>
                      </c:pt>
                      <c:pt idx="899">
                        <c:v>30062</c:v>
                      </c:pt>
                      <c:pt idx="900">
                        <c:v>30096</c:v>
                      </c:pt>
                      <c:pt idx="901">
                        <c:v>30129</c:v>
                      </c:pt>
                      <c:pt idx="902">
                        <c:v>30162</c:v>
                      </c:pt>
                      <c:pt idx="903">
                        <c:v>30196</c:v>
                      </c:pt>
                      <c:pt idx="904">
                        <c:v>30229</c:v>
                      </c:pt>
                      <c:pt idx="905">
                        <c:v>30262</c:v>
                      </c:pt>
                      <c:pt idx="906">
                        <c:v>30296</c:v>
                      </c:pt>
                      <c:pt idx="907">
                        <c:v>30329</c:v>
                      </c:pt>
                      <c:pt idx="908">
                        <c:v>30362</c:v>
                      </c:pt>
                      <c:pt idx="909">
                        <c:v>30396</c:v>
                      </c:pt>
                      <c:pt idx="910">
                        <c:v>30429</c:v>
                      </c:pt>
                      <c:pt idx="911">
                        <c:v>30462</c:v>
                      </c:pt>
                      <c:pt idx="912">
                        <c:v>30496</c:v>
                      </c:pt>
                      <c:pt idx="913">
                        <c:v>30529</c:v>
                      </c:pt>
                      <c:pt idx="914">
                        <c:v>30562</c:v>
                      </c:pt>
                      <c:pt idx="915">
                        <c:v>30596</c:v>
                      </c:pt>
                      <c:pt idx="916">
                        <c:v>30629</c:v>
                      </c:pt>
                      <c:pt idx="917">
                        <c:v>30662</c:v>
                      </c:pt>
                      <c:pt idx="918">
                        <c:v>30696</c:v>
                      </c:pt>
                      <c:pt idx="919">
                        <c:v>30729</c:v>
                      </c:pt>
                      <c:pt idx="920">
                        <c:v>30762</c:v>
                      </c:pt>
                      <c:pt idx="921">
                        <c:v>30796</c:v>
                      </c:pt>
                      <c:pt idx="922">
                        <c:v>30829</c:v>
                      </c:pt>
                      <c:pt idx="923">
                        <c:v>30862</c:v>
                      </c:pt>
                      <c:pt idx="924">
                        <c:v>30896</c:v>
                      </c:pt>
                      <c:pt idx="925">
                        <c:v>30929</c:v>
                      </c:pt>
                      <c:pt idx="926">
                        <c:v>30962</c:v>
                      </c:pt>
                      <c:pt idx="927">
                        <c:v>30996</c:v>
                      </c:pt>
                      <c:pt idx="928">
                        <c:v>31029</c:v>
                      </c:pt>
                      <c:pt idx="929">
                        <c:v>31062</c:v>
                      </c:pt>
                      <c:pt idx="930">
                        <c:v>31096</c:v>
                      </c:pt>
                      <c:pt idx="931">
                        <c:v>31129</c:v>
                      </c:pt>
                      <c:pt idx="932">
                        <c:v>31162</c:v>
                      </c:pt>
                      <c:pt idx="933">
                        <c:v>31196</c:v>
                      </c:pt>
                      <c:pt idx="934">
                        <c:v>31229</c:v>
                      </c:pt>
                      <c:pt idx="935">
                        <c:v>31262</c:v>
                      </c:pt>
                      <c:pt idx="936">
                        <c:v>31296</c:v>
                      </c:pt>
                      <c:pt idx="937">
                        <c:v>31329</c:v>
                      </c:pt>
                      <c:pt idx="938">
                        <c:v>31362</c:v>
                      </c:pt>
                      <c:pt idx="939">
                        <c:v>31396</c:v>
                      </c:pt>
                      <c:pt idx="940">
                        <c:v>31429</c:v>
                      </c:pt>
                      <c:pt idx="941">
                        <c:v>31462</c:v>
                      </c:pt>
                      <c:pt idx="942">
                        <c:v>31496</c:v>
                      </c:pt>
                      <c:pt idx="943">
                        <c:v>31529</c:v>
                      </c:pt>
                      <c:pt idx="944">
                        <c:v>31562</c:v>
                      </c:pt>
                      <c:pt idx="945">
                        <c:v>31596</c:v>
                      </c:pt>
                      <c:pt idx="946">
                        <c:v>31629</c:v>
                      </c:pt>
                      <c:pt idx="947">
                        <c:v>31662</c:v>
                      </c:pt>
                      <c:pt idx="948">
                        <c:v>31696</c:v>
                      </c:pt>
                      <c:pt idx="949">
                        <c:v>31729</c:v>
                      </c:pt>
                      <c:pt idx="950">
                        <c:v>31762</c:v>
                      </c:pt>
                      <c:pt idx="951">
                        <c:v>31796</c:v>
                      </c:pt>
                      <c:pt idx="952">
                        <c:v>31829</c:v>
                      </c:pt>
                      <c:pt idx="953">
                        <c:v>31862</c:v>
                      </c:pt>
                      <c:pt idx="954">
                        <c:v>31896</c:v>
                      </c:pt>
                      <c:pt idx="955">
                        <c:v>31929</c:v>
                      </c:pt>
                      <c:pt idx="956">
                        <c:v>31962</c:v>
                      </c:pt>
                      <c:pt idx="957">
                        <c:v>31996</c:v>
                      </c:pt>
                      <c:pt idx="958">
                        <c:v>32029</c:v>
                      </c:pt>
                      <c:pt idx="959">
                        <c:v>32062</c:v>
                      </c:pt>
                      <c:pt idx="960">
                        <c:v>32096</c:v>
                      </c:pt>
                      <c:pt idx="961">
                        <c:v>32129</c:v>
                      </c:pt>
                      <c:pt idx="962">
                        <c:v>32162</c:v>
                      </c:pt>
                      <c:pt idx="963">
                        <c:v>32196</c:v>
                      </c:pt>
                      <c:pt idx="964">
                        <c:v>32229</c:v>
                      </c:pt>
                      <c:pt idx="965">
                        <c:v>32263</c:v>
                      </c:pt>
                      <c:pt idx="966">
                        <c:v>32296</c:v>
                      </c:pt>
                      <c:pt idx="967">
                        <c:v>32329</c:v>
                      </c:pt>
                      <c:pt idx="968">
                        <c:v>32363</c:v>
                      </c:pt>
                      <c:pt idx="969">
                        <c:v>32396</c:v>
                      </c:pt>
                      <c:pt idx="970">
                        <c:v>32429</c:v>
                      </c:pt>
                      <c:pt idx="971">
                        <c:v>32463</c:v>
                      </c:pt>
                      <c:pt idx="972">
                        <c:v>32496</c:v>
                      </c:pt>
                      <c:pt idx="973">
                        <c:v>32529</c:v>
                      </c:pt>
                      <c:pt idx="974">
                        <c:v>32563</c:v>
                      </c:pt>
                      <c:pt idx="975">
                        <c:v>32596</c:v>
                      </c:pt>
                      <c:pt idx="976">
                        <c:v>32629</c:v>
                      </c:pt>
                      <c:pt idx="977">
                        <c:v>32663</c:v>
                      </c:pt>
                      <c:pt idx="978">
                        <c:v>32696</c:v>
                      </c:pt>
                      <c:pt idx="979">
                        <c:v>32729</c:v>
                      </c:pt>
                      <c:pt idx="980">
                        <c:v>32763</c:v>
                      </c:pt>
                      <c:pt idx="981">
                        <c:v>32796</c:v>
                      </c:pt>
                      <c:pt idx="982">
                        <c:v>32829</c:v>
                      </c:pt>
                      <c:pt idx="983">
                        <c:v>32863</c:v>
                      </c:pt>
                      <c:pt idx="984">
                        <c:v>32896</c:v>
                      </c:pt>
                      <c:pt idx="985">
                        <c:v>32929</c:v>
                      </c:pt>
                      <c:pt idx="986">
                        <c:v>32963</c:v>
                      </c:pt>
                      <c:pt idx="987">
                        <c:v>32996</c:v>
                      </c:pt>
                      <c:pt idx="988">
                        <c:v>33029</c:v>
                      </c:pt>
                      <c:pt idx="989">
                        <c:v>33063</c:v>
                      </c:pt>
                      <c:pt idx="990">
                        <c:v>33096</c:v>
                      </c:pt>
                      <c:pt idx="991">
                        <c:v>33129</c:v>
                      </c:pt>
                      <c:pt idx="992">
                        <c:v>33163</c:v>
                      </c:pt>
                      <c:pt idx="993">
                        <c:v>33196</c:v>
                      </c:pt>
                      <c:pt idx="994">
                        <c:v>33229</c:v>
                      </c:pt>
                      <c:pt idx="995">
                        <c:v>33263</c:v>
                      </c:pt>
                      <c:pt idx="996">
                        <c:v>33296</c:v>
                      </c:pt>
                      <c:pt idx="997">
                        <c:v>33329</c:v>
                      </c:pt>
                      <c:pt idx="998">
                        <c:v>33363</c:v>
                      </c:pt>
                      <c:pt idx="999">
                        <c:v>33396</c:v>
                      </c:pt>
                      <c:pt idx="1000">
                        <c:v>33429</c:v>
                      </c:pt>
                      <c:pt idx="1001">
                        <c:v>33463</c:v>
                      </c:pt>
                      <c:pt idx="1002">
                        <c:v>33496</c:v>
                      </c:pt>
                      <c:pt idx="1003">
                        <c:v>33529</c:v>
                      </c:pt>
                      <c:pt idx="1004">
                        <c:v>33563</c:v>
                      </c:pt>
                      <c:pt idx="1005">
                        <c:v>33596</c:v>
                      </c:pt>
                      <c:pt idx="1006">
                        <c:v>33629</c:v>
                      </c:pt>
                      <c:pt idx="1007">
                        <c:v>33663</c:v>
                      </c:pt>
                      <c:pt idx="1008">
                        <c:v>33696</c:v>
                      </c:pt>
                      <c:pt idx="1009">
                        <c:v>33729</c:v>
                      </c:pt>
                      <c:pt idx="1010">
                        <c:v>33763</c:v>
                      </c:pt>
                      <c:pt idx="1011">
                        <c:v>33796</c:v>
                      </c:pt>
                      <c:pt idx="1012">
                        <c:v>33829</c:v>
                      </c:pt>
                      <c:pt idx="1013">
                        <c:v>33863</c:v>
                      </c:pt>
                      <c:pt idx="1014">
                        <c:v>33896</c:v>
                      </c:pt>
                      <c:pt idx="1015">
                        <c:v>33929</c:v>
                      </c:pt>
                      <c:pt idx="1016">
                        <c:v>33963</c:v>
                      </c:pt>
                      <c:pt idx="1017">
                        <c:v>33996</c:v>
                      </c:pt>
                      <c:pt idx="1018">
                        <c:v>34029</c:v>
                      </c:pt>
                      <c:pt idx="1019">
                        <c:v>34063</c:v>
                      </c:pt>
                      <c:pt idx="1020">
                        <c:v>34096</c:v>
                      </c:pt>
                      <c:pt idx="1021">
                        <c:v>34129</c:v>
                      </c:pt>
                      <c:pt idx="1022">
                        <c:v>34163</c:v>
                      </c:pt>
                      <c:pt idx="1023">
                        <c:v>34196</c:v>
                      </c:pt>
                      <c:pt idx="1024">
                        <c:v>34229</c:v>
                      </c:pt>
                      <c:pt idx="1025">
                        <c:v>34263</c:v>
                      </c:pt>
                      <c:pt idx="1026">
                        <c:v>34296</c:v>
                      </c:pt>
                      <c:pt idx="1027">
                        <c:v>34329</c:v>
                      </c:pt>
                      <c:pt idx="1028">
                        <c:v>34363</c:v>
                      </c:pt>
                      <c:pt idx="1029">
                        <c:v>34396</c:v>
                      </c:pt>
                      <c:pt idx="1030">
                        <c:v>34429</c:v>
                      </c:pt>
                      <c:pt idx="1031">
                        <c:v>34463</c:v>
                      </c:pt>
                      <c:pt idx="1032">
                        <c:v>34496</c:v>
                      </c:pt>
                      <c:pt idx="1033">
                        <c:v>34530</c:v>
                      </c:pt>
                      <c:pt idx="1034">
                        <c:v>34563</c:v>
                      </c:pt>
                      <c:pt idx="1035">
                        <c:v>34596</c:v>
                      </c:pt>
                      <c:pt idx="1036">
                        <c:v>34630</c:v>
                      </c:pt>
                      <c:pt idx="1037">
                        <c:v>34663</c:v>
                      </c:pt>
                      <c:pt idx="1038">
                        <c:v>34696</c:v>
                      </c:pt>
                      <c:pt idx="1039">
                        <c:v>34730</c:v>
                      </c:pt>
                      <c:pt idx="1040">
                        <c:v>34763</c:v>
                      </c:pt>
                      <c:pt idx="1041">
                        <c:v>34796</c:v>
                      </c:pt>
                      <c:pt idx="1042">
                        <c:v>34830</c:v>
                      </c:pt>
                      <c:pt idx="1043">
                        <c:v>34863</c:v>
                      </c:pt>
                      <c:pt idx="1044">
                        <c:v>34896</c:v>
                      </c:pt>
                      <c:pt idx="1045">
                        <c:v>34930</c:v>
                      </c:pt>
                      <c:pt idx="1046">
                        <c:v>34963</c:v>
                      </c:pt>
                      <c:pt idx="1047">
                        <c:v>34996</c:v>
                      </c:pt>
                      <c:pt idx="1048">
                        <c:v>35030</c:v>
                      </c:pt>
                      <c:pt idx="1049">
                        <c:v>35063</c:v>
                      </c:pt>
                      <c:pt idx="1050">
                        <c:v>35096</c:v>
                      </c:pt>
                      <c:pt idx="1051">
                        <c:v>35130</c:v>
                      </c:pt>
                      <c:pt idx="1052">
                        <c:v>35163</c:v>
                      </c:pt>
                      <c:pt idx="1053">
                        <c:v>35196</c:v>
                      </c:pt>
                      <c:pt idx="1054">
                        <c:v>35230</c:v>
                      </c:pt>
                      <c:pt idx="1055">
                        <c:v>35263</c:v>
                      </c:pt>
                      <c:pt idx="1056">
                        <c:v>35296</c:v>
                      </c:pt>
                      <c:pt idx="1057">
                        <c:v>35330</c:v>
                      </c:pt>
                      <c:pt idx="1058">
                        <c:v>35363</c:v>
                      </c:pt>
                      <c:pt idx="1059">
                        <c:v>35396</c:v>
                      </c:pt>
                      <c:pt idx="1060">
                        <c:v>35430</c:v>
                      </c:pt>
                      <c:pt idx="1061">
                        <c:v>35463</c:v>
                      </c:pt>
                      <c:pt idx="1062">
                        <c:v>35496</c:v>
                      </c:pt>
                      <c:pt idx="1063">
                        <c:v>35530</c:v>
                      </c:pt>
                      <c:pt idx="1064">
                        <c:v>35563</c:v>
                      </c:pt>
                      <c:pt idx="1065">
                        <c:v>35596</c:v>
                      </c:pt>
                      <c:pt idx="1066">
                        <c:v>35630</c:v>
                      </c:pt>
                      <c:pt idx="1067">
                        <c:v>35663</c:v>
                      </c:pt>
                      <c:pt idx="1068">
                        <c:v>35696</c:v>
                      </c:pt>
                      <c:pt idx="1069">
                        <c:v>35730</c:v>
                      </c:pt>
                      <c:pt idx="1070">
                        <c:v>35763</c:v>
                      </c:pt>
                      <c:pt idx="1071">
                        <c:v>35796</c:v>
                      </c:pt>
                      <c:pt idx="1072">
                        <c:v>35830</c:v>
                      </c:pt>
                      <c:pt idx="1073">
                        <c:v>35863</c:v>
                      </c:pt>
                      <c:pt idx="1074">
                        <c:v>35896</c:v>
                      </c:pt>
                      <c:pt idx="1075">
                        <c:v>35930</c:v>
                      </c:pt>
                      <c:pt idx="1076">
                        <c:v>35963</c:v>
                      </c:pt>
                      <c:pt idx="1077">
                        <c:v>35996</c:v>
                      </c:pt>
                      <c:pt idx="1078">
                        <c:v>36030</c:v>
                      </c:pt>
                      <c:pt idx="1079">
                        <c:v>36063</c:v>
                      </c:pt>
                      <c:pt idx="1080">
                        <c:v>36096</c:v>
                      </c:pt>
                      <c:pt idx="1081">
                        <c:v>36130</c:v>
                      </c:pt>
                      <c:pt idx="1082">
                        <c:v>36163</c:v>
                      </c:pt>
                      <c:pt idx="1083">
                        <c:v>36196</c:v>
                      </c:pt>
                      <c:pt idx="1084">
                        <c:v>36230</c:v>
                      </c:pt>
                      <c:pt idx="1085">
                        <c:v>36263</c:v>
                      </c:pt>
                      <c:pt idx="1086">
                        <c:v>36296</c:v>
                      </c:pt>
                      <c:pt idx="1087">
                        <c:v>36330</c:v>
                      </c:pt>
                      <c:pt idx="1088">
                        <c:v>36363</c:v>
                      </c:pt>
                      <c:pt idx="1089">
                        <c:v>36396</c:v>
                      </c:pt>
                      <c:pt idx="1090">
                        <c:v>36430</c:v>
                      </c:pt>
                      <c:pt idx="1091">
                        <c:v>36463</c:v>
                      </c:pt>
                      <c:pt idx="1092">
                        <c:v>36496</c:v>
                      </c:pt>
                      <c:pt idx="1093">
                        <c:v>36530</c:v>
                      </c:pt>
                      <c:pt idx="1094">
                        <c:v>36563</c:v>
                      </c:pt>
                      <c:pt idx="1095">
                        <c:v>36596</c:v>
                      </c:pt>
                      <c:pt idx="1096">
                        <c:v>36630</c:v>
                      </c:pt>
                      <c:pt idx="1097">
                        <c:v>36663</c:v>
                      </c:pt>
                      <c:pt idx="1098">
                        <c:v>36697</c:v>
                      </c:pt>
                      <c:pt idx="1099">
                        <c:v>36730</c:v>
                      </c:pt>
                      <c:pt idx="1100">
                        <c:v>36763</c:v>
                      </c:pt>
                      <c:pt idx="1101">
                        <c:v>36797</c:v>
                      </c:pt>
                      <c:pt idx="1102">
                        <c:v>36830</c:v>
                      </c:pt>
                      <c:pt idx="1103">
                        <c:v>36863</c:v>
                      </c:pt>
                      <c:pt idx="1104">
                        <c:v>36897</c:v>
                      </c:pt>
                      <c:pt idx="1105">
                        <c:v>36930</c:v>
                      </c:pt>
                      <c:pt idx="1106">
                        <c:v>36963</c:v>
                      </c:pt>
                      <c:pt idx="1107">
                        <c:v>36997</c:v>
                      </c:pt>
                      <c:pt idx="1108">
                        <c:v>37030</c:v>
                      </c:pt>
                      <c:pt idx="1109">
                        <c:v>37063</c:v>
                      </c:pt>
                      <c:pt idx="1110">
                        <c:v>37097</c:v>
                      </c:pt>
                      <c:pt idx="1111">
                        <c:v>37130</c:v>
                      </c:pt>
                      <c:pt idx="1112">
                        <c:v>37163</c:v>
                      </c:pt>
                      <c:pt idx="1113">
                        <c:v>37197</c:v>
                      </c:pt>
                      <c:pt idx="1114">
                        <c:v>37230</c:v>
                      </c:pt>
                      <c:pt idx="1115">
                        <c:v>37263</c:v>
                      </c:pt>
                      <c:pt idx="1116">
                        <c:v>37297</c:v>
                      </c:pt>
                      <c:pt idx="1117">
                        <c:v>37330</c:v>
                      </c:pt>
                      <c:pt idx="1118">
                        <c:v>37363</c:v>
                      </c:pt>
                      <c:pt idx="1119">
                        <c:v>37397</c:v>
                      </c:pt>
                      <c:pt idx="1120">
                        <c:v>37430</c:v>
                      </c:pt>
                      <c:pt idx="1121">
                        <c:v>37463</c:v>
                      </c:pt>
                      <c:pt idx="1122">
                        <c:v>37497</c:v>
                      </c:pt>
                      <c:pt idx="1123">
                        <c:v>37530</c:v>
                      </c:pt>
                      <c:pt idx="1124">
                        <c:v>37563</c:v>
                      </c:pt>
                      <c:pt idx="1125">
                        <c:v>37597</c:v>
                      </c:pt>
                      <c:pt idx="1126">
                        <c:v>37630</c:v>
                      </c:pt>
                      <c:pt idx="1127">
                        <c:v>37663</c:v>
                      </c:pt>
                      <c:pt idx="1128">
                        <c:v>37697</c:v>
                      </c:pt>
                      <c:pt idx="1129">
                        <c:v>37730</c:v>
                      </c:pt>
                      <c:pt idx="1130">
                        <c:v>37763</c:v>
                      </c:pt>
                      <c:pt idx="1131">
                        <c:v>37797</c:v>
                      </c:pt>
                      <c:pt idx="1132">
                        <c:v>37830</c:v>
                      </c:pt>
                      <c:pt idx="1133">
                        <c:v>37863</c:v>
                      </c:pt>
                      <c:pt idx="1134">
                        <c:v>37897</c:v>
                      </c:pt>
                      <c:pt idx="1135">
                        <c:v>37930</c:v>
                      </c:pt>
                      <c:pt idx="1136">
                        <c:v>37963</c:v>
                      </c:pt>
                      <c:pt idx="1137">
                        <c:v>37997</c:v>
                      </c:pt>
                      <c:pt idx="1138">
                        <c:v>38030</c:v>
                      </c:pt>
                      <c:pt idx="1139">
                        <c:v>38063</c:v>
                      </c:pt>
                      <c:pt idx="1140">
                        <c:v>38097</c:v>
                      </c:pt>
                      <c:pt idx="1141">
                        <c:v>38130</c:v>
                      </c:pt>
                      <c:pt idx="1142">
                        <c:v>38163</c:v>
                      </c:pt>
                      <c:pt idx="1143">
                        <c:v>38197</c:v>
                      </c:pt>
                      <c:pt idx="1144">
                        <c:v>38230</c:v>
                      </c:pt>
                      <c:pt idx="1145">
                        <c:v>38263</c:v>
                      </c:pt>
                      <c:pt idx="1146">
                        <c:v>38297</c:v>
                      </c:pt>
                      <c:pt idx="1147">
                        <c:v>38330</c:v>
                      </c:pt>
                      <c:pt idx="1148">
                        <c:v>38363</c:v>
                      </c:pt>
                      <c:pt idx="1149">
                        <c:v>38397</c:v>
                      </c:pt>
                      <c:pt idx="1150">
                        <c:v>38430</c:v>
                      </c:pt>
                    </c:numCache>
                  </c:numRef>
                </c:cat>
                <c:val>
                  <c:numLit>
                    <c:formatCode>General</c:formatCode>
                    <c:ptCount val="1"/>
                    <c:pt idx="0">
                      <c:v>1</c:v>
                    </c:pt>
                  </c:numLit>
                </c:val>
                <c:smooth val="0"/>
                <c:extLst>
                  <c:ext xmlns:c16="http://schemas.microsoft.com/office/drawing/2014/chart" uri="{C3380CC4-5D6E-409C-BE32-E72D297353CC}">
                    <c16:uniqueId val="{00000003-2DD9-480F-8E19-0B081F72BA66}"/>
                  </c:ext>
                </c:extLst>
              </c15:ser>
            </c15:filteredLineSeries>
          </c:ext>
        </c:extLst>
      </c:lineChart>
      <c:catAx>
        <c:axId val="20785779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2079317711"/>
        <c:crosses val="autoZero"/>
        <c:auto val="1"/>
        <c:lblAlgn val="ctr"/>
        <c:lblOffset val="100"/>
        <c:noMultiLvlLbl val="0"/>
      </c:catAx>
      <c:valAx>
        <c:axId val="2079317711"/>
        <c:scaling>
          <c:orientation val="minMax"/>
        </c:scaling>
        <c:delete val="0"/>
        <c:axPos val="l"/>
        <c:title>
          <c:tx>
            <c:rich>
              <a:bodyPr rot="-540000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ysClr val="windowText" lastClr="000000">
                        <a:lumMod val="65000"/>
                        <a:lumOff val="35000"/>
                      </a:sysClr>
                    </a:solidFill>
                    <a:latin typeface="+mn-lt"/>
                    <a:ea typeface="+mn-ea"/>
                    <a:cs typeface="+mn-cs"/>
                  </a:defRPr>
                </a:pPr>
                <a:r>
                  <a:rPr lang="ja-JP" altLang="en-US" sz="1000" b="0" i="0" u="none" strike="noStrike" kern="1200" baseline="0">
                    <a:solidFill>
                      <a:sysClr val="windowText" lastClr="000000">
                        <a:lumMod val="65000"/>
                        <a:lumOff val="35000"/>
                      </a:sysClr>
                    </a:solidFill>
                  </a:rPr>
                  <a:t>瞳孔面積［</a:t>
                </a:r>
                <a:r>
                  <a:rPr lang="en-US" altLang="ja-JP" sz="1000" b="0" i="0" u="none" strike="noStrike" kern="1200" baseline="0">
                    <a:solidFill>
                      <a:sysClr val="windowText" lastClr="000000">
                        <a:lumMod val="65000"/>
                        <a:lumOff val="35000"/>
                      </a:sysClr>
                    </a:solidFill>
                  </a:rPr>
                  <a:t>dot]</a:t>
                </a:r>
                <a:endParaRPr lang="ja-JP" altLang="en-US" sz="1000" b="0" i="0" u="none" strike="noStrike" kern="1200" baseline="0">
                  <a:solidFill>
                    <a:sysClr val="windowText" lastClr="000000">
                      <a:lumMod val="65000"/>
                      <a:lumOff val="35000"/>
                    </a:sysClr>
                  </a:solidFill>
                </a:endParaRPr>
              </a:p>
            </c:rich>
          </c:tx>
          <c:overlay val="0"/>
          <c:spPr>
            <a:noFill/>
            <a:ln>
              <a:noFill/>
            </a:ln>
            <a:effectLst/>
          </c:spPr>
          <c:txPr>
            <a:bodyPr rot="-540000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ysClr val="windowText" lastClr="000000">
                      <a:lumMod val="65000"/>
                      <a:lumOff val="35000"/>
                    </a:sysClr>
                  </a:solidFill>
                  <a:latin typeface="+mn-lt"/>
                  <a:ea typeface="+mn-ea"/>
                  <a:cs typeface="+mn-cs"/>
                </a:defRPr>
              </a:pPr>
              <a:endParaRPr lang="ja-JP" alt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2078577903"/>
        <c:crosses val="autoZero"/>
        <c:crossBetween val="between"/>
      </c:valAx>
      <c:valAx>
        <c:axId val="706102496"/>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706107776"/>
        <c:crosses val="max"/>
        <c:crossBetween val="between"/>
      </c:valAx>
      <c:catAx>
        <c:axId val="706107776"/>
        <c:scaling>
          <c:orientation val="minMax"/>
        </c:scaling>
        <c:delete val="1"/>
        <c:axPos val="b"/>
        <c:majorTickMark val="out"/>
        <c:minorTickMark val="none"/>
        <c:tickLblPos val="nextTo"/>
        <c:crossAx val="706102496"/>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userShapes r:id="rId4"/>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ja-JP" altLang="en-US" sz="1100" b="0" i="0" u="none" strike="noStrike" kern="1200" spc="0" baseline="0" dirty="0">
                <a:solidFill>
                  <a:schemeClr val="tx1"/>
                </a:solidFill>
              </a:rPr>
              <a:t>中波長光</a:t>
            </a:r>
            <a:r>
              <a:rPr lang="en-US" altLang="ja-JP" sz="1100" b="0" i="0" u="none" strike="noStrike" kern="1200" spc="0" baseline="0" dirty="0">
                <a:solidFill>
                  <a:schemeClr val="tx1"/>
                </a:solidFill>
              </a:rPr>
              <a:t>80.22</a:t>
            </a:r>
            <a:r>
              <a:rPr lang="en-US" altLang="ja-JP" sz="800" b="0" i="0" u="none" strike="noStrike" kern="1200" spc="0" baseline="0" dirty="0">
                <a:solidFill>
                  <a:sysClr val="windowText" lastClr="000000">
                    <a:lumMod val="65000"/>
                    <a:lumOff val="35000"/>
                  </a:sysClr>
                </a:solidFill>
              </a:rPr>
              <a:t>cd/m</a:t>
            </a:r>
            <a:r>
              <a:rPr lang="en-US" altLang="ja-JP" sz="800" b="0" i="0" u="none" strike="noStrike" kern="1200" spc="0" baseline="30000" dirty="0">
                <a:solidFill>
                  <a:sysClr val="windowText" lastClr="000000">
                    <a:lumMod val="65000"/>
                    <a:lumOff val="35000"/>
                  </a:sysClr>
                </a:solidFill>
              </a:rPr>
              <a:t>2</a:t>
            </a:r>
            <a:endParaRPr lang="ja-JP" altLang="en-US" sz="1100" dirty="0">
              <a:solidFill>
                <a:schemeClr val="tx1"/>
              </a:solidFill>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ja-JP" altLang="en-US"/>
        </a:p>
      </c:txPr>
    </c:title>
    <c:autoTitleDeleted val="0"/>
    <c:plotArea>
      <c:layout/>
      <c:barChart>
        <c:barDir val="col"/>
        <c:grouping val="clustered"/>
        <c:varyColors val="0"/>
        <c:ser>
          <c:idx val="0"/>
          <c:order val="0"/>
          <c:tx>
            <c:strRef>
              <c:f>'https://utokai.sharepoint.com/sites/msteams_21d92e/Shared Documents/光瞳孔反射研究プロジェクト/07色の組み合わせ(減光)/02.青緑/01.実験データ/20251128髙平/[20251128.takahira_B56G15.xlsm]照射後３sごと'!$D$1:$D$2</c:f>
              <c:strCache>
                <c:ptCount val="1"/>
                <c:pt idx="0">
                  <c:v>カテゴリ 短波長光</c:v>
                </c:pt>
              </c:strCache>
            </c:strRef>
          </c:tx>
          <c:spPr>
            <a:solidFill>
              <a:srgbClr val="0070C0"/>
            </a:solidFill>
            <a:ln>
              <a:solidFill>
                <a:srgbClr val="0070C0"/>
              </a:solidFill>
            </a:ln>
            <a:effectLst/>
          </c:spPr>
          <c:invertIfNegative val="0"/>
          <c:val>
            <c:numRef>
              <c:f>'https://utokai.sharepoint.com/sites/msteams_21d92e/Shared Documents/光瞳孔反射研究プロジェクト/07色の組み合わせ(減光)/02.青緑/01.実験データ/20251128髙平/[20251128.takahira_B56G15.xlsm]照射後３sごと'!$D$3:$D$1113</c:f>
              <c:numCache>
                <c:formatCode>General</c:formatCode>
                <c:ptCount val="111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1</c:v>
                </c:pt>
                <c:pt idx="70">
                  <c:v>1</c:v>
                </c:pt>
                <c:pt idx="71">
                  <c:v>1</c:v>
                </c:pt>
                <c:pt idx="72">
                  <c:v>1</c:v>
                </c:pt>
                <c:pt idx="73">
                  <c:v>1</c:v>
                </c:pt>
                <c:pt idx="74">
                  <c:v>1</c:v>
                </c:pt>
                <c:pt idx="75">
                  <c:v>1</c:v>
                </c:pt>
                <c:pt idx="76">
                  <c:v>1</c:v>
                </c:pt>
                <c:pt idx="77">
                  <c:v>1</c:v>
                </c:pt>
                <c:pt idx="78">
                  <c:v>1</c:v>
                </c:pt>
                <c:pt idx="79">
                  <c:v>1</c:v>
                </c:pt>
                <c:pt idx="80">
                  <c:v>1</c:v>
                </c:pt>
                <c:pt idx="81">
                  <c:v>1</c:v>
                </c:pt>
                <c:pt idx="82">
                  <c:v>1</c:v>
                </c:pt>
                <c:pt idx="83">
                  <c:v>1</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1</c:v>
                </c:pt>
                <c:pt idx="129">
                  <c:v>1</c:v>
                </c:pt>
                <c:pt idx="130">
                  <c:v>1</c:v>
                </c:pt>
                <c:pt idx="131">
                  <c:v>1</c:v>
                </c:pt>
                <c:pt idx="132">
                  <c:v>1</c:v>
                </c:pt>
                <c:pt idx="133">
                  <c:v>1</c:v>
                </c:pt>
                <c:pt idx="134">
                  <c:v>1</c:v>
                </c:pt>
                <c:pt idx="135">
                  <c:v>1</c:v>
                </c:pt>
                <c:pt idx="136">
                  <c:v>1</c:v>
                </c:pt>
                <c:pt idx="137">
                  <c:v>1</c:v>
                </c:pt>
                <c:pt idx="138">
                  <c:v>1</c:v>
                </c:pt>
                <c:pt idx="139">
                  <c:v>1</c:v>
                </c:pt>
                <c:pt idx="140">
                  <c:v>1</c:v>
                </c:pt>
                <c:pt idx="141">
                  <c:v>1</c:v>
                </c:pt>
                <c:pt idx="142">
                  <c:v>1</c:v>
                </c:pt>
                <c:pt idx="143">
                  <c:v>1</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1</c:v>
                </c:pt>
                <c:pt idx="159">
                  <c:v>1</c:v>
                </c:pt>
                <c:pt idx="160">
                  <c:v>1</c:v>
                </c:pt>
                <c:pt idx="161">
                  <c:v>1</c:v>
                </c:pt>
                <c:pt idx="162">
                  <c:v>1</c:v>
                </c:pt>
                <c:pt idx="163">
                  <c:v>1</c:v>
                </c:pt>
                <c:pt idx="164">
                  <c:v>1</c:v>
                </c:pt>
                <c:pt idx="165">
                  <c:v>1</c:v>
                </c:pt>
                <c:pt idx="166">
                  <c:v>1</c:v>
                </c:pt>
                <c:pt idx="167">
                  <c:v>1</c:v>
                </c:pt>
                <c:pt idx="168">
                  <c:v>1</c:v>
                </c:pt>
                <c:pt idx="169">
                  <c:v>1</c:v>
                </c:pt>
                <c:pt idx="170">
                  <c:v>1</c:v>
                </c:pt>
                <c:pt idx="171">
                  <c:v>1</c:v>
                </c:pt>
                <c:pt idx="172">
                  <c:v>1</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1</c:v>
                </c:pt>
                <c:pt idx="189">
                  <c:v>1</c:v>
                </c:pt>
                <c:pt idx="190">
                  <c:v>1</c:v>
                </c:pt>
                <c:pt idx="191">
                  <c:v>1</c:v>
                </c:pt>
                <c:pt idx="192">
                  <c:v>1</c:v>
                </c:pt>
                <c:pt idx="193">
                  <c:v>1</c:v>
                </c:pt>
                <c:pt idx="194">
                  <c:v>1</c:v>
                </c:pt>
                <c:pt idx="195">
                  <c:v>1</c:v>
                </c:pt>
                <c:pt idx="196">
                  <c:v>1</c:v>
                </c:pt>
                <c:pt idx="197">
                  <c:v>1</c:v>
                </c:pt>
                <c:pt idx="198">
                  <c:v>1</c:v>
                </c:pt>
                <c:pt idx="199">
                  <c:v>1</c:v>
                </c:pt>
                <c:pt idx="200">
                  <c:v>1</c:v>
                </c:pt>
                <c:pt idx="201">
                  <c:v>1</c:v>
                </c:pt>
                <c:pt idx="202">
                  <c:v>1</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1</c:v>
                </c:pt>
                <c:pt idx="219">
                  <c:v>1</c:v>
                </c:pt>
                <c:pt idx="220">
                  <c:v>1</c:v>
                </c:pt>
                <c:pt idx="221">
                  <c:v>1</c:v>
                </c:pt>
                <c:pt idx="222">
                  <c:v>1</c:v>
                </c:pt>
                <c:pt idx="223">
                  <c:v>1</c:v>
                </c:pt>
                <c:pt idx="224">
                  <c:v>1</c:v>
                </c:pt>
                <c:pt idx="225">
                  <c:v>1</c:v>
                </c:pt>
                <c:pt idx="226">
                  <c:v>1</c:v>
                </c:pt>
                <c:pt idx="227">
                  <c:v>1</c:v>
                </c:pt>
                <c:pt idx="228">
                  <c:v>1</c:v>
                </c:pt>
                <c:pt idx="229">
                  <c:v>1</c:v>
                </c:pt>
                <c:pt idx="230">
                  <c:v>1</c:v>
                </c:pt>
                <c:pt idx="231">
                  <c:v>1</c:v>
                </c:pt>
                <c:pt idx="232">
                  <c:v>1</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1</c:v>
                </c:pt>
                <c:pt idx="249">
                  <c:v>1</c:v>
                </c:pt>
                <c:pt idx="250">
                  <c:v>1</c:v>
                </c:pt>
                <c:pt idx="251">
                  <c:v>1</c:v>
                </c:pt>
                <c:pt idx="252">
                  <c:v>1</c:v>
                </c:pt>
                <c:pt idx="253">
                  <c:v>1</c:v>
                </c:pt>
                <c:pt idx="254">
                  <c:v>1</c:v>
                </c:pt>
                <c:pt idx="255">
                  <c:v>1</c:v>
                </c:pt>
                <c:pt idx="256">
                  <c:v>1</c:v>
                </c:pt>
                <c:pt idx="257">
                  <c:v>1</c:v>
                </c:pt>
                <c:pt idx="258">
                  <c:v>1</c:v>
                </c:pt>
                <c:pt idx="259">
                  <c:v>1</c:v>
                </c:pt>
                <c:pt idx="260">
                  <c:v>1</c:v>
                </c:pt>
                <c:pt idx="261">
                  <c:v>1</c:v>
                </c:pt>
                <c:pt idx="262">
                  <c:v>1</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1</c:v>
                </c:pt>
                <c:pt idx="279">
                  <c:v>1</c:v>
                </c:pt>
                <c:pt idx="280">
                  <c:v>1</c:v>
                </c:pt>
                <c:pt idx="281">
                  <c:v>1</c:v>
                </c:pt>
                <c:pt idx="282">
                  <c:v>1</c:v>
                </c:pt>
                <c:pt idx="283">
                  <c:v>1</c:v>
                </c:pt>
                <c:pt idx="284">
                  <c:v>1</c:v>
                </c:pt>
                <c:pt idx="285">
                  <c:v>1</c:v>
                </c:pt>
                <c:pt idx="286">
                  <c:v>1</c:v>
                </c:pt>
                <c:pt idx="287">
                  <c:v>1</c:v>
                </c:pt>
                <c:pt idx="288">
                  <c:v>1</c:v>
                </c:pt>
                <c:pt idx="289">
                  <c:v>1</c:v>
                </c:pt>
                <c:pt idx="290">
                  <c:v>1</c:v>
                </c:pt>
                <c:pt idx="291">
                  <c:v>1</c:v>
                </c:pt>
                <c:pt idx="292">
                  <c:v>1</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1</c:v>
                </c:pt>
                <c:pt idx="309">
                  <c:v>1</c:v>
                </c:pt>
                <c:pt idx="310">
                  <c:v>1</c:v>
                </c:pt>
                <c:pt idx="311">
                  <c:v>1</c:v>
                </c:pt>
                <c:pt idx="312">
                  <c:v>1</c:v>
                </c:pt>
                <c:pt idx="313">
                  <c:v>1</c:v>
                </c:pt>
                <c:pt idx="314">
                  <c:v>1</c:v>
                </c:pt>
                <c:pt idx="315">
                  <c:v>1</c:v>
                </c:pt>
                <c:pt idx="316">
                  <c:v>1</c:v>
                </c:pt>
                <c:pt idx="317">
                  <c:v>1</c:v>
                </c:pt>
                <c:pt idx="318">
                  <c:v>1</c:v>
                </c:pt>
                <c:pt idx="319">
                  <c:v>1</c:v>
                </c:pt>
                <c:pt idx="320">
                  <c:v>1</c:v>
                </c:pt>
                <c:pt idx="321">
                  <c:v>1</c:v>
                </c:pt>
                <c:pt idx="322">
                  <c:v>1</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1</c:v>
                </c:pt>
                <c:pt idx="339">
                  <c:v>1</c:v>
                </c:pt>
                <c:pt idx="340">
                  <c:v>1</c:v>
                </c:pt>
                <c:pt idx="341">
                  <c:v>1</c:v>
                </c:pt>
                <c:pt idx="342">
                  <c:v>1</c:v>
                </c:pt>
                <c:pt idx="343">
                  <c:v>1</c:v>
                </c:pt>
                <c:pt idx="344">
                  <c:v>1</c:v>
                </c:pt>
                <c:pt idx="345">
                  <c:v>1</c:v>
                </c:pt>
                <c:pt idx="346">
                  <c:v>1</c:v>
                </c:pt>
                <c:pt idx="347">
                  <c:v>1</c:v>
                </c:pt>
                <c:pt idx="348">
                  <c:v>1</c:v>
                </c:pt>
                <c:pt idx="349">
                  <c:v>1</c:v>
                </c:pt>
                <c:pt idx="350">
                  <c:v>1</c:v>
                </c:pt>
                <c:pt idx="351">
                  <c:v>1</c:v>
                </c:pt>
                <c:pt idx="352">
                  <c:v>1</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numCache>
            </c:numRef>
          </c:val>
          <c:extLst>
            <c:ext xmlns:c16="http://schemas.microsoft.com/office/drawing/2014/chart" uri="{C3380CC4-5D6E-409C-BE32-E72D297353CC}">
              <c16:uniqueId val="{00000000-9FDD-45A2-AF08-A4298CC0074A}"/>
            </c:ext>
          </c:extLst>
        </c:ser>
        <c:ser>
          <c:idx val="1"/>
          <c:order val="1"/>
          <c:tx>
            <c:strRef>
              <c:f>'https://utokai.sharepoint.com/sites/msteams_21d92e/Shared Documents/光瞳孔反射研究プロジェクト/07色の組み合わせ(減光)/02.青緑/01.実験データ/20251128髙平/[20251128.takahira_B56G15.xlsm]照射後３sごと'!$E$1:$E$2</c:f>
              <c:strCache>
                <c:ptCount val="1"/>
                <c:pt idx="0">
                  <c:v>カテゴリ 中波長光</c:v>
                </c:pt>
              </c:strCache>
            </c:strRef>
          </c:tx>
          <c:spPr>
            <a:solidFill>
              <a:srgbClr val="00B050"/>
            </a:solidFill>
            <a:ln>
              <a:noFill/>
            </a:ln>
            <a:effectLst/>
          </c:spPr>
          <c:invertIfNegative val="0"/>
          <c:val>
            <c:numRef>
              <c:f>'https://utokai.sharepoint.com/sites/msteams_21d92e/Shared Documents/光瞳孔反射研究プロジェクト/07色の組み合わせ(減光)/02.青緑/01.実験データ/20251128髙平/[20251128.takahira_B56G15.xlsm]照射後３sごと'!$E$3:$E$1113</c:f>
              <c:numCache>
                <c:formatCode>General</c:formatCode>
                <c:ptCount val="111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1</c:v>
                </c:pt>
                <c:pt idx="114">
                  <c:v>1</c:v>
                </c:pt>
                <c:pt idx="115">
                  <c:v>1</c:v>
                </c:pt>
                <c:pt idx="116">
                  <c:v>1</c:v>
                </c:pt>
                <c:pt idx="117">
                  <c:v>1</c:v>
                </c:pt>
                <c:pt idx="118">
                  <c:v>1</c:v>
                </c:pt>
                <c:pt idx="119">
                  <c:v>1</c:v>
                </c:pt>
                <c:pt idx="120">
                  <c:v>1</c:v>
                </c:pt>
                <c:pt idx="121">
                  <c:v>1</c:v>
                </c:pt>
                <c:pt idx="122">
                  <c:v>1</c:v>
                </c:pt>
                <c:pt idx="123">
                  <c:v>1</c:v>
                </c:pt>
                <c:pt idx="124">
                  <c:v>1</c:v>
                </c:pt>
                <c:pt idx="125">
                  <c:v>1</c:v>
                </c:pt>
                <c:pt idx="126">
                  <c:v>1</c:v>
                </c:pt>
                <c:pt idx="127">
                  <c:v>1</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1</c:v>
                </c:pt>
                <c:pt idx="145">
                  <c:v>1</c:v>
                </c:pt>
                <c:pt idx="146">
                  <c:v>1</c:v>
                </c:pt>
                <c:pt idx="147">
                  <c:v>1</c:v>
                </c:pt>
                <c:pt idx="148">
                  <c:v>1</c:v>
                </c:pt>
                <c:pt idx="149">
                  <c:v>1</c:v>
                </c:pt>
                <c:pt idx="150">
                  <c:v>1</c:v>
                </c:pt>
                <c:pt idx="151">
                  <c:v>1</c:v>
                </c:pt>
                <c:pt idx="152">
                  <c:v>1</c:v>
                </c:pt>
                <c:pt idx="153">
                  <c:v>1</c:v>
                </c:pt>
                <c:pt idx="154">
                  <c:v>1</c:v>
                </c:pt>
                <c:pt idx="155">
                  <c:v>1</c:v>
                </c:pt>
                <c:pt idx="156">
                  <c:v>1</c:v>
                </c:pt>
                <c:pt idx="157">
                  <c:v>1</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1</c:v>
                </c:pt>
                <c:pt idx="174">
                  <c:v>1</c:v>
                </c:pt>
                <c:pt idx="175">
                  <c:v>1</c:v>
                </c:pt>
                <c:pt idx="176">
                  <c:v>1</c:v>
                </c:pt>
                <c:pt idx="177">
                  <c:v>1</c:v>
                </c:pt>
                <c:pt idx="178">
                  <c:v>1</c:v>
                </c:pt>
                <c:pt idx="179">
                  <c:v>1</c:v>
                </c:pt>
                <c:pt idx="180">
                  <c:v>1</c:v>
                </c:pt>
                <c:pt idx="181">
                  <c:v>1</c:v>
                </c:pt>
                <c:pt idx="182">
                  <c:v>1</c:v>
                </c:pt>
                <c:pt idx="183">
                  <c:v>1</c:v>
                </c:pt>
                <c:pt idx="184">
                  <c:v>1</c:v>
                </c:pt>
                <c:pt idx="185">
                  <c:v>1</c:v>
                </c:pt>
                <c:pt idx="186">
                  <c:v>1</c:v>
                </c:pt>
                <c:pt idx="187">
                  <c:v>1</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1</c:v>
                </c:pt>
                <c:pt idx="204">
                  <c:v>1</c:v>
                </c:pt>
                <c:pt idx="205">
                  <c:v>1</c:v>
                </c:pt>
                <c:pt idx="206">
                  <c:v>1</c:v>
                </c:pt>
                <c:pt idx="207">
                  <c:v>1</c:v>
                </c:pt>
                <c:pt idx="208">
                  <c:v>1</c:v>
                </c:pt>
                <c:pt idx="209">
                  <c:v>1</c:v>
                </c:pt>
                <c:pt idx="210">
                  <c:v>1</c:v>
                </c:pt>
                <c:pt idx="211">
                  <c:v>1</c:v>
                </c:pt>
                <c:pt idx="212">
                  <c:v>1</c:v>
                </c:pt>
                <c:pt idx="213">
                  <c:v>1</c:v>
                </c:pt>
                <c:pt idx="214">
                  <c:v>1</c:v>
                </c:pt>
                <c:pt idx="215">
                  <c:v>1</c:v>
                </c:pt>
                <c:pt idx="216">
                  <c:v>1</c:v>
                </c:pt>
                <c:pt idx="217">
                  <c:v>1</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1</c:v>
                </c:pt>
                <c:pt idx="234">
                  <c:v>1</c:v>
                </c:pt>
                <c:pt idx="235">
                  <c:v>1</c:v>
                </c:pt>
                <c:pt idx="236">
                  <c:v>1</c:v>
                </c:pt>
                <c:pt idx="237">
                  <c:v>1</c:v>
                </c:pt>
                <c:pt idx="238">
                  <c:v>1</c:v>
                </c:pt>
                <c:pt idx="239">
                  <c:v>1</c:v>
                </c:pt>
                <c:pt idx="240">
                  <c:v>1</c:v>
                </c:pt>
                <c:pt idx="241">
                  <c:v>1</c:v>
                </c:pt>
                <c:pt idx="242">
                  <c:v>1</c:v>
                </c:pt>
                <c:pt idx="243">
                  <c:v>1</c:v>
                </c:pt>
                <c:pt idx="244">
                  <c:v>1</c:v>
                </c:pt>
                <c:pt idx="245">
                  <c:v>1</c:v>
                </c:pt>
                <c:pt idx="246">
                  <c:v>1</c:v>
                </c:pt>
                <c:pt idx="247">
                  <c:v>1</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1</c:v>
                </c:pt>
                <c:pt idx="264">
                  <c:v>1</c:v>
                </c:pt>
                <c:pt idx="265">
                  <c:v>1</c:v>
                </c:pt>
                <c:pt idx="266">
                  <c:v>1</c:v>
                </c:pt>
                <c:pt idx="267">
                  <c:v>1</c:v>
                </c:pt>
                <c:pt idx="268">
                  <c:v>1</c:v>
                </c:pt>
                <c:pt idx="269">
                  <c:v>1</c:v>
                </c:pt>
                <c:pt idx="270">
                  <c:v>1</c:v>
                </c:pt>
                <c:pt idx="271">
                  <c:v>1</c:v>
                </c:pt>
                <c:pt idx="272">
                  <c:v>1</c:v>
                </c:pt>
                <c:pt idx="273">
                  <c:v>1</c:v>
                </c:pt>
                <c:pt idx="274">
                  <c:v>1</c:v>
                </c:pt>
                <c:pt idx="275">
                  <c:v>1</c:v>
                </c:pt>
                <c:pt idx="276">
                  <c:v>1</c:v>
                </c:pt>
                <c:pt idx="277">
                  <c:v>1</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1</c:v>
                </c:pt>
                <c:pt idx="294">
                  <c:v>1</c:v>
                </c:pt>
                <c:pt idx="295">
                  <c:v>1</c:v>
                </c:pt>
                <c:pt idx="296">
                  <c:v>1</c:v>
                </c:pt>
                <c:pt idx="297">
                  <c:v>1</c:v>
                </c:pt>
                <c:pt idx="298">
                  <c:v>1</c:v>
                </c:pt>
                <c:pt idx="299">
                  <c:v>1</c:v>
                </c:pt>
                <c:pt idx="300">
                  <c:v>1</c:v>
                </c:pt>
                <c:pt idx="301">
                  <c:v>1</c:v>
                </c:pt>
                <c:pt idx="302">
                  <c:v>1</c:v>
                </c:pt>
                <c:pt idx="303">
                  <c:v>1</c:v>
                </c:pt>
                <c:pt idx="304">
                  <c:v>1</c:v>
                </c:pt>
                <c:pt idx="305">
                  <c:v>1</c:v>
                </c:pt>
                <c:pt idx="306">
                  <c:v>1</c:v>
                </c:pt>
                <c:pt idx="307">
                  <c:v>1</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1</c:v>
                </c:pt>
                <c:pt idx="324">
                  <c:v>1</c:v>
                </c:pt>
                <c:pt idx="325">
                  <c:v>1</c:v>
                </c:pt>
                <c:pt idx="326">
                  <c:v>1</c:v>
                </c:pt>
                <c:pt idx="327">
                  <c:v>1</c:v>
                </c:pt>
                <c:pt idx="328">
                  <c:v>1</c:v>
                </c:pt>
                <c:pt idx="329">
                  <c:v>1</c:v>
                </c:pt>
                <c:pt idx="330">
                  <c:v>1</c:v>
                </c:pt>
                <c:pt idx="331">
                  <c:v>1</c:v>
                </c:pt>
                <c:pt idx="332">
                  <c:v>1</c:v>
                </c:pt>
                <c:pt idx="333">
                  <c:v>1</c:v>
                </c:pt>
                <c:pt idx="334">
                  <c:v>1</c:v>
                </c:pt>
                <c:pt idx="335">
                  <c:v>1</c:v>
                </c:pt>
                <c:pt idx="336">
                  <c:v>1</c:v>
                </c:pt>
                <c:pt idx="337">
                  <c:v>1</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1</c:v>
                </c:pt>
                <c:pt idx="354">
                  <c:v>1</c:v>
                </c:pt>
                <c:pt idx="355">
                  <c:v>1</c:v>
                </c:pt>
                <c:pt idx="356">
                  <c:v>1</c:v>
                </c:pt>
                <c:pt idx="357">
                  <c:v>1</c:v>
                </c:pt>
                <c:pt idx="358">
                  <c:v>1</c:v>
                </c:pt>
                <c:pt idx="359">
                  <c:v>1</c:v>
                </c:pt>
                <c:pt idx="360">
                  <c:v>1</c:v>
                </c:pt>
                <c:pt idx="361">
                  <c:v>1</c:v>
                </c:pt>
                <c:pt idx="362">
                  <c:v>1</c:v>
                </c:pt>
                <c:pt idx="363">
                  <c:v>1</c:v>
                </c:pt>
                <c:pt idx="364">
                  <c:v>1</c:v>
                </c:pt>
                <c:pt idx="365">
                  <c:v>1</c:v>
                </c:pt>
                <c:pt idx="366">
                  <c:v>1</c:v>
                </c:pt>
                <c:pt idx="367">
                  <c:v>1</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numCache>
            </c:numRef>
          </c:val>
          <c:extLst>
            <c:ext xmlns:c16="http://schemas.microsoft.com/office/drawing/2014/chart" uri="{C3380CC4-5D6E-409C-BE32-E72D297353CC}">
              <c16:uniqueId val="{00000001-9FDD-45A2-AF08-A4298CC0074A}"/>
            </c:ext>
          </c:extLst>
        </c:ser>
        <c:dLbls>
          <c:showLegendKey val="0"/>
          <c:showVal val="0"/>
          <c:showCatName val="0"/>
          <c:showSerName val="0"/>
          <c:showPercent val="0"/>
          <c:showBubbleSize val="0"/>
        </c:dLbls>
        <c:gapWidth val="150"/>
        <c:axId val="949766512"/>
        <c:axId val="949766032"/>
      </c:barChart>
      <c:lineChart>
        <c:grouping val="standard"/>
        <c:varyColors val="0"/>
        <c:ser>
          <c:idx val="2"/>
          <c:order val="2"/>
          <c:tx>
            <c:strRef>
              <c:f>'https://utokai.sharepoint.com/sites/msteams_21d92e/Shared Documents/光瞳孔反射研究プロジェクト/07色の組み合わせ(減光)/02.青緑/01.実験データ/20251128髙平/[20251128.takahira_B56G15.xlsm]照射後３sごと'!$F$1:$F$2</c:f>
              <c:strCache>
                <c:ptCount val="1"/>
                <c:pt idx="0">
                  <c:v>瞳孔面積 [dot]</c:v>
                </c:pt>
              </c:strCache>
            </c:strRef>
          </c:tx>
          <c:spPr>
            <a:ln w="28575" cap="rnd">
              <a:solidFill>
                <a:schemeClr val="accent2">
                  <a:lumMod val="60000"/>
                  <a:lumOff val="40000"/>
                </a:schemeClr>
              </a:solidFill>
              <a:round/>
            </a:ln>
            <a:effectLst/>
          </c:spPr>
          <c:marker>
            <c:symbol val="none"/>
          </c:marker>
          <c:cat>
            <c:numRef>
              <c:f>'https://utokai.sharepoint.com/sites/msteams_21d92e/Shared Documents/光瞳孔反射研究プロジェクト/07色の組み合わせ(減光)/02.青緑/01.実験データ/20251128髙平/[20251128.takahira_B56G15.xlsm]照射後３sごと'!$B$3:$B$1103</c:f>
              <c:numCache>
                <c:formatCode>General</c:formatCode>
                <c:ptCount val="1101"/>
                <c:pt idx="0">
                  <c:v>97</c:v>
                </c:pt>
                <c:pt idx="1">
                  <c:v>130</c:v>
                </c:pt>
                <c:pt idx="2">
                  <c:v>163</c:v>
                </c:pt>
                <c:pt idx="3">
                  <c:v>197</c:v>
                </c:pt>
                <c:pt idx="4">
                  <c:v>230</c:v>
                </c:pt>
                <c:pt idx="5">
                  <c:v>263</c:v>
                </c:pt>
                <c:pt idx="6">
                  <c:v>297</c:v>
                </c:pt>
                <c:pt idx="7">
                  <c:v>330</c:v>
                </c:pt>
                <c:pt idx="8">
                  <c:v>363</c:v>
                </c:pt>
                <c:pt idx="9">
                  <c:v>397</c:v>
                </c:pt>
                <c:pt idx="10">
                  <c:v>430</c:v>
                </c:pt>
                <c:pt idx="11">
                  <c:v>463</c:v>
                </c:pt>
                <c:pt idx="12">
                  <c:v>497</c:v>
                </c:pt>
                <c:pt idx="13">
                  <c:v>530</c:v>
                </c:pt>
                <c:pt idx="14">
                  <c:v>563</c:v>
                </c:pt>
                <c:pt idx="15">
                  <c:v>597</c:v>
                </c:pt>
                <c:pt idx="16">
                  <c:v>630</c:v>
                </c:pt>
                <c:pt idx="17">
                  <c:v>663</c:v>
                </c:pt>
                <c:pt idx="18">
                  <c:v>697</c:v>
                </c:pt>
                <c:pt idx="19">
                  <c:v>730</c:v>
                </c:pt>
                <c:pt idx="20">
                  <c:v>763</c:v>
                </c:pt>
                <c:pt idx="21">
                  <c:v>797</c:v>
                </c:pt>
                <c:pt idx="22">
                  <c:v>830</c:v>
                </c:pt>
                <c:pt idx="23">
                  <c:v>863</c:v>
                </c:pt>
                <c:pt idx="24">
                  <c:v>897</c:v>
                </c:pt>
                <c:pt idx="25">
                  <c:v>930</c:v>
                </c:pt>
                <c:pt idx="26">
                  <c:v>963</c:v>
                </c:pt>
                <c:pt idx="27">
                  <c:v>997</c:v>
                </c:pt>
                <c:pt idx="28">
                  <c:v>1030</c:v>
                </c:pt>
                <c:pt idx="29">
                  <c:v>1063</c:v>
                </c:pt>
                <c:pt idx="30">
                  <c:v>1097</c:v>
                </c:pt>
                <c:pt idx="31">
                  <c:v>1130</c:v>
                </c:pt>
                <c:pt idx="32">
                  <c:v>1163</c:v>
                </c:pt>
                <c:pt idx="33">
                  <c:v>1197</c:v>
                </c:pt>
                <c:pt idx="34">
                  <c:v>1230</c:v>
                </c:pt>
                <c:pt idx="35">
                  <c:v>1263</c:v>
                </c:pt>
                <c:pt idx="36">
                  <c:v>1297</c:v>
                </c:pt>
                <c:pt idx="37">
                  <c:v>1330</c:v>
                </c:pt>
                <c:pt idx="38">
                  <c:v>1363</c:v>
                </c:pt>
                <c:pt idx="39">
                  <c:v>1397</c:v>
                </c:pt>
                <c:pt idx="40">
                  <c:v>1430</c:v>
                </c:pt>
                <c:pt idx="41">
                  <c:v>1463</c:v>
                </c:pt>
                <c:pt idx="42">
                  <c:v>1497</c:v>
                </c:pt>
                <c:pt idx="43">
                  <c:v>1530</c:v>
                </c:pt>
                <c:pt idx="44">
                  <c:v>1563</c:v>
                </c:pt>
                <c:pt idx="45">
                  <c:v>1597</c:v>
                </c:pt>
                <c:pt idx="46">
                  <c:v>1630</c:v>
                </c:pt>
                <c:pt idx="47">
                  <c:v>1663</c:v>
                </c:pt>
                <c:pt idx="48">
                  <c:v>1697</c:v>
                </c:pt>
                <c:pt idx="49">
                  <c:v>1730</c:v>
                </c:pt>
                <c:pt idx="50">
                  <c:v>1763</c:v>
                </c:pt>
                <c:pt idx="51">
                  <c:v>1797</c:v>
                </c:pt>
                <c:pt idx="52">
                  <c:v>1830</c:v>
                </c:pt>
                <c:pt idx="53">
                  <c:v>1863</c:v>
                </c:pt>
                <c:pt idx="54">
                  <c:v>1897</c:v>
                </c:pt>
                <c:pt idx="55">
                  <c:v>1930</c:v>
                </c:pt>
                <c:pt idx="56">
                  <c:v>1963</c:v>
                </c:pt>
                <c:pt idx="57">
                  <c:v>1997</c:v>
                </c:pt>
                <c:pt idx="58">
                  <c:v>2030</c:v>
                </c:pt>
                <c:pt idx="59">
                  <c:v>2063</c:v>
                </c:pt>
                <c:pt idx="60">
                  <c:v>2097</c:v>
                </c:pt>
                <c:pt idx="61">
                  <c:v>2130</c:v>
                </c:pt>
                <c:pt idx="62">
                  <c:v>2163</c:v>
                </c:pt>
                <c:pt idx="63">
                  <c:v>2197</c:v>
                </c:pt>
                <c:pt idx="64">
                  <c:v>2230</c:v>
                </c:pt>
                <c:pt idx="65">
                  <c:v>2263</c:v>
                </c:pt>
                <c:pt idx="66">
                  <c:v>2297</c:v>
                </c:pt>
                <c:pt idx="67">
                  <c:v>2330</c:v>
                </c:pt>
                <c:pt idx="68">
                  <c:v>2363</c:v>
                </c:pt>
                <c:pt idx="69">
                  <c:v>2397</c:v>
                </c:pt>
                <c:pt idx="70">
                  <c:v>2430</c:v>
                </c:pt>
                <c:pt idx="71">
                  <c:v>2463</c:v>
                </c:pt>
                <c:pt idx="72">
                  <c:v>2497</c:v>
                </c:pt>
                <c:pt idx="73">
                  <c:v>2530</c:v>
                </c:pt>
                <c:pt idx="74">
                  <c:v>2563</c:v>
                </c:pt>
                <c:pt idx="75">
                  <c:v>2597</c:v>
                </c:pt>
                <c:pt idx="76">
                  <c:v>2630</c:v>
                </c:pt>
                <c:pt idx="77">
                  <c:v>2663</c:v>
                </c:pt>
                <c:pt idx="78">
                  <c:v>2697</c:v>
                </c:pt>
                <c:pt idx="79">
                  <c:v>2730</c:v>
                </c:pt>
                <c:pt idx="80">
                  <c:v>2763</c:v>
                </c:pt>
                <c:pt idx="81">
                  <c:v>2797</c:v>
                </c:pt>
                <c:pt idx="82">
                  <c:v>2830</c:v>
                </c:pt>
                <c:pt idx="83">
                  <c:v>2863</c:v>
                </c:pt>
                <c:pt idx="84">
                  <c:v>2897</c:v>
                </c:pt>
                <c:pt idx="85">
                  <c:v>2930</c:v>
                </c:pt>
                <c:pt idx="86">
                  <c:v>2963</c:v>
                </c:pt>
                <c:pt idx="87">
                  <c:v>2997</c:v>
                </c:pt>
                <c:pt idx="88">
                  <c:v>3030</c:v>
                </c:pt>
                <c:pt idx="89">
                  <c:v>3063</c:v>
                </c:pt>
                <c:pt idx="90">
                  <c:v>3097</c:v>
                </c:pt>
                <c:pt idx="91">
                  <c:v>3130</c:v>
                </c:pt>
                <c:pt idx="92">
                  <c:v>3163</c:v>
                </c:pt>
                <c:pt idx="93">
                  <c:v>3197</c:v>
                </c:pt>
                <c:pt idx="94">
                  <c:v>3230</c:v>
                </c:pt>
                <c:pt idx="95">
                  <c:v>3263</c:v>
                </c:pt>
                <c:pt idx="96">
                  <c:v>3297</c:v>
                </c:pt>
                <c:pt idx="97">
                  <c:v>3330</c:v>
                </c:pt>
                <c:pt idx="98">
                  <c:v>3363</c:v>
                </c:pt>
                <c:pt idx="99">
                  <c:v>3397</c:v>
                </c:pt>
                <c:pt idx="100">
                  <c:v>3430</c:v>
                </c:pt>
                <c:pt idx="101">
                  <c:v>3463</c:v>
                </c:pt>
                <c:pt idx="102">
                  <c:v>3497</c:v>
                </c:pt>
                <c:pt idx="103">
                  <c:v>3530</c:v>
                </c:pt>
                <c:pt idx="104">
                  <c:v>3563</c:v>
                </c:pt>
                <c:pt idx="105">
                  <c:v>3597</c:v>
                </c:pt>
                <c:pt idx="106">
                  <c:v>3630</c:v>
                </c:pt>
                <c:pt idx="107">
                  <c:v>3663</c:v>
                </c:pt>
                <c:pt idx="108">
                  <c:v>3697</c:v>
                </c:pt>
                <c:pt idx="109">
                  <c:v>3730</c:v>
                </c:pt>
                <c:pt idx="110">
                  <c:v>3763</c:v>
                </c:pt>
                <c:pt idx="111">
                  <c:v>3797</c:v>
                </c:pt>
                <c:pt idx="112">
                  <c:v>3830</c:v>
                </c:pt>
                <c:pt idx="113">
                  <c:v>3863</c:v>
                </c:pt>
                <c:pt idx="114">
                  <c:v>3897</c:v>
                </c:pt>
                <c:pt idx="115">
                  <c:v>3930</c:v>
                </c:pt>
                <c:pt idx="116">
                  <c:v>3963</c:v>
                </c:pt>
                <c:pt idx="117">
                  <c:v>3997</c:v>
                </c:pt>
                <c:pt idx="118">
                  <c:v>4030</c:v>
                </c:pt>
                <c:pt idx="119">
                  <c:v>4063</c:v>
                </c:pt>
                <c:pt idx="120">
                  <c:v>4097</c:v>
                </c:pt>
                <c:pt idx="121">
                  <c:v>4130</c:v>
                </c:pt>
                <c:pt idx="122">
                  <c:v>4163</c:v>
                </c:pt>
                <c:pt idx="123">
                  <c:v>4197</c:v>
                </c:pt>
                <c:pt idx="124">
                  <c:v>4230</c:v>
                </c:pt>
                <c:pt idx="125">
                  <c:v>4263</c:v>
                </c:pt>
                <c:pt idx="126">
                  <c:v>4297</c:v>
                </c:pt>
                <c:pt idx="127">
                  <c:v>4330</c:v>
                </c:pt>
                <c:pt idx="128">
                  <c:v>4363</c:v>
                </c:pt>
                <c:pt idx="129">
                  <c:v>4397</c:v>
                </c:pt>
                <c:pt idx="130">
                  <c:v>4430</c:v>
                </c:pt>
                <c:pt idx="131">
                  <c:v>4463</c:v>
                </c:pt>
                <c:pt idx="132">
                  <c:v>4497</c:v>
                </c:pt>
                <c:pt idx="133">
                  <c:v>4530</c:v>
                </c:pt>
                <c:pt idx="134">
                  <c:v>4563</c:v>
                </c:pt>
                <c:pt idx="135">
                  <c:v>4597</c:v>
                </c:pt>
                <c:pt idx="136">
                  <c:v>4630</c:v>
                </c:pt>
                <c:pt idx="137">
                  <c:v>4663</c:v>
                </c:pt>
                <c:pt idx="138">
                  <c:v>4697</c:v>
                </c:pt>
                <c:pt idx="139">
                  <c:v>4730</c:v>
                </c:pt>
                <c:pt idx="140">
                  <c:v>4763</c:v>
                </c:pt>
                <c:pt idx="141">
                  <c:v>4797</c:v>
                </c:pt>
                <c:pt idx="142">
                  <c:v>4830</c:v>
                </c:pt>
                <c:pt idx="143">
                  <c:v>4863</c:v>
                </c:pt>
                <c:pt idx="144">
                  <c:v>4897</c:v>
                </c:pt>
                <c:pt idx="145">
                  <c:v>4930</c:v>
                </c:pt>
                <c:pt idx="146">
                  <c:v>4963</c:v>
                </c:pt>
                <c:pt idx="147">
                  <c:v>4997</c:v>
                </c:pt>
                <c:pt idx="148">
                  <c:v>5030</c:v>
                </c:pt>
                <c:pt idx="149">
                  <c:v>5063</c:v>
                </c:pt>
                <c:pt idx="150">
                  <c:v>5097</c:v>
                </c:pt>
                <c:pt idx="151">
                  <c:v>5130</c:v>
                </c:pt>
                <c:pt idx="152">
                  <c:v>5163</c:v>
                </c:pt>
                <c:pt idx="153">
                  <c:v>5197</c:v>
                </c:pt>
                <c:pt idx="154">
                  <c:v>5230</c:v>
                </c:pt>
                <c:pt idx="155">
                  <c:v>5263</c:v>
                </c:pt>
                <c:pt idx="156">
                  <c:v>5297</c:v>
                </c:pt>
                <c:pt idx="157">
                  <c:v>5330</c:v>
                </c:pt>
                <c:pt idx="158">
                  <c:v>5363</c:v>
                </c:pt>
                <c:pt idx="159">
                  <c:v>5397</c:v>
                </c:pt>
                <c:pt idx="160">
                  <c:v>5430</c:v>
                </c:pt>
                <c:pt idx="161">
                  <c:v>5463</c:v>
                </c:pt>
                <c:pt idx="162">
                  <c:v>5497</c:v>
                </c:pt>
                <c:pt idx="163">
                  <c:v>5530</c:v>
                </c:pt>
                <c:pt idx="164">
                  <c:v>5563</c:v>
                </c:pt>
                <c:pt idx="165">
                  <c:v>5597</c:v>
                </c:pt>
                <c:pt idx="166">
                  <c:v>5630</c:v>
                </c:pt>
                <c:pt idx="167">
                  <c:v>5663</c:v>
                </c:pt>
                <c:pt idx="168">
                  <c:v>5697</c:v>
                </c:pt>
                <c:pt idx="169">
                  <c:v>5730</c:v>
                </c:pt>
                <c:pt idx="170">
                  <c:v>5763</c:v>
                </c:pt>
                <c:pt idx="171">
                  <c:v>5797</c:v>
                </c:pt>
                <c:pt idx="172">
                  <c:v>5830</c:v>
                </c:pt>
                <c:pt idx="173">
                  <c:v>5863</c:v>
                </c:pt>
                <c:pt idx="174">
                  <c:v>5897</c:v>
                </c:pt>
                <c:pt idx="175">
                  <c:v>5930</c:v>
                </c:pt>
                <c:pt idx="176">
                  <c:v>5963</c:v>
                </c:pt>
                <c:pt idx="177">
                  <c:v>5997</c:v>
                </c:pt>
                <c:pt idx="178">
                  <c:v>6030</c:v>
                </c:pt>
                <c:pt idx="179">
                  <c:v>6063</c:v>
                </c:pt>
                <c:pt idx="180">
                  <c:v>6097</c:v>
                </c:pt>
                <c:pt idx="181">
                  <c:v>6130</c:v>
                </c:pt>
                <c:pt idx="182">
                  <c:v>6163</c:v>
                </c:pt>
                <c:pt idx="183">
                  <c:v>6197</c:v>
                </c:pt>
                <c:pt idx="184">
                  <c:v>6230</c:v>
                </c:pt>
                <c:pt idx="185">
                  <c:v>6263</c:v>
                </c:pt>
                <c:pt idx="186">
                  <c:v>6297</c:v>
                </c:pt>
                <c:pt idx="187">
                  <c:v>6330</c:v>
                </c:pt>
                <c:pt idx="188">
                  <c:v>6363</c:v>
                </c:pt>
                <c:pt idx="189">
                  <c:v>6397</c:v>
                </c:pt>
                <c:pt idx="190">
                  <c:v>6430</c:v>
                </c:pt>
                <c:pt idx="191">
                  <c:v>6463</c:v>
                </c:pt>
                <c:pt idx="192">
                  <c:v>6497</c:v>
                </c:pt>
                <c:pt idx="193">
                  <c:v>6530</c:v>
                </c:pt>
                <c:pt idx="194">
                  <c:v>6563</c:v>
                </c:pt>
                <c:pt idx="195">
                  <c:v>6597</c:v>
                </c:pt>
                <c:pt idx="196">
                  <c:v>6630</c:v>
                </c:pt>
                <c:pt idx="197">
                  <c:v>6663</c:v>
                </c:pt>
                <c:pt idx="198">
                  <c:v>6697</c:v>
                </c:pt>
                <c:pt idx="199">
                  <c:v>6730</c:v>
                </c:pt>
                <c:pt idx="200">
                  <c:v>6763</c:v>
                </c:pt>
                <c:pt idx="201">
                  <c:v>6797</c:v>
                </c:pt>
                <c:pt idx="202">
                  <c:v>6830</c:v>
                </c:pt>
                <c:pt idx="203">
                  <c:v>6863</c:v>
                </c:pt>
                <c:pt idx="204">
                  <c:v>6897</c:v>
                </c:pt>
                <c:pt idx="205">
                  <c:v>6930</c:v>
                </c:pt>
                <c:pt idx="206">
                  <c:v>6963</c:v>
                </c:pt>
                <c:pt idx="207">
                  <c:v>6997</c:v>
                </c:pt>
                <c:pt idx="208">
                  <c:v>7030</c:v>
                </c:pt>
                <c:pt idx="209">
                  <c:v>7063</c:v>
                </c:pt>
                <c:pt idx="210">
                  <c:v>7097</c:v>
                </c:pt>
                <c:pt idx="211">
                  <c:v>7130</c:v>
                </c:pt>
                <c:pt idx="212">
                  <c:v>7163</c:v>
                </c:pt>
                <c:pt idx="213">
                  <c:v>7197</c:v>
                </c:pt>
                <c:pt idx="214">
                  <c:v>7230</c:v>
                </c:pt>
                <c:pt idx="215">
                  <c:v>7263</c:v>
                </c:pt>
                <c:pt idx="216">
                  <c:v>7297</c:v>
                </c:pt>
                <c:pt idx="217">
                  <c:v>7330</c:v>
                </c:pt>
                <c:pt idx="218">
                  <c:v>7363</c:v>
                </c:pt>
                <c:pt idx="219">
                  <c:v>7397</c:v>
                </c:pt>
                <c:pt idx="220">
                  <c:v>7430</c:v>
                </c:pt>
                <c:pt idx="221">
                  <c:v>7463</c:v>
                </c:pt>
                <c:pt idx="222">
                  <c:v>7497</c:v>
                </c:pt>
                <c:pt idx="223">
                  <c:v>7530</c:v>
                </c:pt>
                <c:pt idx="224">
                  <c:v>7563</c:v>
                </c:pt>
                <c:pt idx="225">
                  <c:v>7597</c:v>
                </c:pt>
                <c:pt idx="226">
                  <c:v>7630</c:v>
                </c:pt>
                <c:pt idx="227">
                  <c:v>7663</c:v>
                </c:pt>
                <c:pt idx="228">
                  <c:v>7697</c:v>
                </c:pt>
                <c:pt idx="229">
                  <c:v>7730</c:v>
                </c:pt>
                <c:pt idx="230">
                  <c:v>7763</c:v>
                </c:pt>
                <c:pt idx="231">
                  <c:v>7797</c:v>
                </c:pt>
                <c:pt idx="232">
                  <c:v>7830</c:v>
                </c:pt>
                <c:pt idx="233">
                  <c:v>7863</c:v>
                </c:pt>
                <c:pt idx="234">
                  <c:v>7897</c:v>
                </c:pt>
                <c:pt idx="235">
                  <c:v>7930</c:v>
                </c:pt>
                <c:pt idx="236">
                  <c:v>7963</c:v>
                </c:pt>
                <c:pt idx="237">
                  <c:v>7997</c:v>
                </c:pt>
                <c:pt idx="238">
                  <c:v>8030</c:v>
                </c:pt>
                <c:pt idx="239">
                  <c:v>8063</c:v>
                </c:pt>
                <c:pt idx="240">
                  <c:v>8097</c:v>
                </c:pt>
                <c:pt idx="241">
                  <c:v>8130</c:v>
                </c:pt>
                <c:pt idx="242">
                  <c:v>8163</c:v>
                </c:pt>
                <c:pt idx="243">
                  <c:v>8197</c:v>
                </c:pt>
                <c:pt idx="244">
                  <c:v>8230</c:v>
                </c:pt>
                <c:pt idx="245">
                  <c:v>8263</c:v>
                </c:pt>
                <c:pt idx="246">
                  <c:v>8297</c:v>
                </c:pt>
                <c:pt idx="247">
                  <c:v>8330</c:v>
                </c:pt>
                <c:pt idx="248">
                  <c:v>8363</c:v>
                </c:pt>
                <c:pt idx="249">
                  <c:v>8397</c:v>
                </c:pt>
                <c:pt idx="250">
                  <c:v>8430</c:v>
                </c:pt>
                <c:pt idx="251">
                  <c:v>8463</c:v>
                </c:pt>
                <c:pt idx="252">
                  <c:v>8497</c:v>
                </c:pt>
                <c:pt idx="253">
                  <c:v>8530</c:v>
                </c:pt>
                <c:pt idx="254">
                  <c:v>8563</c:v>
                </c:pt>
                <c:pt idx="255">
                  <c:v>8597</c:v>
                </c:pt>
                <c:pt idx="256">
                  <c:v>8630</c:v>
                </c:pt>
                <c:pt idx="257">
                  <c:v>8663</c:v>
                </c:pt>
                <c:pt idx="258">
                  <c:v>8697</c:v>
                </c:pt>
                <c:pt idx="259">
                  <c:v>8730</c:v>
                </c:pt>
                <c:pt idx="260">
                  <c:v>8763</c:v>
                </c:pt>
                <c:pt idx="261">
                  <c:v>8797</c:v>
                </c:pt>
                <c:pt idx="262">
                  <c:v>8830</c:v>
                </c:pt>
                <c:pt idx="263">
                  <c:v>8863</c:v>
                </c:pt>
                <c:pt idx="264">
                  <c:v>8897</c:v>
                </c:pt>
                <c:pt idx="265">
                  <c:v>8930</c:v>
                </c:pt>
                <c:pt idx="266">
                  <c:v>8963</c:v>
                </c:pt>
                <c:pt idx="267">
                  <c:v>8997</c:v>
                </c:pt>
                <c:pt idx="268">
                  <c:v>9030</c:v>
                </c:pt>
                <c:pt idx="269">
                  <c:v>9063</c:v>
                </c:pt>
                <c:pt idx="270">
                  <c:v>9097</c:v>
                </c:pt>
                <c:pt idx="271">
                  <c:v>9130</c:v>
                </c:pt>
                <c:pt idx="272">
                  <c:v>9163</c:v>
                </c:pt>
                <c:pt idx="273">
                  <c:v>9197</c:v>
                </c:pt>
                <c:pt idx="274">
                  <c:v>9230</c:v>
                </c:pt>
                <c:pt idx="275">
                  <c:v>9263</c:v>
                </c:pt>
                <c:pt idx="276">
                  <c:v>9297</c:v>
                </c:pt>
                <c:pt idx="277">
                  <c:v>9330</c:v>
                </c:pt>
                <c:pt idx="278">
                  <c:v>9363</c:v>
                </c:pt>
                <c:pt idx="279">
                  <c:v>9397</c:v>
                </c:pt>
                <c:pt idx="280">
                  <c:v>9430</c:v>
                </c:pt>
                <c:pt idx="281">
                  <c:v>9463</c:v>
                </c:pt>
                <c:pt idx="282">
                  <c:v>9497</c:v>
                </c:pt>
                <c:pt idx="283">
                  <c:v>9530</c:v>
                </c:pt>
                <c:pt idx="284">
                  <c:v>9564</c:v>
                </c:pt>
                <c:pt idx="285">
                  <c:v>9597</c:v>
                </c:pt>
                <c:pt idx="286">
                  <c:v>9630</c:v>
                </c:pt>
                <c:pt idx="287">
                  <c:v>9664</c:v>
                </c:pt>
                <c:pt idx="288">
                  <c:v>9697</c:v>
                </c:pt>
                <c:pt idx="289">
                  <c:v>9730</c:v>
                </c:pt>
                <c:pt idx="290">
                  <c:v>9764</c:v>
                </c:pt>
                <c:pt idx="291">
                  <c:v>9797</c:v>
                </c:pt>
                <c:pt idx="292">
                  <c:v>9830</c:v>
                </c:pt>
                <c:pt idx="293">
                  <c:v>9864</c:v>
                </c:pt>
                <c:pt idx="294">
                  <c:v>9897</c:v>
                </c:pt>
                <c:pt idx="295">
                  <c:v>9930</c:v>
                </c:pt>
                <c:pt idx="296">
                  <c:v>9964</c:v>
                </c:pt>
                <c:pt idx="297">
                  <c:v>9997</c:v>
                </c:pt>
                <c:pt idx="298">
                  <c:v>10030</c:v>
                </c:pt>
                <c:pt idx="299">
                  <c:v>10064</c:v>
                </c:pt>
                <c:pt idx="300">
                  <c:v>10097</c:v>
                </c:pt>
                <c:pt idx="301">
                  <c:v>10130</c:v>
                </c:pt>
                <c:pt idx="302">
                  <c:v>10164</c:v>
                </c:pt>
                <c:pt idx="303">
                  <c:v>10197</c:v>
                </c:pt>
                <c:pt idx="304">
                  <c:v>10230</c:v>
                </c:pt>
                <c:pt idx="305">
                  <c:v>10264</c:v>
                </c:pt>
                <c:pt idx="306">
                  <c:v>10297</c:v>
                </c:pt>
                <c:pt idx="307">
                  <c:v>10330</c:v>
                </c:pt>
                <c:pt idx="308">
                  <c:v>10364</c:v>
                </c:pt>
                <c:pt idx="309">
                  <c:v>10397</c:v>
                </c:pt>
                <c:pt idx="310">
                  <c:v>10430</c:v>
                </c:pt>
                <c:pt idx="311">
                  <c:v>10464</c:v>
                </c:pt>
                <c:pt idx="312">
                  <c:v>10497</c:v>
                </c:pt>
                <c:pt idx="313">
                  <c:v>10530</c:v>
                </c:pt>
                <c:pt idx="314">
                  <c:v>10564</c:v>
                </c:pt>
                <c:pt idx="315">
                  <c:v>10597</c:v>
                </c:pt>
                <c:pt idx="316">
                  <c:v>10630</c:v>
                </c:pt>
                <c:pt idx="317">
                  <c:v>10664</c:v>
                </c:pt>
                <c:pt idx="318">
                  <c:v>10697</c:v>
                </c:pt>
                <c:pt idx="319">
                  <c:v>10730</c:v>
                </c:pt>
                <c:pt idx="320">
                  <c:v>10764</c:v>
                </c:pt>
                <c:pt idx="321">
                  <c:v>10797</c:v>
                </c:pt>
                <c:pt idx="322">
                  <c:v>10830</c:v>
                </c:pt>
                <c:pt idx="323">
                  <c:v>10864</c:v>
                </c:pt>
                <c:pt idx="324">
                  <c:v>10897</c:v>
                </c:pt>
                <c:pt idx="325">
                  <c:v>10930</c:v>
                </c:pt>
                <c:pt idx="326">
                  <c:v>10964</c:v>
                </c:pt>
                <c:pt idx="327">
                  <c:v>10997</c:v>
                </c:pt>
                <c:pt idx="328">
                  <c:v>11030</c:v>
                </c:pt>
                <c:pt idx="329">
                  <c:v>11064</c:v>
                </c:pt>
                <c:pt idx="330">
                  <c:v>11097</c:v>
                </c:pt>
                <c:pt idx="331">
                  <c:v>11130</c:v>
                </c:pt>
                <c:pt idx="332">
                  <c:v>11164</c:v>
                </c:pt>
                <c:pt idx="333">
                  <c:v>11197</c:v>
                </c:pt>
                <c:pt idx="334">
                  <c:v>11230</c:v>
                </c:pt>
                <c:pt idx="335">
                  <c:v>11264</c:v>
                </c:pt>
                <c:pt idx="336">
                  <c:v>11297</c:v>
                </c:pt>
                <c:pt idx="337">
                  <c:v>11330</c:v>
                </c:pt>
                <c:pt idx="338">
                  <c:v>11364</c:v>
                </c:pt>
                <c:pt idx="339">
                  <c:v>11397</c:v>
                </c:pt>
                <c:pt idx="340">
                  <c:v>11430</c:v>
                </c:pt>
                <c:pt idx="341">
                  <c:v>11464</c:v>
                </c:pt>
                <c:pt idx="342">
                  <c:v>11497</c:v>
                </c:pt>
                <c:pt idx="343">
                  <c:v>11530</c:v>
                </c:pt>
                <c:pt idx="344">
                  <c:v>11564</c:v>
                </c:pt>
                <c:pt idx="345">
                  <c:v>11597</c:v>
                </c:pt>
                <c:pt idx="346">
                  <c:v>11630</c:v>
                </c:pt>
                <c:pt idx="347">
                  <c:v>11664</c:v>
                </c:pt>
                <c:pt idx="348">
                  <c:v>11697</c:v>
                </c:pt>
                <c:pt idx="349">
                  <c:v>11730</c:v>
                </c:pt>
                <c:pt idx="350">
                  <c:v>11764</c:v>
                </c:pt>
                <c:pt idx="351">
                  <c:v>11797</c:v>
                </c:pt>
                <c:pt idx="352">
                  <c:v>11830</c:v>
                </c:pt>
                <c:pt idx="353">
                  <c:v>11864</c:v>
                </c:pt>
                <c:pt idx="354">
                  <c:v>11897</c:v>
                </c:pt>
                <c:pt idx="355">
                  <c:v>11930</c:v>
                </c:pt>
                <c:pt idx="356">
                  <c:v>11964</c:v>
                </c:pt>
                <c:pt idx="357">
                  <c:v>11997</c:v>
                </c:pt>
                <c:pt idx="358">
                  <c:v>12030</c:v>
                </c:pt>
                <c:pt idx="359">
                  <c:v>12064</c:v>
                </c:pt>
                <c:pt idx="360">
                  <c:v>12097</c:v>
                </c:pt>
                <c:pt idx="361">
                  <c:v>12130</c:v>
                </c:pt>
                <c:pt idx="362">
                  <c:v>12164</c:v>
                </c:pt>
                <c:pt idx="363">
                  <c:v>12197</c:v>
                </c:pt>
                <c:pt idx="364">
                  <c:v>12230</c:v>
                </c:pt>
                <c:pt idx="365">
                  <c:v>12264</c:v>
                </c:pt>
                <c:pt idx="366">
                  <c:v>12297</c:v>
                </c:pt>
                <c:pt idx="367">
                  <c:v>12330</c:v>
                </c:pt>
                <c:pt idx="368">
                  <c:v>12364</c:v>
                </c:pt>
                <c:pt idx="369">
                  <c:v>12397</c:v>
                </c:pt>
                <c:pt idx="370">
                  <c:v>12430</c:v>
                </c:pt>
                <c:pt idx="371">
                  <c:v>12464</c:v>
                </c:pt>
                <c:pt idx="372">
                  <c:v>12497</c:v>
                </c:pt>
                <c:pt idx="373">
                  <c:v>12530</c:v>
                </c:pt>
                <c:pt idx="374">
                  <c:v>12564</c:v>
                </c:pt>
                <c:pt idx="375">
                  <c:v>12597</c:v>
                </c:pt>
                <c:pt idx="376">
                  <c:v>12630</c:v>
                </c:pt>
                <c:pt idx="377">
                  <c:v>12664</c:v>
                </c:pt>
                <c:pt idx="378">
                  <c:v>12697</c:v>
                </c:pt>
                <c:pt idx="379">
                  <c:v>12730</c:v>
                </c:pt>
                <c:pt idx="380">
                  <c:v>12764</c:v>
                </c:pt>
                <c:pt idx="381">
                  <c:v>12797</c:v>
                </c:pt>
                <c:pt idx="382">
                  <c:v>12830</c:v>
                </c:pt>
                <c:pt idx="383">
                  <c:v>12864</c:v>
                </c:pt>
                <c:pt idx="384">
                  <c:v>12897</c:v>
                </c:pt>
                <c:pt idx="385">
                  <c:v>12930</c:v>
                </c:pt>
                <c:pt idx="386">
                  <c:v>12964</c:v>
                </c:pt>
                <c:pt idx="387">
                  <c:v>12997</c:v>
                </c:pt>
                <c:pt idx="388">
                  <c:v>13030</c:v>
                </c:pt>
                <c:pt idx="389">
                  <c:v>13064</c:v>
                </c:pt>
                <c:pt idx="390">
                  <c:v>13097</c:v>
                </c:pt>
                <c:pt idx="391">
                  <c:v>13131</c:v>
                </c:pt>
                <c:pt idx="392">
                  <c:v>13164</c:v>
                </c:pt>
                <c:pt idx="393">
                  <c:v>13197</c:v>
                </c:pt>
                <c:pt idx="394">
                  <c:v>13231</c:v>
                </c:pt>
                <c:pt idx="395">
                  <c:v>13264</c:v>
                </c:pt>
                <c:pt idx="396">
                  <c:v>13297</c:v>
                </c:pt>
                <c:pt idx="397">
                  <c:v>13331</c:v>
                </c:pt>
                <c:pt idx="398">
                  <c:v>13364</c:v>
                </c:pt>
                <c:pt idx="399">
                  <c:v>13397</c:v>
                </c:pt>
                <c:pt idx="400">
                  <c:v>13431</c:v>
                </c:pt>
                <c:pt idx="401">
                  <c:v>13464</c:v>
                </c:pt>
                <c:pt idx="402">
                  <c:v>13497</c:v>
                </c:pt>
                <c:pt idx="403">
                  <c:v>13531</c:v>
                </c:pt>
                <c:pt idx="404">
                  <c:v>13564</c:v>
                </c:pt>
                <c:pt idx="405">
                  <c:v>13597</c:v>
                </c:pt>
                <c:pt idx="406">
                  <c:v>13631</c:v>
                </c:pt>
                <c:pt idx="407">
                  <c:v>13664</c:v>
                </c:pt>
                <c:pt idx="408">
                  <c:v>13697</c:v>
                </c:pt>
                <c:pt idx="409">
                  <c:v>13731</c:v>
                </c:pt>
                <c:pt idx="410">
                  <c:v>13764</c:v>
                </c:pt>
                <c:pt idx="411">
                  <c:v>13797</c:v>
                </c:pt>
                <c:pt idx="412">
                  <c:v>13831</c:v>
                </c:pt>
                <c:pt idx="413">
                  <c:v>13864</c:v>
                </c:pt>
                <c:pt idx="414">
                  <c:v>13897</c:v>
                </c:pt>
                <c:pt idx="415">
                  <c:v>13931</c:v>
                </c:pt>
                <c:pt idx="416">
                  <c:v>13964</c:v>
                </c:pt>
                <c:pt idx="417">
                  <c:v>13997</c:v>
                </c:pt>
                <c:pt idx="418">
                  <c:v>14031</c:v>
                </c:pt>
                <c:pt idx="419">
                  <c:v>14064</c:v>
                </c:pt>
                <c:pt idx="420">
                  <c:v>14097</c:v>
                </c:pt>
                <c:pt idx="421">
                  <c:v>14131</c:v>
                </c:pt>
                <c:pt idx="422">
                  <c:v>14164</c:v>
                </c:pt>
                <c:pt idx="423">
                  <c:v>14197</c:v>
                </c:pt>
                <c:pt idx="424">
                  <c:v>14231</c:v>
                </c:pt>
                <c:pt idx="425">
                  <c:v>14264</c:v>
                </c:pt>
                <c:pt idx="426">
                  <c:v>14297</c:v>
                </c:pt>
                <c:pt idx="427">
                  <c:v>14331</c:v>
                </c:pt>
                <c:pt idx="428">
                  <c:v>14364</c:v>
                </c:pt>
                <c:pt idx="429">
                  <c:v>14397</c:v>
                </c:pt>
                <c:pt idx="430">
                  <c:v>14431</c:v>
                </c:pt>
                <c:pt idx="431">
                  <c:v>14464</c:v>
                </c:pt>
                <c:pt idx="432">
                  <c:v>14497</c:v>
                </c:pt>
                <c:pt idx="433">
                  <c:v>14531</c:v>
                </c:pt>
                <c:pt idx="434">
                  <c:v>14564</c:v>
                </c:pt>
                <c:pt idx="435">
                  <c:v>14597</c:v>
                </c:pt>
                <c:pt idx="436">
                  <c:v>14631</c:v>
                </c:pt>
                <c:pt idx="437">
                  <c:v>14664</c:v>
                </c:pt>
                <c:pt idx="438">
                  <c:v>14697</c:v>
                </c:pt>
                <c:pt idx="439">
                  <c:v>14731</c:v>
                </c:pt>
                <c:pt idx="440">
                  <c:v>14764</c:v>
                </c:pt>
                <c:pt idx="441">
                  <c:v>14797</c:v>
                </c:pt>
                <c:pt idx="442">
                  <c:v>14831</c:v>
                </c:pt>
                <c:pt idx="443">
                  <c:v>14864</c:v>
                </c:pt>
                <c:pt idx="444">
                  <c:v>14897</c:v>
                </c:pt>
                <c:pt idx="445">
                  <c:v>14931</c:v>
                </c:pt>
                <c:pt idx="446">
                  <c:v>14964</c:v>
                </c:pt>
                <c:pt idx="447">
                  <c:v>14997</c:v>
                </c:pt>
                <c:pt idx="448">
                  <c:v>15031</c:v>
                </c:pt>
                <c:pt idx="449">
                  <c:v>15064</c:v>
                </c:pt>
                <c:pt idx="450">
                  <c:v>15097</c:v>
                </c:pt>
                <c:pt idx="451">
                  <c:v>15131</c:v>
                </c:pt>
                <c:pt idx="452">
                  <c:v>15164</c:v>
                </c:pt>
                <c:pt idx="453">
                  <c:v>15197</c:v>
                </c:pt>
                <c:pt idx="454">
                  <c:v>15231</c:v>
                </c:pt>
                <c:pt idx="455">
                  <c:v>15264</c:v>
                </c:pt>
                <c:pt idx="456">
                  <c:v>15297</c:v>
                </c:pt>
                <c:pt idx="457">
                  <c:v>15331</c:v>
                </c:pt>
                <c:pt idx="458">
                  <c:v>15364</c:v>
                </c:pt>
                <c:pt idx="459">
                  <c:v>15397</c:v>
                </c:pt>
                <c:pt idx="460">
                  <c:v>15431</c:v>
                </c:pt>
                <c:pt idx="461">
                  <c:v>15464</c:v>
                </c:pt>
                <c:pt idx="462">
                  <c:v>15498</c:v>
                </c:pt>
                <c:pt idx="463">
                  <c:v>15531</c:v>
                </c:pt>
                <c:pt idx="464">
                  <c:v>15564</c:v>
                </c:pt>
                <c:pt idx="465">
                  <c:v>15598</c:v>
                </c:pt>
                <c:pt idx="466">
                  <c:v>15631</c:v>
                </c:pt>
                <c:pt idx="467">
                  <c:v>15664</c:v>
                </c:pt>
                <c:pt idx="468">
                  <c:v>15698</c:v>
                </c:pt>
                <c:pt idx="469">
                  <c:v>15731</c:v>
                </c:pt>
                <c:pt idx="470">
                  <c:v>15764</c:v>
                </c:pt>
                <c:pt idx="471">
                  <c:v>15798</c:v>
                </c:pt>
                <c:pt idx="472">
                  <c:v>15831</c:v>
                </c:pt>
                <c:pt idx="473">
                  <c:v>15864</c:v>
                </c:pt>
                <c:pt idx="474">
                  <c:v>15898</c:v>
                </c:pt>
                <c:pt idx="475">
                  <c:v>15931</c:v>
                </c:pt>
                <c:pt idx="476">
                  <c:v>15964</c:v>
                </c:pt>
                <c:pt idx="477">
                  <c:v>15998</c:v>
                </c:pt>
                <c:pt idx="478">
                  <c:v>16031</c:v>
                </c:pt>
                <c:pt idx="479">
                  <c:v>16064</c:v>
                </c:pt>
                <c:pt idx="480">
                  <c:v>16098</c:v>
                </c:pt>
                <c:pt idx="481">
                  <c:v>16131</c:v>
                </c:pt>
                <c:pt idx="482">
                  <c:v>16164</c:v>
                </c:pt>
                <c:pt idx="483">
                  <c:v>16198</c:v>
                </c:pt>
                <c:pt idx="484">
                  <c:v>16231</c:v>
                </c:pt>
                <c:pt idx="485">
                  <c:v>16264</c:v>
                </c:pt>
                <c:pt idx="486">
                  <c:v>16298</c:v>
                </c:pt>
                <c:pt idx="487">
                  <c:v>16331</c:v>
                </c:pt>
                <c:pt idx="488">
                  <c:v>16364</c:v>
                </c:pt>
                <c:pt idx="489">
                  <c:v>16398</c:v>
                </c:pt>
                <c:pt idx="490">
                  <c:v>16431</c:v>
                </c:pt>
                <c:pt idx="491">
                  <c:v>16464</c:v>
                </c:pt>
                <c:pt idx="492">
                  <c:v>16498</c:v>
                </c:pt>
                <c:pt idx="493">
                  <c:v>16531</c:v>
                </c:pt>
                <c:pt idx="494">
                  <c:v>16564</c:v>
                </c:pt>
                <c:pt idx="495">
                  <c:v>16598</c:v>
                </c:pt>
                <c:pt idx="496">
                  <c:v>16631</c:v>
                </c:pt>
                <c:pt idx="497">
                  <c:v>16664</c:v>
                </c:pt>
                <c:pt idx="498">
                  <c:v>16698</c:v>
                </c:pt>
                <c:pt idx="499">
                  <c:v>16731</c:v>
                </c:pt>
                <c:pt idx="500">
                  <c:v>16764</c:v>
                </c:pt>
                <c:pt idx="501">
                  <c:v>16798</c:v>
                </c:pt>
                <c:pt idx="502">
                  <c:v>16831</c:v>
                </c:pt>
                <c:pt idx="503">
                  <c:v>16864</c:v>
                </c:pt>
                <c:pt idx="504">
                  <c:v>16898</c:v>
                </c:pt>
                <c:pt idx="505">
                  <c:v>16931</c:v>
                </c:pt>
                <c:pt idx="506">
                  <c:v>16964</c:v>
                </c:pt>
                <c:pt idx="507">
                  <c:v>16998</c:v>
                </c:pt>
                <c:pt idx="508">
                  <c:v>17031</c:v>
                </c:pt>
                <c:pt idx="509">
                  <c:v>17064</c:v>
                </c:pt>
                <c:pt idx="510">
                  <c:v>17098</c:v>
                </c:pt>
                <c:pt idx="511">
                  <c:v>17131</c:v>
                </c:pt>
                <c:pt idx="512">
                  <c:v>17164</c:v>
                </c:pt>
                <c:pt idx="513">
                  <c:v>17198</c:v>
                </c:pt>
                <c:pt idx="514">
                  <c:v>17231</c:v>
                </c:pt>
                <c:pt idx="515">
                  <c:v>17264</c:v>
                </c:pt>
                <c:pt idx="516">
                  <c:v>17298</c:v>
                </c:pt>
                <c:pt idx="517">
                  <c:v>17331</c:v>
                </c:pt>
                <c:pt idx="518">
                  <c:v>17364</c:v>
                </c:pt>
                <c:pt idx="519">
                  <c:v>17398</c:v>
                </c:pt>
                <c:pt idx="520">
                  <c:v>17431</c:v>
                </c:pt>
                <c:pt idx="521">
                  <c:v>17464</c:v>
                </c:pt>
                <c:pt idx="522">
                  <c:v>17498</c:v>
                </c:pt>
                <c:pt idx="523">
                  <c:v>17531</c:v>
                </c:pt>
                <c:pt idx="524">
                  <c:v>17564</c:v>
                </c:pt>
                <c:pt idx="525">
                  <c:v>17598</c:v>
                </c:pt>
                <c:pt idx="526">
                  <c:v>17631</c:v>
                </c:pt>
                <c:pt idx="527">
                  <c:v>17665</c:v>
                </c:pt>
                <c:pt idx="528">
                  <c:v>17698</c:v>
                </c:pt>
                <c:pt idx="529">
                  <c:v>17731</c:v>
                </c:pt>
                <c:pt idx="530">
                  <c:v>17765</c:v>
                </c:pt>
                <c:pt idx="531">
                  <c:v>17798</c:v>
                </c:pt>
                <c:pt idx="532">
                  <c:v>17831</c:v>
                </c:pt>
                <c:pt idx="533">
                  <c:v>17865</c:v>
                </c:pt>
                <c:pt idx="534">
                  <c:v>17898</c:v>
                </c:pt>
                <c:pt idx="535">
                  <c:v>17931</c:v>
                </c:pt>
                <c:pt idx="536">
                  <c:v>17965</c:v>
                </c:pt>
                <c:pt idx="537">
                  <c:v>17998</c:v>
                </c:pt>
                <c:pt idx="538">
                  <c:v>18031</c:v>
                </c:pt>
                <c:pt idx="539">
                  <c:v>18065</c:v>
                </c:pt>
                <c:pt idx="540">
                  <c:v>18098</c:v>
                </c:pt>
                <c:pt idx="541">
                  <c:v>18131</c:v>
                </c:pt>
                <c:pt idx="542">
                  <c:v>18165</c:v>
                </c:pt>
                <c:pt idx="543">
                  <c:v>18198</c:v>
                </c:pt>
                <c:pt idx="544">
                  <c:v>18231</c:v>
                </c:pt>
                <c:pt idx="545">
                  <c:v>18265</c:v>
                </c:pt>
                <c:pt idx="546">
                  <c:v>18298</c:v>
                </c:pt>
                <c:pt idx="547">
                  <c:v>18331</c:v>
                </c:pt>
                <c:pt idx="548">
                  <c:v>18365</c:v>
                </c:pt>
                <c:pt idx="549">
                  <c:v>18398</c:v>
                </c:pt>
                <c:pt idx="550">
                  <c:v>18431</c:v>
                </c:pt>
                <c:pt idx="551">
                  <c:v>18465</c:v>
                </c:pt>
                <c:pt idx="552">
                  <c:v>18498</c:v>
                </c:pt>
                <c:pt idx="553">
                  <c:v>18531</c:v>
                </c:pt>
                <c:pt idx="554">
                  <c:v>18565</c:v>
                </c:pt>
                <c:pt idx="555">
                  <c:v>18598</c:v>
                </c:pt>
                <c:pt idx="556">
                  <c:v>18631</c:v>
                </c:pt>
                <c:pt idx="557">
                  <c:v>18665</c:v>
                </c:pt>
                <c:pt idx="558">
                  <c:v>18698</c:v>
                </c:pt>
                <c:pt idx="559">
                  <c:v>18731</c:v>
                </c:pt>
                <c:pt idx="560">
                  <c:v>18765</c:v>
                </c:pt>
                <c:pt idx="561">
                  <c:v>18798</c:v>
                </c:pt>
                <c:pt idx="562">
                  <c:v>18831</c:v>
                </c:pt>
                <c:pt idx="563">
                  <c:v>18865</c:v>
                </c:pt>
                <c:pt idx="564">
                  <c:v>18898</c:v>
                </c:pt>
                <c:pt idx="565">
                  <c:v>18931</c:v>
                </c:pt>
                <c:pt idx="566">
                  <c:v>18965</c:v>
                </c:pt>
                <c:pt idx="567">
                  <c:v>18998</c:v>
                </c:pt>
                <c:pt idx="568">
                  <c:v>19031</c:v>
                </c:pt>
                <c:pt idx="569">
                  <c:v>19065</c:v>
                </c:pt>
                <c:pt idx="570">
                  <c:v>19098</c:v>
                </c:pt>
                <c:pt idx="571">
                  <c:v>19131</c:v>
                </c:pt>
                <c:pt idx="572">
                  <c:v>19165</c:v>
                </c:pt>
                <c:pt idx="573">
                  <c:v>19198</c:v>
                </c:pt>
                <c:pt idx="574">
                  <c:v>19231</c:v>
                </c:pt>
                <c:pt idx="575">
                  <c:v>19265</c:v>
                </c:pt>
                <c:pt idx="576">
                  <c:v>19298</c:v>
                </c:pt>
                <c:pt idx="577">
                  <c:v>19331</c:v>
                </c:pt>
                <c:pt idx="578">
                  <c:v>19365</c:v>
                </c:pt>
                <c:pt idx="579">
                  <c:v>19398</c:v>
                </c:pt>
                <c:pt idx="580">
                  <c:v>19431</c:v>
                </c:pt>
                <c:pt idx="581">
                  <c:v>19465</c:v>
                </c:pt>
                <c:pt idx="582">
                  <c:v>19498</c:v>
                </c:pt>
                <c:pt idx="583">
                  <c:v>19531</c:v>
                </c:pt>
                <c:pt idx="584">
                  <c:v>19565</c:v>
                </c:pt>
                <c:pt idx="585">
                  <c:v>19598</c:v>
                </c:pt>
                <c:pt idx="586">
                  <c:v>19631</c:v>
                </c:pt>
                <c:pt idx="587">
                  <c:v>19665</c:v>
                </c:pt>
                <c:pt idx="588">
                  <c:v>19698</c:v>
                </c:pt>
                <c:pt idx="589">
                  <c:v>19731</c:v>
                </c:pt>
                <c:pt idx="590">
                  <c:v>19765</c:v>
                </c:pt>
                <c:pt idx="591">
                  <c:v>19798</c:v>
                </c:pt>
                <c:pt idx="592">
                  <c:v>19831</c:v>
                </c:pt>
                <c:pt idx="593">
                  <c:v>19865</c:v>
                </c:pt>
                <c:pt idx="594">
                  <c:v>19898</c:v>
                </c:pt>
                <c:pt idx="595">
                  <c:v>19932</c:v>
                </c:pt>
                <c:pt idx="596">
                  <c:v>19965</c:v>
                </c:pt>
                <c:pt idx="597">
                  <c:v>19998</c:v>
                </c:pt>
                <c:pt idx="598">
                  <c:v>20032</c:v>
                </c:pt>
                <c:pt idx="599">
                  <c:v>20065</c:v>
                </c:pt>
                <c:pt idx="600">
                  <c:v>20098</c:v>
                </c:pt>
                <c:pt idx="601">
                  <c:v>20132</c:v>
                </c:pt>
                <c:pt idx="602">
                  <c:v>20165</c:v>
                </c:pt>
                <c:pt idx="603">
                  <c:v>20198</c:v>
                </c:pt>
                <c:pt idx="604">
                  <c:v>20232</c:v>
                </c:pt>
                <c:pt idx="605">
                  <c:v>20265</c:v>
                </c:pt>
                <c:pt idx="606">
                  <c:v>20298</c:v>
                </c:pt>
                <c:pt idx="607">
                  <c:v>20332</c:v>
                </c:pt>
                <c:pt idx="608">
                  <c:v>20365</c:v>
                </c:pt>
                <c:pt idx="609">
                  <c:v>20398</c:v>
                </c:pt>
                <c:pt idx="610">
                  <c:v>20432</c:v>
                </c:pt>
                <c:pt idx="611">
                  <c:v>20465</c:v>
                </c:pt>
                <c:pt idx="612">
                  <c:v>20498</c:v>
                </c:pt>
                <c:pt idx="613">
                  <c:v>20532</c:v>
                </c:pt>
                <c:pt idx="614">
                  <c:v>20565</c:v>
                </c:pt>
                <c:pt idx="615">
                  <c:v>20598</c:v>
                </c:pt>
                <c:pt idx="616">
                  <c:v>20632</c:v>
                </c:pt>
                <c:pt idx="617">
                  <c:v>20665</c:v>
                </c:pt>
                <c:pt idx="618">
                  <c:v>20698</c:v>
                </c:pt>
                <c:pt idx="619">
                  <c:v>20732</c:v>
                </c:pt>
                <c:pt idx="620">
                  <c:v>20765</c:v>
                </c:pt>
                <c:pt idx="621">
                  <c:v>20798</c:v>
                </c:pt>
                <c:pt idx="622">
                  <c:v>20832</c:v>
                </c:pt>
                <c:pt idx="623">
                  <c:v>20865</c:v>
                </c:pt>
                <c:pt idx="624">
                  <c:v>20898</c:v>
                </c:pt>
                <c:pt idx="625">
                  <c:v>20932</c:v>
                </c:pt>
                <c:pt idx="626">
                  <c:v>20965</c:v>
                </c:pt>
                <c:pt idx="627">
                  <c:v>20998</c:v>
                </c:pt>
                <c:pt idx="628">
                  <c:v>21032</c:v>
                </c:pt>
                <c:pt idx="629">
                  <c:v>21065</c:v>
                </c:pt>
                <c:pt idx="630">
                  <c:v>21098</c:v>
                </c:pt>
                <c:pt idx="631">
                  <c:v>21132</c:v>
                </c:pt>
                <c:pt idx="632">
                  <c:v>21165</c:v>
                </c:pt>
                <c:pt idx="633">
                  <c:v>21198</c:v>
                </c:pt>
                <c:pt idx="634">
                  <c:v>21232</c:v>
                </c:pt>
                <c:pt idx="635">
                  <c:v>21265</c:v>
                </c:pt>
                <c:pt idx="636">
                  <c:v>21298</c:v>
                </c:pt>
                <c:pt idx="637">
                  <c:v>21332</c:v>
                </c:pt>
                <c:pt idx="638">
                  <c:v>21365</c:v>
                </c:pt>
                <c:pt idx="639">
                  <c:v>21398</c:v>
                </c:pt>
                <c:pt idx="640">
                  <c:v>21432</c:v>
                </c:pt>
                <c:pt idx="641">
                  <c:v>21465</c:v>
                </c:pt>
                <c:pt idx="642">
                  <c:v>21498</c:v>
                </c:pt>
                <c:pt idx="643">
                  <c:v>21532</c:v>
                </c:pt>
                <c:pt idx="644">
                  <c:v>21565</c:v>
                </c:pt>
                <c:pt idx="645">
                  <c:v>21598</c:v>
                </c:pt>
                <c:pt idx="646">
                  <c:v>21632</c:v>
                </c:pt>
                <c:pt idx="647">
                  <c:v>21665</c:v>
                </c:pt>
                <c:pt idx="648">
                  <c:v>21698</c:v>
                </c:pt>
                <c:pt idx="649">
                  <c:v>21732</c:v>
                </c:pt>
                <c:pt idx="650">
                  <c:v>21765</c:v>
                </c:pt>
                <c:pt idx="651">
                  <c:v>21798</c:v>
                </c:pt>
                <c:pt idx="652">
                  <c:v>21832</c:v>
                </c:pt>
                <c:pt idx="653">
                  <c:v>21865</c:v>
                </c:pt>
                <c:pt idx="654">
                  <c:v>21898</c:v>
                </c:pt>
                <c:pt idx="655">
                  <c:v>21932</c:v>
                </c:pt>
                <c:pt idx="656">
                  <c:v>21965</c:v>
                </c:pt>
                <c:pt idx="657">
                  <c:v>21998</c:v>
                </c:pt>
                <c:pt idx="658">
                  <c:v>22032</c:v>
                </c:pt>
                <c:pt idx="659">
                  <c:v>22065</c:v>
                </c:pt>
                <c:pt idx="660">
                  <c:v>22098</c:v>
                </c:pt>
                <c:pt idx="661">
                  <c:v>22132</c:v>
                </c:pt>
                <c:pt idx="662">
                  <c:v>22165</c:v>
                </c:pt>
                <c:pt idx="663">
                  <c:v>22199</c:v>
                </c:pt>
                <c:pt idx="664">
                  <c:v>22232</c:v>
                </c:pt>
                <c:pt idx="665">
                  <c:v>22265</c:v>
                </c:pt>
                <c:pt idx="666">
                  <c:v>22299</c:v>
                </c:pt>
                <c:pt idx="667">
                  <c:v>22332</c:v>
                </c:pt>
                <c:pt idx="668">
                  <c:v>22365</c:v>
                </c:pt>
                <c:pt idx="669">
                  <c:v>22399</c:v>
                </c:pt>
                <c:pt idx="670">
                  <c:v>22432</c:v>
                </c:pt>
                <c:pt idx="671">
                  <c:v>22465</c:v>
                </c:pt>
                <c:pt idx="672">
                  <c:v>22499</c:v>
                </c:pt>
                <c:pt idx="673">
                  <c:v>22532</c:v>
                </c:pt>
                <c:pt idx="674">
                  <c:v>22565</c:v>
                </c:pt>
                <c:pt idx="675">
                  <c:v>22599</c:v>
                </c:pt>
                <c:pt idx="676">
                  <c:v>22632</c:v>
                </c:pt>
                <c:pt idx="677">
                  <c:v>22665</c:v>
                </c:pt>
                <c:pt idx="678">
                  <c:v>22699</c:v>
                </c:pt>
                <c:pt idx="679">
                  <c:v>22732</c:v>
                </c:pt>
                <c:pt idx="680">
                  <c:v>22765</c:v>
                </c:pt>
                <c:pt idx="681">
                  <c:v>22799</c:v>
                </c:pt>
                <c:pt idx="682">
                  <c:v>22832</c:v>
                </c:pt>
                <c:pt idx="683">
                  <c:v>22865</c:v>
                </c:pt>
                <c:pt idx="684">
                  <c:v>22899</c:v>
                </c:pt>
                <c:pt idx="685">
                  <c:v>22932</c:v>
                </c:pt>
                <c:pt idx="686">
                  <c:v>22965</c:v>
                </c:pt>
                <c:pt idx="687">
                  <c:v>22999</c:v>
                </c:pt>
                <c:pt idx="688">
                  <c:v>23032</c:v>
                </c:pt>
                <c:pt idx="689">
                  <c:v>23065</c:v>
                </c:pt>
                <c:pt idx="690">
                  <c:v>23099</c:v>
                </c:pt>
                <c:pt idx="691">
                  <c:v>23132</c:v>
                </c:pt>
                <c:pt idx="692">
                  <c:v>23165</c:v>
                </c:pt>
                <c:pt idx="693">
                  <c:v>23199</c:v>
                </c:pt>
                <c:pt idx="694">
                  <c:v>23232</c:v>
                </c:pt>
                <c:pt idx="695">
                  <c:v>23265</c:v>
                </c:pt>
                <c:pt idx="696">
                  <c:v>23299</c:v>
                </c:pt>
                <c:pt idx="697">
                  <c:v>23332</c:v>
                </c:pt>
                <c:pt idx="698">
                  <c:v>23365</c:v>
                </c:pt>
                <c:pt idx="699">
                  <c:v>23399</c:v>
                </c:pt>
                <c:pt idx="700">
                  <c:v>23432</c:v>
                </c:pt>
                <c:pt idx="701">
                  <c:v>23465</c:v>
                </c:pt>
                <c:pt idx="702">
                  <c:v>23499</c:v>
                </c:pt>
                <c:pt idx="703">
                  <c:v>23532</c:v>
                </c:pt>
                <c:pt idx="704">
                  <c:v>23565</c:v>
                </c:pt>
                <c:pt idx="705">
                  <c:v>23599</c:v>
                </c:pt>
                <c:pt idx="706">
                  <c:v>23632</c:v>
                </c:pt>
                <c:pt idx="707">
                  <c:v>23665</c:v>
                </c:pt>
                <c:pt idx="708">
                  <c:v>23699</c:v>
                </c:pt>
                <c:pt idx="709">
                  <c:v>23732</c:v>
                </c:pt>
                <c:pt idx="710">
                  <c:v>23765</c:v>
                </c:pt>
                <c:pt idx="711">
                  <c:v>23799</c:v>
                </c:pt>
                <c:pt idx="712">
                  <c:v>23832</c:v>
                </c:pt>
                <c:pt idx="713">
                  <c:v>23865</c:v>
                </c:pt>
                <c:pt idx="714">
                  <c:v>23899</c:v>
                </c:pt>
                <c:pt idx="715">
                  <c:v>23932</c:v>
                </c:pt>
                <c:pt idx="716">
                  <c:v>23965</c:v>
                </c:pt>
                <c:pt idx="717">
                  <c:v>23999</c:v>
                </c:pt>
                <c:pt idx="718">
                  <c:v>24032</c:v>
                </c:pt>
                <c:pt idx="719">
                  <c:v>24065</c:v>
                </c:pt>
                <c:pt idx="720">
                  <c:v>24099</c:v>
                </c:pt>
                <c:pt idx="721">
                  <c:v>24132</c:v>
                </c:pt>
                <c:pt idx="722">
                  <c:v>24165</c:v>
                </c:pt>
                <c:pt idx="723">
                  <c:v>24199</c:v>
                </c:pt>
                <c:pt idx="724">
                  <c:v>24232</c:v>
                </c:pt>
                <c:pt idx="725">
                  <c:v>24265</c:v>
                </c:pt>
                <c:pt idx="726">
                  <c:v>24299</c:v>
                </c:pt>
                <c:pt idx="727">
                  <c:v>24332</c:v>
                </c:pt>
                <c:pt idx="728">
                  <c:v>24366</c:v>
                </c:pt>
                <c:pt idx="729">
                  <c:v>24399</c:v>
                </c:pt>
                <c:pt idx="730">
                  <c:v>24432</c:v>
                </c:pt>
                <c:pt idx="731">
                  <c:v>24466</c:v>
                </c:pt>
                <c:pt idx="732">
                  <c:v>24499</c:v>
                </c:pt>
                <c:pt idx="733">
                  <c:v>24532</c:v>
                </c:pt>
                <c:pt idx="734">
                  <c:v>24566</c:v>
                </c:pt>
                <c:pt idx="735">
                  <c:v>24599</c:v>
                </c:pt>
                <c:pt idx="736">
                  <c:v>24632</c:v>
                </c:pt>
                <c:pt idx="737">
                  <c:v>24666</c:v>
                </c:pt>
                <c:pt idx="738">
                  <c:v>24699</c:v>
                </c:pt>
                <c:pt idx="739">
                  <c:v>24732</c:v>
                </c:pt>
                <c:pt idx="740">
                  <c:v>24766</c:v>
                </c:pt>
                <c:pt idx="741">
                  <c:v>24799</c:v>
                </c:pt>
                <c:pt idx="742">
                  <c:v>24832</c:v>
                </c:pt>
                <c:pt idx="743">
                  <c:v>24866</c:v>
                </c:pt>
                <c:pt idx="744">
                  <c:v>24899</c:v>
                </c:pt>
                <c:pt idx="745">
                  <c:v>24932</c:v>
                </c:pt>
                <c:pt idx="746">
                  <c:v>24966</c:v>
                </c:pt>
                <c:pt idx="747">
                  <c:v>24999</c:v>
                </c:pt>
                <c:pt idx="748">
                  <c:v>25032</c:v>
                </c:pt>
                <c:pt idx="749">
                  <c:v>25066</c:v>
                </c:pt>
                <c:pt idx="750">
                  <c:v>25099</c:v>
                </c:pt>
                <c:pt idx="751">
                  <c:v>25132</c:v>
                </c:pt>
                <c:pt idx="752">
                  <c:v>25166</c:v>
                </c:pt>
                <c:pt idx="753">
                  <c:v>25199</c:v>
                </c:pt>
                <c:pt idx="754">
                  <c:v>25232</c:v>
                </c:pt>
                <c:pt idx="755">
                  <c:v>25266</c:v>
                </c:pt>
                <c:pt idx="756">
                  <c:v>25299</c:v>
                </c:pt>
                <c:pt idx="757">
                  <c:v>25332</c:v>
                </c:pt>
                <c:pt idx="758">
                  <c:v>25366</c:v>
                </c:pt>
                <c:pt idx="759">
                  <c:v>25399</c:v>
                </c:pt>
                <c:pt idx="760">
                  <c:v>25432</c:v>
                </c:pt>
                <c:pt idx="761">
                  <c:v>25466</c:v>
                </c:pt>
                <c:pt idx="762">
                  <c:v>25499</c:v>
                </c:pt>
                <c:pt idx="763">
                  <c:v>25532</c:v>
                </c:pt>
                <c:pt idx="764">
                  <c:v>25566</c:v>
                </c:pt>
                <c:pt idx="765">
                  <c:v>25599</c:v>
                </c:pt>
                <c:pt idx="766">
                  <c:v>25632</c:v>
                </c:pt>
                <c:pt idx="767">
                  <c:v>25666</c:v>
                </c:pt>
                <c:pt idx="768">
                  <c:v>25699</c:v>
                </c:pt>
                <c:pt idx="769">
                  <c:v>25732</c:v>
                </c:pt>
                <c:pt idx="770">
                  <c:v>25766</c:v>
                </c:pt>
                <c:pt idx="771">
                  <c:v>25799</c:v>
                </c:pt>
                <c:pt idx="772">
                  <c:v>25832</c:v>
                </c:pt>
                <c:pt idx="773">
                  <c:v>25866</c:v>
                </c:pt>
                <c:pt idx="774">
                  <c:v>25899</c:v>
                </c:pt>
                <c:pt idx="775">
                  <c:v>25932</c:v>
                </c:pt>
                <c:pt idx="776">
                  <c:v>25966</c:v>
                </c:pt>
                <c:pt idx="777">
                  <c:v>25999</c:v>
                </c:pt>
                <c:pt idx="778">
                  <c:v>26032</c:v>
                </c:pt>
                <c:pt idx="779">
                  <c:v>26066</c:v>
                </c:pt>
                <c:pt idx="780">
                  <c:v>26099</c:v>
                </c:pt>
                <c:pt idx="781">
                  <c:v>26132</c:v>
                </c:pt>
                <c:pt idx="782">
                  <c:v>26166</c:v>
                </c:pt>
                <c:pt idx="783">
                  <c:v>26199</c:v>
                </c:pt>
                <c:pt idx="784">
                  <c:v>26232</c:v>
                </c:pt>
                <c:pt idx="785">
                  <c:v>26266</c:v>
                </c:pt>
                <c:pt idx="786">
                  <c:v>26299</c:v>
                </c:pt>
                <c:pt idx="787">
                  <c:v>26332</c:v>
                </c:pt>
                <c:pt idx="788">
                  <c:v>26366</c:v>
                </c:pt>
                <c:pt idx="789">
                  <c:v>26399</c:v>
                </c:pt>
                <c:pt idx="790">
                  <c:v>26432</c:v>
                </c:pt>
                <c:pt idx="791">
                  <c:v>26466</c:v>
                </c:pt>
                <c:pt idx="792">
                  <c:v>26499</c:v>
                </c:pt>
                <c:pt idx="793">
                  <c:v>26532</c:v>
                </c:pt>
                <c:pt idx="794">
                  <c:v>26566</c:v>
                </c:pt>
                <c:pt idx="795">
                  <c:v>26599</c:v>
                </c:pt>
                <c:pt idx="796">
                  <c:v>26633</c:v>
                </c:pt>
                <c:pt idx="797">
                  <c:v>26666</c:v>
                </c:pt>
                <c:pt idx="798">
                  <c:v>26699</c:v>
                </c:pt>
                <c:pt idx="799">
                  <c:v>26733</c:v>
                </c:pt>
                <c:pt idx="800">
                  <c:v>26766</c:v>
                </c:pt>
                <c:pt idx="801">
                  <c:v>26799</c:v>
                </c:pt>
                <c:pt idx="802">
                  <c:v>26833</c:v>
                </c:pt>
                <c:pt idx="803">
                  <c:v>26866</c:v>
                </c:pt>
                <c:pt idx="804">
                  <c:v>26899</c:v>
                </c:pt>
                <c:pt idx="805">
                  <c:v>26933</c:v>
                </c:pt>
                <c:pt idx="806">
                  <c:v>26966</c:v>
                </c:pt>
                <c:pt idx="807">
                  <c:v>26999</c:v>
                </c:pt>
                <c:pt idx="808">
                  <c:v>27033</c:v>
                </c:pt>
                <c:pt idx="809">
                  <c:v>27066</c:v>
                </c:pt>
                <c:pt idx="810">
                  <c:v>27099</c:v>
                </c:pt>
                <c:pt idx="811">
                  <c:v>27133</c:v>
                </c:pt>
                <c:pt idx="812">
                  <c:v>27166</c:v>
                </c:pt>
                <c:pt idx="813">
                  <c:v>27199</c:v>
                </c:pt>
                <c:pt idx="814">
                  <c:v>27233</c:v>
                </c:pt>
                <c:pt idx="815">
                  <c:v>27266</c:v>
                </c:pt>
                <c:pt idx="816">
                  <c:v>27299</c:v>
                </c:pt>
                <c:pt idx="817">
                  <c:v>27333</c:v>
                </c:pt>
                <c:pt idx="818">
                  <c:v>27366</c:v>
                </c:pt>
                <c:pt idx="819">
                  <c:v>27399</c:v>
                </c:pt>
                <c:pt idx="820">
                  <c:v>27433</c:v>
                </c:pt>
                <c:pt idx="821">
                  <c:v>27466</c:v>
                </c:pt>
                <c:pt idx="822">
                  <c:v>27499</c:v>
                </c:pt>
                <c:pt idx="823">
                  <c:v>27533</c:v>
                </c:pt>
                <c:pt idx="824">
                  <c:v>27566</c:v>
                </c:pt>
                <c:pt idx="825">
                  <c:v>27599</c:v>
                </c:pt>
                <c:pt idx="826">
                  <c:v>27633</c:v>
                </c:pt>
                <c:pt idx="827">
                  <c:v>27666</c:v>
                </c:pt>
                <c:pt idx="828">
                  <c:v>27699</c:v>
                </c:pt>
                <c:pt idx="829">
                  <c:v>27733</c:v>
                </c:pt>
                <c:pt idx="830">
                  <c:v>27766</c:v>
                </c:pt>
                <c:pt idx="831">
                  <c:v>27799</c:v>
                </c:pt>
                <c:pt idx="832">
                  <c:v>27833</c:v>
                </c:pt>
                <c:pt idx="833">
                  <c:v>27866</c:v>
                </c:pt>
                <c:pt idx="834">
                  <c:v>27899</c:v>
                </c:pt>
                <c:pt idx="835">
                  <c:v>27933</c:v>
                </c:pt>
                <c:pt idx="836">
                  <c:v>27966</c:v>
                </c:pt>
                <c:pt idx="837">
                  <c:v>27999</c:v>
                </c:pt>
                <c:pt idx="838">
                  <c:v>28033</c:v>
                </c:pt>
                <c:pt idx="839">
                  <c:v>28066</c:v>
                </c:pt>
                <c:pt idx="840">
                  <c:v>28099</c:v>
                </c:pt>
                <c:pt idx="841">
                  <c:v>28133</c:v>
                </c:pt>
                <c:pt idx="842">
                  <c:v>28166</c:v>
                </c:pt>
                <c:pt idx="843">
                  <c:v>28199</c:v>
                </c:pt>
                <c:pt idx="844">
                  <c:v>28233</c:v>
                </c:pt>
                <c:pt idx="845">
                  <c:v>28266</c:v>
                </c:pt>
                <c:pt idx="846">
                  <c:v>28299</c:v>
                </c:pt>
                <c:pt idx="847">
                  <c:v>28333</c:v>
                </c:pt>
                <c:pt idx="848">
                  <c:v>28366</c:v>
                </c:pt>
                <c:pt idx="849">
                  <c:v>28399</c:v>
                </c:pt>
                <c:pt idx="850">
                  <c:v>28433</c:v>
                </c:pt>
                <c:pt idx="851">
                  <c:v>28466</c:v>
                </c:pt>
                <c:pt idx="852">
                  <c:v>28499</c:v>
                </c:pt>
                <c:pt idx="853">
                  <c:v>28533</c:v>
                </c:pt>
                <c:pt idx="854">
                  <c:v>28566</c:v>
                </c:pt>
                <c:pt idx="855">
                  <c:v>28599</c:v>
                </c:pt>
                <c:pt idx="856">
                  <c:v>28633</c:v>
                </c:pt>
                <c:pt idx="857">
                  <c:v>28666</c:v>
                </c:pt>
                <c:pt idx="858">
                  <c:v>28699</c:v>
                </c:pt>
                <c:pt idx="859">
                  <c:v>28733</c:v>
                </c:pt>
                <c:pt idx="860">
                  <c:v>28766</c:v>
                </c:pt>
                <c:pt idx="861">
                  <c:v>28799</c:v>
                </c:pt>
                <c:pt idx="862">
                  <c:v>28833</c:v>
                </c:pt>
                <c:pt idx="863">
                  <c:v>28866</c:v>
                </c:pt>
                <c:pt idx="864">
                  <c:v>28900</c:v>
                </c:pt>
                <c:pt idx="865">
                  <c:v>28933</c:v>
                </c:pt>
                <c:pt idx="866">
                  <c:v>28966</c:v>
                </c:pt>
                <c:pt idx="867">
                  <c:v>29000</c:v>
                </c:pt>
                <c:pt idx="868">
                  <c:v>29033</c:v>
                </c:pt>
                <c:pt idx="869">
                  <c:v>29066</c:v>
                </c:pt>
                <c:pt idx="870">
                  <c:v>29100</c:v>
                </c:pt>
                <c:pt idx="871">
                  <c:v>29133</c:v>
                </c:pt>
                <c:pt idx="872">
                  <c:v>29166</c:v>
                </c:pt>
                <c:pt idx="873">
                  <c:v>29200</c:v>
                </c:pt>
                <c:pt idx="874">
                  <c:v>29233</c:v>
                </c:pt>
                <c:pt idx="875">
                  <c:v>29266</c:v>
                </c:pt>
                <c:pt idx="876">
                  <c:v>29300</c:v>
                </c:pt>
                <c:pt idx="877">
                  <c:v>29333</c:v>
                </c:pt>
                <c:pt idx="878">
                  <c:v>29366</c:v>
                </c:pt>
                <c:pt idx="879">
                  <c:v>29400</c:v>
                </c:pt>
                <c:pt idx="880">
                  <c:v>29433</c:v>
                </c:pt>
                <c:pt idx="881">
                  <c:v>29466</c:v>
                </c:pt>
                <c:pt idx="882">
                  <c:v>29500</c:v>
                </c:pt>
                <c:pt idx="883">
                  <c:v>29533</c:v>
                </c:pt>
                <c:pt idx="884">
                  <c:v>29566</c:v>
                </c:pt>
                <c:pt idx="885">
                  <c:v>29600</c:v>
                </c:pt>
                <c:pt idx="886">
                  <c:v>29633</c:v>
                </c:pt>
                <c:pt idx="887">
                  <c:v>29666</c:v>
                </c:pt>
                <c:pt idx="888">
                  <c:v>29700</c:v>
                </c:pt>
                <c:pt idx="889">
                  <c:v>29733</c:v>
                </c:pt>
                <c:pt idx="890">
                  <c:v>29766</c:v>
                </c:pt>
                <c:pt idx="891">
                  <c:v>29800</c:v>
                </c:pt>
                <c:pt idx="892">
                  <c:v>29833</c:v>
                </c:pt>
                <c:pt idx="893">
                  <c:v>29866</c:v>
                </c:pt>
                <c:pt idx="894">
                  <c:v>29900</c:v>
                </c:pt>
                <c:pt idx="895">
                  <c:v>29933</c:v>
                </c:pt>
                <c:pt idx="896">
                  <c:v>29966</c:v>
                </c:pt>
                <c:pt idx="897">
                  <c:v>30000</c:v>
                </c:pt>
                <c:pt idx="898">
                  <c:v>30033</c:v>
                </c:pt>
                <c:pt idx="899">
                  <c:v>30066</c:v>
                </c:pt>
                <c:pt idx="900">
                  <c:v>30100</c:v>
                </c:pt>
                <c:pt idx="901">
                  <c:v>30133</c:v>
                </c:pt>
                <c:pt idx="902">
                  <c:v>30166</c:v>
                </c:pt>
                <c:pt idx="903">
                  <c:v>30200</c:v>
                </c:pt>
                <c:pt idx="904">
                  <c:v>30233</c:v>
                </c:pt>
                <c:pt idx="905">
                  <c:v>30266</c:v>
                </c:pt>
                <c:pt idx="906">
                  <c:v>30300</c:v>
                </c:pt>
                <c:pt idx="907">
                  <c:v>30333</c:v>
                </c:pt>
                <c:pt idx="908">
                  <c:v>30366</c:v>
                </c:pt>
                <c:pt idx="909">
                  <c:v>30400</c:v>
                </c:pt>
                <c:pt idx="910">
                  <c:v>30433</c:v>
                </c:pt>
                <c:pt idx="911">
                  <c:v>30466</c:v>
                </c:pt>
                <c:pt idx="912">
                  <c:v>30500</c:v>
                </c:pt>
                <c:pt idx="913">
                  <c:v>30533</c:v>
                </c:pt>
                <c:pt idx="914">
                  <c:v>30566</c:v>
                </c:pt>
                <c:pt idx="915">
                  <c:v>30600</c:v>
                </c:pt>
                <c:pt idx="916">
                  <c:v>30633</c:v>
                </c:pt>
                <c:pt idx="917">
                  <c:v>30666</c:v>
                </c:pt>
                <c:pt idx="918">
                  <c:v>30700</c:v>
                </c:pt>
                <c:pt idx="919">
                  <c:v>30733</c:v>
                </c:pt>
                <c:pt idx="920">
                  <c:v>30766</c:v>
                </c:pt>
                <c:pt idx="921">
                  <c:v>30800</c:v>
                </c:pt>
                <c:pt idx="922">
                  <c:v>30833</c:v>
                </c:pt>
                <c:pt idx="923">
                  <c:v>30866</c:v>
                </c:pt>
                <c:pt idx="924">
                  <c:v>30900</c:v>
                </c:pt>
                <c:pt idx="925">
                  <c:v>30933</c:v>
                </c:pt>
                <c:pt idx="926">
                  <c:v>30966</c:v>
                </c:pt>
                <c:pt idx="927">
                  <c:v>31000</c:v>
                </c:pt>
                <c:pt idx="928">
                  <c:v>31033</c:v>
                </c:pt>
                <c:pt idx="929">
                  <c:v>31066</c:v>
                </c:pt>
                <c:pt idx="930">
                  <c:v>31100</c:v>
                </c:pt>
                <c:pt idx="931">
                  <c:v>31133</c:v>
                </c:pt>
                <c:pt idx="932">
                  <c:v>31167</c:v>
                </c:pt>
                <c:pt idx="933">
                  <c:v>31200</c:v>
                </c:pt>
                <c:pt idx="934">
                  <c:v>31233</c:v>
                </c:pt>
                <c:pt idx="935">
                  <c:v>31267</c:v>
                </c:pt>
                <c:pt idx="936">
                  <c:v>31300</c:v>
                </c:pt>
                <c:pt idx="937">
                  <c:v>31333</c:v>
                </c:pt>
                <c:pt idx="938">
                  <c:v>31367</c:v>
                </c:pt>
                <c:pt idx="939">
                  <c:v>31400</c:v>
                </c:pt>
                <c:pt idx="940">
                  <c:v>31433</c:v>
                </c:pt>
                <c:pt idx="941">
                  <c:v>31467</c:v>
                </c:pt>
                <c:pt idx="942">
                  <c:v>31500</c:v>
                </c:pt>
                <c:pt idx="943">
                  <c:v>31533</c:v>
                </c:pt>
                <c:pt idx="944">
                  <c:v>31567</c:v>
                </c:pt>
                <c:pt idx="945">
                  <c:v>31600</c:v>
                </c:pt>
                <c:pt idx="946">
                  <c:v>31633</c:v>
                </c:pt>
                <c:pt idx="947">
                  <c:v>31667</c:v>
                </c:pt>
                <c:pt idx="948">
                  <c:v>31700</c:v>
                </c:pt>
                <c:pt idx="949">
                  <c:v>31733</c:v>
                </c:pt>
                <c:pt idx="950">
                  <c:v>31767</c:v>
                </c:pt>
                <c:pt idx="951">
                  <c:v>31800</c:v>
                </c:pt>
                <c:pt idx="952">
                  <c:v>31833</c:v>
                </c:pt>
                <c:pt idx="953">
                  <c:v>31867</c:v>
                </c:pt>
                <c:pt idx="954">
                  <c:v>31900</c:v>
                </c:pt>
                <c:pt idx="955">
                  <c:v>31933</c:v>
                </c:pt>
                <c:pt idx="956">
                  <c:v>31967</c:v>
                </c:pt>
                <c:pt idx="957">
                  <c:v>32000</c:v>
                </c:pt>
                <c:pt idx="958">
                  <c:v>32033</c:v>
                </c:pt>
                <c:pt idx="959">
                  <c:v>32067</c:v>
                </c:pt>
                <c:pt idx="960">
                  <c:v>32100</c:v>
                </c:pt>
                <c:pt idx="961">
                  <c:v>32133</c:v>
                </c:pt>
                <c:pt idx="962">
                  <c:v>32167</c:v>
                </c:pt>
                <c:pt idx="963">
                  <c:v>32200</c:v>
                </c:pt>
                <c:pt idx="964">
                  <c:v>32233</c:v>
                </c:pt>
                <c:pt idx="965">
                  <c:v>32267</c:v>
                </c:pt>
                <c:pt idx="966">
                  <c:v>32300</c:v>
                </c:pt>
                <c:pt idx="967">
                  <c:v>32333</c:v>
                </c:pt>
                <c:pt idx="968">
                  <c:v>32367</c:v>
                </c:pt>
                <c:pt idx="969">
                  <c:v>32400</c:v>
                </c:pt>
                <c:pt idx="970">
                  <c:v>32433</c:v>
                </c:pt>
                <c:pt idx="971">
                  <c:v>32467</c:v>
                </c:pt>
                <c:pt idx="972">
                  <c:v>32500</c:v>
                </c:pt>
                <c:pt idx="973">
                  <c:v>32533</c:v>
                </c:pt>
                <c:pt idx="974">
                  <c:v>32567</c:v>
                </c:pt>
                <c:pt idx="975">
                  <c:v>32600</c:v>
                </c:pt>
                <c:pt idx="976">
                  <c:v>32633</c:v>
                </c:pt>
                <c:pt idx="977">
                  <c:v>32667</c:v>
                </c:pt>
                <c:pt idx="978">
                  <c:v>32700</c:v>
                </c:pt>
                <c:pt idx="979">
                  <c:v>32733</c:v>
                </c:pt>
                <c:pt idx="980">
                  <c:v>32767</c:v>
                </c:pt>
                <c:pt idx="981">
                  <c:v>32800</c:v>
                </c:pt>
                <c:pt idx="982">
                  <c:v>32833</c:v>
                </c:pt>
                <c:pt idx="983">
                  <c:v>32867</c:v>
                </c:pt>
                <c:pt idx="984">
                  <c:v>32900</c:v>
                </c:pt>
                <c:pt idx="985">
                  <c:v>32933</c:v>
                </c:pt>
                <c:pt idx="986">
                  <c:v>32967</c:v>
                </c:pt>
                <c:pt idx="987">
                  <c:v>33000</c:v>
                </c:pt>
                <c:pt idx="988">
                  <c:v>33033</c:v>
                </c:pt>
                <c:pt idx="989">
                  <c:v>33067</c:v>
                </c:pt>
                <c:pt idx="990">
                  <c:v>33100</c:v>
                </c:pt>
                <c:pt idx="991">
                  <c:v>33133</c:v>
                </c:pt>
                <c:pt idx="992">
                  <c:v>33167</c:v>
                </c:pt>
                <c:pt idx="993">
                  <c:v>33200</c:v>
                </c:pt>
                <c:pt idx="994">
                  <c:v>33233</c:v>
                </c:pt>
                <c:pt idx="995">
                  <c:v>33267</c:v>
                </c:pt>
                <c:pt idx="996">
                  <c:v>33300</c:v>
                </c:pt>
                <c:pt idx="997">
                  <c:v>33334</c:v>
                </c:pt>
                <c:pt idx="998">
                  <c:v>33367</c:v>
                </c:pt>
                <c:pt idx="999">
                  <c:v>33400</c:v>
                </c:pt>
                <c:pt idx="1000">
                  <c:v>33434</c:v>
                </c:pt>
                <c:pt idx="1001">
                  <c:v>33467</c:v>
                </c:pt>
                <c:pt idx="1002">
                  <c:v>33500</c:v>
                </c:pt>
                <c:pt idx="1003">
                  <c:v>33534</c:v>
                </c:pt>
                <c:pt idx="1004">
                  <c:v>33567</c:v>
                </c:pt>
                <c:pt idx="1005">
                  <c:v>33600</c:v>
                </c:pt>
                <c:pt idx="1006">
                  <c:v>33634</c:v>
                </c:pt>
                <c:pt idx="1007">
                  <c:v>33667</c:v>
                </c:pt>
                <c:pt idx="1008">
                  <c:v>33700</c:v>
                </c:pt>
                <c:pt idx="1009">
                  <c:v>33734</c:v>
                </c:pt>
                <c:pt idx="1010">
                  <c:v>33767</c:v>
                </c:pt>
                <c:pt idx="1011">
                  <c:v>33800</c:v>
                </c:pt>
                <c:pt idx="1012">
                  <c:v>33834</c:v>
                </c:pt>
                <c:pt idx="1013">
                  <c:v>33867</c:v>
                </c:pt>
                <c:pt idx="1014">
                  <c:v>33900</c:v>
                </c:pt>
                <c:pt idx="1015">
                  <c:v>33934</c:v>
                </c:pt>
                <c:pt idx="1016">
                  <c:v>33967</c:v>
                </c:pt>
                <c:pt idx="1017">
                  <c:v>34000</c:v>
                </c:pt>
                <c:pt idx="1018">
                  <c:v>34034</c:v>
                </c:pt>
                <c:pt idx="1019">
                  <c:v>34067</c:v>
                </c:pt>
                <c:pt idx="1020">
                  <c:v>34100</c:v>
                </c:pt>
                <c:pt idx="1021">
                  <c:v>34134</c:v>
                </c:pt>
                <c:pt idx="1022">
                  <c:v>34167</c:v>
                </c:pt>
                <c:pt idx="1023">
                  <c:v>34200</c:v>
                </c:pt>
                <c:pt idx="1024">
                  <c:v>34234</c:v>
                </c:pt>
                <c:pt idx="1025">
                  <c:v>34267</c:v>
                </c:pt>
                <c:pt idx="1026">
                  <c:v>34300</c:v>
                </c:pt>
                <c:pt idx="1027">
                  <c:v>34334</c:v>
                </c:pt>
                <c:pt idx="1028">
                  <c:v>34367</c:v>
                </c:pt>
                <c:pt idx="1029">
                  <c:v>34400</c:v>
                </c:pt>
                <c:pt idx="1030">
                  <c:v>34434</c:v>
                </c:pt>
                <c:pt idx="1031">
                  <c:v>34467</c:v>
                </c:pt>
                <c:pt idx="1032">
                  <c:v>34500</c:v>
                </c:pt>
                <c:pt idx="1033">
                  <c:v>34534</c:v>
                </c:pt>
                <c:pt idx="1034">
                  <c:v>34567</c:v>
                </c:pt>
                <c:pt idx="1035">
                  <c:v>34600</c:v>
                </c:pt>
                <c:pt idx="1036">
                  <c:v>34634</c:v>
                </c:pt>
                <c:pt idx="1037">
                  <c:v>34667</c:v>
                </c:pt>
                <c:pt idx="1038">
                  <c:v>34700</c:v>
                </c:pt>
                <c:pt idx="1039">
                  <c:v>34734</c:v>
                </c:pt>
                <c:pt idx="1040">
                  <c:v>34767</c:v>
                </c:pt>
                <c:pt idx="1041">
                  <c:v>34800</c:v>
                </c:pt>
                <c:pt idx="1042">
                  <c:v>34834</c:v>
                </c:pt>
                <c:pt idx="1043">
                  <c:v>34867</c:v>
                </c:pt>
                <c:pt idx="1044">
                  <c:v>34900</c:v>
                </c:pt>
                <c:pt idx="1045">
                  <c:v>34934</c:v>
                </c:pt>
                <c:pt idx="1046">
                  <c:v>34967</c:v>
                </c:pt>
                <c:pt idx="1047">
                  <c:v>35000</c:v>
                </c:pt>
                <c:pt idx="1048">
                  <c:v>35034</c:v>
                </c:pt>
                <c:pt idx="1049">
                  <c:v>35067</c:v>
                </c:pt>
                <c:pt idx="1050">
                  <c:v>35100</c:v>
                </c:pt>
                <c:pt idx="1051">
                  <c:v>35134</c:v>
                </c:pt>
                <c:pt idx="1052">
                  <c:v>35167</c:v>
                </c:pt>
                <c:pt idx="1053">
                  <c:v>35200</c:v>
                </c:pt>
                <c:pt idx="1054">
                  <c:v>35234</c:v>
                </c:pt>
                <c:pt idx="1055">
                  <c:v>35267</c:v>
                </c:pt>
                <c:pt idx="1056">
                  <c:v>35300</c:v>
                </c:pt>
                <c:pt idx="1057">
                  <c:v>35334</c:v>
                </c:pt>
                <c:pt idx="1058">
                  <c:v>35367</c:v>
                </c:pt>
                <c:pt idx="1059">
                  <c:v>35400</c:v>
                </c:pt>
                <c:pt idx="1060">
                  <c:v>35434</c:v>
                </c:pt>
                <c:pt idx="1061">
                  <c:v>35467</c:v>
                </c:pt>
                <c:pt idx="1062">
                  <c:v>35500</c:v>
                </c:pt>
                <c:pt idx="1063">
                  <c:v>35534</c:v>
                </c:pt>
                <c:pt idx="1064">
                  <c:v>35567</c:v>
                </c:pt>
                <c:pt idx="1065">
                  <c:v>35601</c:v>
                </c:pt>
                <c:pt idx="1066">
                  <c:v>35634</c:v>
                </c:pt>
                <c:pt idx="1067">
                  <c:v>35667</c:v>
                </c:pt>
                <c:pt idx="1068">
                  <c:v>35701</c:v>
                </c:pt>
                <c:pt idx="1069">
                  <c:v>35734</c:v>
                </c:pt>
                <c:pt idx="1070">
                  <c:v>35767</c:v>
                </c:pt>
                <c:pt idx="1071">
                  <c:v>35801</c:v>
                </c:pt>
                <c:pt idx="1072">
                  <c:v>35834</c:v>
                </c:pt>
                <c:pt idx="1073">
                  <c:v>35867</c:v>
                </c:pt>
                <c:pt idx="1074">
                  <c:v>35901</c:v>
                </c:pt>
                <c:pt idx="1075">
                  <c:v>35934</c:v>
                </c:pt>
                <c:pt idx="1076">
                  <c:v>35967</c:v>
                </c:pt>
                <c:pt idx="1077">
                  <c:v>36001</c:v>
                </c:pt>
                <c:pt idx="1078">
                  <c:v>36034</c:v>
                </c:pt>
                <c:pt idx="1079">
                  <c:v>36067</c:v>
                </c:pt>
                <c:pt idx="1080">
                  <c:v>36101</c:v>
                </c:pt>
                <c:pt idx="1081">
                  <c:v>36134</c:v>
                </c:pt>
                <c:pt idx="1082">
                  <c:v>36167</c:v>
                </c:pt>
                <c:pt idx="1083">
                  <c:v>36201</c:v>
                </c:pt>
                <c:pt idx="1084">
                  <c:v>36234</c:v>
                </c:pt>
                <c:pt idx="1085">
                  <c:v>36267</c:v>
                </c:pt>
                <c:pt idx="1086">
                  <c:v>36301</c:v>
                </c:pt>
                <c:pt idx="1087">
                  <c:v>36334</c:v>
                </c:pt>
                <c:pt idx="1088">
                  <c:v>36367</c:v>
                </c:pt>
                <c:pt idx="1089">
                  <c:v>36401</c:v>
                </c:pt>
                <c:pt idx="1090">
                  <c:v>36434</c:v>
                </c:pt>
                <c:pt idx="1091">
                  <c:v>36467</c:v>
                </c:pt>
                <c:pt idx="1092">
                  <c:v>36501</c:v>
                </c:pt>
                <c:pt idx="1093">
                  <c:v>36534</c:v>
                </c:pt>
                <c:pt idx="1094">
                  <c:v>36567</c:v>
                </c:pt>
                <c:pt idx="1095">
                  <c:v>36601</c:v>
                </c:pt>
                <c:pt idx="1096">
                  <c:v>36634</c:v>
                </c:pt>
                <c:pt idx="1097">
                  <c:v>36667</c:v>
                </c:pt>
                <c:pt idx="1098">
                  <c:v>36701</c:v>
                </c:pt>
                <c:pt idx="1099">
                  <c:v>36734</c:v>
                </c:pt>
                <c:pt idx="1100">
                  <c:v>36767</c:v>
                </c:pt>
              </c:numCache>
            </c:numRef>
          </c:cat>
          <c:val>
            <c:numRef>
              <c:f>'https://utokai.sharepoint.com/sites/msteams_21d92e/Shared Documents/光瞳孔反射研究プロジェクト/07色の組み合わせ(減光)/02.青緑/01.実験データ/20251128髙平/[20251128.takahira_B56G15.xlsm]照射後３sごと'!$F$3:$F$1113</c:f>
              <c:numCache>
                <c:formatCode>General</c:formatCode>
                <c:ptCount val="1111"/>
                <c:pt idx="0">
                  <c:v>9003</c:v>
                </c:pt>
                <c:pt idx="1">
                  <c:v>8998</c:v>
                </c:pt>
                <c:pt idx="2">
                  <c:v>9005</c:v>
                </c:pt>
                <c:pt idx="3">
                  <c:v>9016</c:v>
                </c:pt>
                <c:pt idx="4">
                  <c:v>9037</c:v>
                </c:pt>
                <c:pt idx="5">
                  <c:v>8955</c:v>
                </c:pt>
                <c:pt idx="6">
                  <c:v>9029</c:v>
                </c:pt>
                <c:pt idx="7">
                  <c:v>9034</c:v>
                </c:pt>
                <c:pt idx="8">
                  <c:v>8959</c:v>
                </c:pt>
                <c:pt idx="9">
                  <c:v>8937</c:v>
                </c:pt>
                <c:pt idx="10">
                  <c:v>9030</c:v>
                </c:pt>
                <c:pt idx="11">
                  <c:v>9049</c:v>
                </c:pt>
                <c:pt idx="12">
                  <c:v>9049</c:v>
                </c:pt>
                <c:pt idx="13">
                  <c:v>9044</c:v>
                </c:pt>
                <c:pt idx="14">
                  <c:v>9044</c:v>
                </c:pt>
                <c:pt idx="15">
                  <c:v>9056</c:v>
                </c:pt>
                <c:pt idx="16">
                  <c:v>8955</c:v>
                </c:pt>
                <c:pt idx="17">
                  <c:v>9041</c:v>
                </c:pt>
                <c:pt idx="18">
                  <c:v>8955</c:v>
                </c:pt>
                <c:pt idx="19">
                  <c:v>8950</c:v>
                </c:pt>
                <c:pt idx="20">
                  <c:v>9036</c:v>
                </c:pt>
                <c:pt idx="21">
                  <c:v>8955</c:v>
                </c:pt>
                <c:pt idx="22">
                  <c:v>9053</c:v>
                </c:pt>
                <c:pt idx="23">
                  <c:v>9046</c:v>
                </c:pt>
                <c:pt idx="24">
                  <c:v>9053</c:v>
                </c:pt>
                <c:pt idx="25">
                  <c:v>9034</c:v>
                </c:pt>
                <c:pt idx="26">
                  <c:v>9042</c:v>
                </c:pt>
                <c:pt idx="27">
                  <c:v>9114</c:v>
                </c:pt>
                <c:pt idx="28">
                  <c:v>9029</c:v>
                </c:pt>
                <c:pt idx="29">
                  <c:v>9111</c:v>
                </c:pt>
                <c:pt idx="30">
                  <c:v>9114</c:v>
                </c:pt>
                <c:pt idx="31">
                  <c:v>9117</c:v>
                </c:pt>
                <c:pt idx="32">
                  <c:v>9137</c:v>
                </c:pt>
                <c:pt idx="33">
                  <c:v>9115</c:v>
                </c:pt>
                <c:pt idx="34">
                  <c:v>9129</c:v>
                </c:pt>
                <c:pt idx="35">
                  <c:v>9129</c:v>
                </c:pt>
                <c:pt idx="36">
                  <c:v>9131</c:v>
                </c:pt>
                <c:pt idx="37">
                  <c:v>9127</c:v>
                </c:pt>
                <c:pt idx="38">
                  <c:v>9126</c:v>
                </c:pt>
                <c:pt idx="39">
                  <c:v>9037</c:v>
                </c:pt>
                <c:pt idx="40">
                  <c:v>9034</c:v>
                </c:pt>
                <c:pt idx="41">
                  <c:v>9107</c:v>
                </c:pt>
                <c:pt idx="42">
                  <c:v>9101</c:v>
                </c:pt>
                <c:pt idx="43">
                  <c:v>9108</c:v>
                </c:pt>
                <c:pt idx="44">
                  <c:v>9108</c:v>
                </c:pt>
                <c:pt idx="45">
                  <c:v>9030</c:v>
                </c:pt>
                <c:pt idx="46">
                  <c:v>9033</c:v>
                </c:pt>
                <c:pt idx="47">
                  <c:v>9023</c:v>
                </c:pt>
                <c:pt idx="48">
                  <c:v>9030</c:v>
                </c:pt>
                <c:pt idx="49">
                  <c:v>9030</c:v>
                </c:pt>
                <c:pt idx="50">
                  <c:v>9036</c:v>
                </c:pt>
                <c:pt idx="51">
                  <c:v>9030</c:v>
                </c:pt>
                <c:pt idx="52">
                  <c:v>9043</c:v>
                </c:pt>
                <c:pt idx="53">
                  <c:v>9031</c:v>
                </c:pt>
                <c:pt idx="54">
                  <c:v>9043</c:v>
                </c:pt>
                <c:pt idx="55">
                  <c:v>9037</c:v>
                </c:pt>
                <c:pt idx="56">
                  <c:v>9036</c:v>
                </c:pt>
                <c:pt idx="57">
                  <c:v>9029</c:v>
                </c:pt>
                <c:pt idx="58">
                  <c:v>9019</c:v>
                </c:pt>
                <c:pt idx="59">
                  <c:v>9034</c:v>
                </c:pt>
                <c:pt idx="60">
                  <c:v>9032</c:v>
                </c:pt>
                <c:pt idx="61">
                  <c:v>9034</c:v>
                </c:pt>
                <c:pt idx="62">
                  <c:v>9025</c:v>
                </c:pt>
                <c:pt idx="63">
                  <c:v>9026</c:v>
                </c:pt>
                <c:pt idx="64">
                  <c:v>9032</c:v>
                </c:pt>
                <c:pt idx="65">
                  <c:v>9029</c:v>
                </c:pt>
                <c:pt idx="66">
                  <c:v>9029</c:v>
                </c:pt>
                <c:pt idx="67">
                  <c:v>9034</c:v>
                </c:pt>
                <c:pt idx="68">
                  <c:v>8966</c:v>
                </c:pt>
                <c:pt idx="69">
                  <c:v>8959</c:v>
                </c:pt>
                <c:pt idx="70">
                  <c:v>8636</c:v>
                </c:pt>
                <c:pt idx="71">
                  <c:v>8313</c:v>
                </c:pt>
                <c:pt idx="72">
                  <c:v>7906</c:v>
                </c:pt>
                <c:pt idx="73">
                  <c:v>7436</c:v>
                </c:pt>
                <c:pt idx="74">
                  <c:v>7143</c:v>
                </c:pt>
                <c:pt idx="75">
                  <c:v>6932</c:v>
                </c:pt>
                <c:pt idx="76">
                  <c:v>6699</c:v>
                </c:pt>
                <c:pt idx="77">
                  <c:v>6418</c:v>
                </c:pt>
                <c:pt idx="78">
                  <c:v>6200</c:v>
                </c:pt>
                <c:pt idx="79">
                  <c:v>5988</c:v>
                </c:pt>
                <c:pt idx="80">
                  <c:v>5936</c:v>
                </c:pt>
                <c:pt idx="81">
                  <c:v>5718</c:v>
                </c:pt>
                <c:pt idx="82">
                  <c:v>5667</c:v>
                </c:pt>
                <c:pt idx="83">
                  <c:v>5535</c:v>
                </c:pt>
                <c:pt idx="84">
                  <c:v>5398</c:v>
                </c:pt>
                <c:pt idx="85">
                  <c:v>5269</c:v>
                </c:pt>
                <c:pt idx="86">
                  <c:v>5273</c:v>
                </c:pt>
                <c:pt idx="87">
                  <c:v>5147</c:v>
                </c:pt>
                <c:pt idx="88">
                  <c:v>5136</c:v>
                </c:pt>
                <c:pt idx="89">
                  <c:v>5087</c:v>
                </c:pt>
                <c:pt idx="90">
                  <c:v>5089</c:v>
                </c:pt>
                <c:pt idx="91">
                  <c:v>5063</c:v>
                </c:pt>
                <c:pt idx="92">
                  <c:v>4958</c:v>
                </c:pt>
                <c:pt idx="93">
                  <c:v>4957</c:v>
                </c:pt>
                <c:pt idx="94">
                  <c:v>4957</c:v>
                </c:pt>
                <c:pt idx="95">
                  <c:v>4956</c:v>
                </c:pt>
                <c:pt idx="96">
                  <c:v>4952</c:v>
                </c:pt>
                <c:pt idx="97">
                  <c:v>4951</c:v>
                </c:pt>
                <c:pt idx="98">
                  <c:v>4958</c:v>
                </c:pt>
                <c:pt idx="99">
                  <c:v>4959</c:v>
                </c:pt>
                <c:pt idx="100">
                  <c:v>4890</c:v>
                </c:pt>
                <c:pt idx="101">
                  <c:v>4788</c:v>
                </c:pt>
                <c:pt idx="102">
                  <c:v>4709</c:v>
                </c:pt>
                <c:pt idx="103">
                  <c:v>4654</c:v>
                </c:pt>
                <c:pt idx="104">
                  <c:v>4546</c:v>
                </c:pt>
                <c:pt idx="105">
                  <c:v>4483</c:v>
                </c:pt>
                <c:pt idx="106">
                  <c:v>4408</c:v>
                </c:pt>
                <c:pt idx="107">
                  <c:v>4250</c:v>
                </c:pt>
                <c:pt idx="108">
                  <c:v>4251</c:v>
                </c:pt>
                <c:pt idx="109">
                  <c:v>4192</c:v>
                </c:pt>
                <c:pt idx="110">
                  <c:v>4198</c:v>
                </c:pt>
                <c:pt idx="111">
                  <c:v>4142</c:v>
                </c:pt>
                <c:pt idx="112">
                  <c:v>4085</c:v>
                </c:pt>
                <c:pt idx="113">
                  <c:v>4019</c:v>
                </c:pt>
                <c:pt idx="114">
                  <c:v>3968</c:v>
                </c:pt>
                <c:pt idx="115">
                  <c:v>3971</c:v>
                </c:pt>
                <c:pt idx="116">
                  <c:v>3969</c:v>
                </c:pt>
                <c:pt idx="117">
                  <c:v>3966</c:v>
                </c:pt>
                <c:pt idx="118">
                  <c:v>3972</c:v>
                </c:pt>
                <c:pt idx="119">
                  <c:v>3969</c:v>
                </c:pt>
                <c:pt idx="120">
                  <c:v>3971</c:v>
                </c:pt>
                <c:pt idx="121">
                  <c:v>3961</c:v>
                </c:pt>
                <c:pt idx="122">
                  <c:v>4085</c:v>
                </c:pt>
                <c:pt idx="123">
                  <c:v>4084</c:v>
                </c:pt>
                <c:pt idx="124">
                  <c:v>4083</c:v>
                </c:pt>
                <c:pt idx="125">
                  <c:v>4123</c:v>
                </c:pt>
                <c:pt idx="126">
                  <c:v>4147</c:v>
                </c:pt>
                <c:pt idx="127">
                  <c:v>4197</c:v>
                </c:pt>
                <c:pt idx="128">
                  <c:v>4118</c:v>
                </c:pt>
                <c:pt idx="129">
                  <c:v>4082</c:v>
                </c:pt>
                <c:pt idx="130">
                  <c:v>4082</c:v>
                </c:pt>
                <c:pt idx="131">
                  <c:v>3968</c:v>
                </c:pt>
                <c:pt idx="132">
                  <c:v>3861</c:v>
                </c:pt>
                <c:pt idx="133">
                  <c:v>3856</c:v>
                </c:pt>
                <c:pt idx="134">
                  <c:v>3807</c:v>
                </c:pt>
                <c:pt idx="135">
                  <c:v>3765</c:v>
                </c:pt>
                <c:pt idx="136">
                  <c:v>3643</c:v>
                </c:pt>
                <c:pt idx="137">
                  <c:v>3645</c:v>
                </c:pt>
                <c:pt idx="138">
                  <c:v>3589</c:v>
                </c:pt>
                <c:pt idx="139">
                  <c:v>3546</c:v>
                </c:pt>
                <c:pt idx="140">
                  <c:v>3547</c:v>
                </c:pt>
                <c:pt idx="141">
                  <c:v>3493</c:v>
                </c:pt>
                <c:pt idx="142">
                  <c:v>3498</c:v>
                </c:pt>
                <c:pt idx="143">
                  <c:v>3500</c:v>
                </c:pt>
                <c:pt idx="144">
                  <c:v>3487</c:v>
                </c:pt>
                <c:pt idx="145">
                  <c:v>3440</c:v>
                </c:pt>
                <c:pt idx="146">
                  <c:v>3449</c:v>
                </c:pt>
                <c:pt idx="147">
                  <c:v>3489</c:v>
                </c:pt>
                <c:pt idx="148">
                  <c:v>3492</c:v>
                </c:pt>
                <c:pt idx="149">
                  <c:v>3497</c:v>
                </c:pt>
                <c:pt idx="150">
                  <c:v>3547</c:v>
                </c:pt>
                <c:pt idx="151">
                  <c:v>3601</c:v>
                </c:pt>
                <c:pt idx="152">
                  <c:v>3647</c:v>
                </c:pt>
                <c:pt idx="153">
                  <c:v>3753</c:v>
                </c:pt>
                <c:pt idx="154">
                  <c:v>3797</c:v>
                </c:pt>
                <c:pt idx="155">
                  <c:v>3861</c:v>
                </c:pt>
                <c:pt idx="156">
                  <c:v>3920</c:v>
                </c:pt>
                <c:pt idx="157">
                  <c:v>3907</c:v>
                </c:pt>
                <c:pt idx="158">
                  <c:v>4022</c:v>
                </c:pt>
                <c:pt idx="159">
                  <c:v>4032</c:v>
                </c:pt>
                <c:pt idx="160">
                  <c:v>4032</c:v>
                </c:pt>
                <c:pt idx="161">
                  <c:v>3916</c:v>
                </c:pt>
                <c:pt idx="162">
                  <c:v>3863</c:v>
                </c:pt>
                <c:pt idx="163">
                  <c:v>3758</c:v>
                </c:pt>
                <c:pt idx="164">
                  <c:v>3711</c:v>
                </c:pt>
                <c:pt idx="165">
                  <c:v>3605</c:v>
                </c:pt>
                <c:pt idx="166">
                  <c:v>3549</c:v>
                </c:pt>
                <c:pt idx="167">
                  <c:v>3504</c:v>
                </c:pt>
                <c:pt idx="168">
                  <c:v>3443</c:v>
                </c:pt>
                <c:pt idx="169">
                  <c:v>3446</c:v>
                </c:pt>
                <c:pt idx="170">
                  <c:v>3383</c:v>
                </c:pt>
                <c:pt idx="171">
                  <c:v>3382</c:v>
                </c:pt>
                <c:pt idx="172">
                  <c:v>3382</c:v>
                </c:pt>
                <c:pt idx="173">
                  <c:v>3392</c:v>
                </c:pt>
                <c:pt idx="174">
                  <c:v>3348</c:v>
                </c:pt>
                <c:pt idx="175">
                  <c:v>3385</c:v>
                </c:pt>
                <c:pt idx="176">
                  <c:v>3446</c:v>
                </c:pt>
                <c:pt idx="177">
                  <c:v>3446</c:v>
                </c:pt>
                <c:pt idx="178">
                  <c:v>3498</c:v>
                </c:pt>
                <c:pt idx="179">
                  <c:v>3590</c:v>
                </c:pt>
                <c:pt idx="180">
                  <c:v>3643</c:v>
                </c:pt>
                <c:pt idx="181">
                  <c:v>3763</c:v>
                </c:pt>
                <c:pt idx="182">
                  <c:v>3762</c:v>
                </c:pt>
                <c:pt idx="183">
                  <c:v>3866</c:v>
                </c:pt>
                <c:pt idx="184">
                  <c:v>3909</c:v>
                </c:pt>
                <c:pt idx="185">
                  <c:v>3914</c:v>
                </c:pt>
                <c:pt idx="186">
                  <c:v>3910</c:v>
                </c:pt>
                <c:pt idx="187">
                  <c:v>3985</c:v>
                </c:pt>
                <c:pt idx="188">
                  <c:v>3910</c:v>
                </c:pt>
                <c:pt idx="189">
                  <c:v>3857</c:v>
                </c:pt>
                <c:pt idx="190">
                  <c:v>3859</c:v>
                </c:pt>
                <c:pt idx="191">
                  <c:v>3756</c:v>
                </c:pt>
                <c:pt idx="192">
                  <c:v>3646</c:v>
                </c:pt>
                <c:pt idx="193">
                  <c:v>3547</c:v>
                </c:pt>
                <c:pt idx="194">
                  <c:v>3499</c:v>
                </c:pt>
                <c:pt idx="195">
                  <c:v>3382</c:v>
                </c:pt>
                <c:pt idx="196">
                  <c:v>3357</c:v>
                </c:pt>
                <c:pt idx="197">
                  <c:v>3289</c:v>
                </c:pt>
                <c:pt idx="198">
                  <c:v>3237</c:v>
                </c:pt>
                <c:pt idx="199">
                  <c:v>3234</c:v>
                </c:pt>
                <c:pt idx="200">
                  <c:v>3202</c:v>
                </c:pt>
                <c:pt idx="201">
                  <c:v>3146</c:v>
                </c:pt>
                <c:pt idx="202">
                  <c:v>3203</c:v>
                </c:pt>
                <c:pt idx="203">
                  <c:v>3131</c:v>
                </c:pt>
                <c:pt idx="204">
                  <c:v>3146</c:v>
                </c:pt>
                <c:pt idx="205">
                  <c:v>3154</c:v>
                </c:pt>
                <c:pt idx="206">
                  <c:v>3151</c:v>
                </c:pt>
                <c:pt idx="207">
                  <c:v>3139</c:v>
                </c:pt>
                <c:pt idx="208">
                  <c:v>3187</c:v>
                </c:pt>
                <c:pt idx="209">
                  <c:v>3237</c:v>
                </c:pt>
                <c:pt idx="210">
                  <c:v>3238</c:v>
                </c:pt>
                <c:pt idx="211">
                  <c:v>3340</c:v>
                </c:pt>
                <c:pt idx="212">
                  <c:v>3449</c:v>
                </c:pt>
                <c:pt idx="213">
                  <c:v>3494</c:v>
                </c:pt>
                <c:pt idx="214">
                  <c:v>3493</c:v>
                </c:pt>
                <c:pt idx="215">
                  <c:v>3587</c:v>
                </c:pt>
                <c:pt idx="216">
                  <c:v>3644</c:v>
                </c:pt>
                <c:pt idx="217">
                  <c:v>3713</c:v>
                </c:pt>
                <c:pt idx="218">
                  <c:v>3766</c:v>
                </c:pt>
                <c:pt idx="219">
                  <c:v>3650</c:v>
                </c:pt>
                <c:pt idx="220">
                  <c:v>3645</c:v>
                </c:pt>
                <c:pt idx="221">
                  <c:v>3598</c:v>
                </c:pt>
                <c:pt idx="222">
                  <c:v>3494</c:v>
                </c:pt>
                <c:pt idx="223">
                  <c:v>3451</c:v>
                </c:pt>
                <c:pt idx="224">
                  <c:v>3338</c:v>
                </c:pt>
                <c:pt idx="225">
                  <c:v>3304</c:v>
                </c:pt>
                <c:pt idx="226">
                  <c:v>3245</c:v>
                </c:pt>
                <c:pt idx="227">
                  <c:v>3192</c:v>
                </c:pt>
                <c:pt idx="228">
                  <c:v>3201</c:v>
                </c:pt>
                <c:pt idx="229">
                  <c:v>3089</c:v>
                </c:pt>
                <c:pt idx="230">
                  <c:v>3097</c:v>
                </c:pt>
                <c:pt idx="231">
                  <c:v>3095</c:v>
                </c:pt>
                <c:pt idx="232">
                  <c:v>3052</c:v>
                </c:pt>
                <c:pt idx="233">
                  <c:v>3035</c:v>
                </c:pt>
                <c:pt idx="234">
                  <c:v>3047</c:v>
                </c:pt>
                <c:pt idx="235">
                  <c:v>3107</c:v>
                </c:pt>
                <c:pt idx="236">
                  <c:v>3092</c:v>
                </c:pt>
                <c:pt idx="237">
                  <c:v>3089</c:v>
                </c:pt>
                <c:pt idx="238">
                  <c:v>3192</c:v>
                </c:pt>
                <c:pt idx="239">
                  <c:v>3194</c:v>
                </c:pt>
                <c:pt idx="240">
                  <c:v>3236</c:v>
                </c:pt>
                <c:pt idx="241">
                  <c:v>3347</c:v>
                </c:pt>
                <c:pt idx="242">
                  <c:v>3385</c:v>
                </c:pt>
                <c:pt idx="243">
                  <c:v>3443</c:v>
                </c:pt>
                <c:pt idx="244">
                  <c:v>3501</c:v>
                </c:pt>
                <c:pt idx="245">
                  <c:v>3547</c:v>
                </c:pt>
                <c:pt idx="246">
                  <c:v>3600</c:v>
                </c:pt>
                <c:pt idx="247">
                  <c:v>3611</c:v>
                </c:pt>
                <c:pt idx="248">
                  <c:v>3603</c:v>
                </c:pt>
                <c:pt idx="249">
                  <c:v>3604</c:v>
                </c:pt>
                <c:pt idx="250">
                  <c:v>3557</c:v>
                </c:pt>
                <c:pt idx="251">
                  <c:v>3444</c:v>
                </c:pt>
                <c:pt idx="252">
                  <c:v>3338</c:v>
                </c:pt>
                <c:pt idx="253">
                  <c:v>3297</c:v>
                </c:pt>
                <c:pt idx="254">
                  <c:v>3234</c:v>
                </c:pt>
                <c:pt idx="255">
                  <c:v>3139</c:v>
                </c:pt>
                <c:pt idx="256">
                  <c:v>3087</c:v>
                </c:pt>
                <c:pt idx="257">
                  <c:v>3026</c:v>
                </c:pt>
                <c:pt idx="258">
                  <c:v>2984</c:v>
                </c:pt>
                <c:pt idx="259">
                  <c:v>2980</c:v>
                </c:pt>
                <c:pt idx="260">
                  <c:v>2987</c:v>
                </c:pt>
                <c:pt idx="261">
                  <c:v>2989</c:v>
                </c:pt>
                <c:pt idx="262">
                  <c:v>2992</c:v>
                </c:pt>
                <c:pt idx="263">
                  <c:v>2937</c:v>
                </c:pt>
                <c:pt idx="264">
                  <c:v>2986</c:v>
                </c:pt>
                <c:pt idx="265">
                  <c:v>2981</c:v>
                </c:pt>
                <c:pt idx="266">
                  <c:v>2977</c:v>
                </c:pt>
                <c:pt idx="267">
                  <c:v>3036</c:v>
                </c:pt>
                <c:pt idx="268">
                  <c:v>3086</c:v>
                </c:pt>
                <c:pt idx="269">
                  <c:v>3089</c:v>
                </c:pt>
                <c:pt idx="270">
                  <c:v>3199</c:v>
                </c:pt>
                <c:pt idx="271">
                  <c:v>3236</c:v>
                </c:pt>
                <c:pt idx="272">
                  <c:v>3285</c:v>
                </c:pt>
                <c:pt idx="273">
                  <c:v>3340</c:v>
                </c:pt>
                <c:pt idx="274">
                  <c:v>3384</c:v>
                </c:pt>
                <c:pt idx="275">
                  <c:v>3499</c:v>
                </c:pt>
                <c:pt idx="276">
                  <c:v>3552</c:v>
                </c:pt>
                <c:pt idx="277">
                  <c:v>3584</c:v>
                </c:pt>
                <c:pt idx="278">
                  <c:v>3644</c:v>
                </c:pt>
                <c:pt idx="279">
                  <c:v>3714</c:v>
                </c:pt>
                <c:pt idx="280">
                  <c:v>3603</c:v>
                </c:pt>
                <c:pt idx="281">
                  <c:v>3602</c:v>
                </c:pt>
                <c:pt idx="282">
                  <c:v>3444</c:v>
                </c:pt>
                <c:pt idx="283">
                  <c:v>3393</c:v>
                </c:pt>
                <c:pt idx="284">
                  <c:v>3352</c:v>
                </c:pt>
                <c:pt idx="285">
                  <c:v>3302</c:v>
                </c:pt>
                <c:pt idx="286">
                  <c:v>3235</c:v>
                </c:pt>
                <c:pt idx="287">
                  <c:v>3198</c:v>
                </c:pt>
                <c:pt idx="288">
                  <c:v>3191</c:v>
                </c:pt>
                <c:pt idx="289">
                  <c:v>3131</c:v>
                </c:pt>
                <c:pt idx="290">
                  <c:v>3140</c:v>
                </c:pt>
                <c:pt idx="291">
                  <c:v>3134</c:v>
                </c:pt>
                <c:pt idx="292">
                  <c:v>3136</c:v>
                </c:pt>
                <c:pt idx="293">
                  <c:v>3142</c:v>
                </c:pt>
                <c:pt idx="294">
                  <c:v>3147</c:v>
                </c:pt>
                <c:pt idx="295">
                  <c:v>3142</c:v>
                </c:pt>
                <c:pt idx="296">
                  <c:v>3194</c:v>
                </c:pt>
                <c:pt idx="297">
                  <c:v>3245</c:v>
                </c:pt>
                <c:pt idx="298">
                  <c:v>3334</c:v>
                </c:pt>
                <c:pt idx="299">
                  <c:v>3346</c:v>
                </c:pt>
                <c:pt idx="300">
                  <c:v>3449</c:v>
                </c:pt>
                <c:pt idx="301">
                  <c:v>3499</c:v>
                </c:pt>
                <c:pt idx="302">
                  <c:v>3605</c:v>
                </c:pt>
                <c:pt idx="303">
                  <c:v>3649</c:v>
                </c:pt>
                <c:pt idx="304">
                  <c:v>3710</c:v>
                </c:pt>
                <c:pt idx="305">
                  <c:v>3753</c:v>
                </c:pt>
                <c:pt idx="306">
                  <c:v>3760</c:v>
                </c:pt>
                <c:pt idx="307">
                  <c:v>3808</c:v>
                </c:pt>
                <c:pt idx="308">
                  <c:v>3862</c:v>
                </c:pt>
                <c:pt idx="309">
                  <c:v>3817</c:v>
                </c:pt>
                <c:pt idx="310">
                  <c:v>3712</c:v>
                </c:pt>
                <c:pt idx="311">
                  <c:v>3606</c:v>
                </c:pt>
                <c:pt idx="312">
                  <c:v>3499</c:v>
                </c:pt>
                <c:pt idx="313">
                  <c:v>3390</c:v>
                </c:pt>
                <c:pt idx="314">
                  <c:v>3351</c:v>
                </c:pt>
                <c:pt idx="315">
                  <c:v>3242</c:v>
                </c:pt>
                <c:pt idx="316">
                  <c:v>3134</c:v>
                </c:pt>
                <c:pt idx="317">
                  <c:v>3140</c:v>
                </c:pt>
                <c:pt idx="318">
                  <c:v>3094</c:v>
                </c:pt>
                <c:pt idx="319">
                  <c:v>3098</c:v>
                </c:pt>
                <c:pt idx="320">
                  <c:v>3093</c:v>
                </c:pt>
                <c:pt idx="321">
                  <c:v>3090</c:v>
                </c:pt>
                <c:pt idx="322">
                  <c:v>3039</c:v>
                </c:pt>
                <c:pt idx="323">
                  <c:v>3093</c:v>
                </c:pt>
                <c:pt idx="324">
                  <c:v>3100</c:v>
                </c:pt>
                <c:pt idx="325">
                  <c:v>3088</c:v>
                </c:pt>
                <c:pt idx="326">
                  <c:v>3140</c:v>
                </c:pt>
                <c:pt idx="327">
                  <c:v>3188</c:v>
                </c:pt>
                <c:pt idx="328">
                  <c:v>3233</c:v>
                </c:pt>
                <c:pt idx="329">
                  <c:v>3339</c:v>
                </c:pt>
                <c:pt idx="330">
                  <c:v>3336</c:v>
                </c:pt>
                <c:pt idx="331">
                  <c:v>3446</c:v>
                </c:pt>
                <c:pt idx="332">
                  <c:v>3440</c:v>
                </c:pt>
                <c:pt idx="333">
                  <c:v>3556</c:v>
                </c:pt>
                <c:pt idx="334">
                  <c:v>3543</c:v>
                </c:pt>
                <c:pt idx="335">
                  <c:v>3602</c:v>
                </c:pt>
                <c:pt idx="336">
                  <c:v>3604</c:v>
                </c:pt>
                <c:pt idx="337">
                  <c:v>3604</c:v>
                </c:pt>
                <c:pt idx="338">
                  <c:v>3656</c:v>
                </c:pt>
                <c:pt idx="339">
                  <c:v>3609</c:v>
                </c:pt>
                <c:pt idx="340">
                  <c:v>3538</c:v>
                </c:pt>
                <c:pt idx="341">
                  <c:v>3439</c:v>
                </c:pt>
                <c:pt idx="342">
                  <c:v>3345</c:v>
                </c:pt>
                <c:pt idx="343">
                  <c:v>3239</c:v>
                </c:pt>
                <c:pt idx="344">
                  <c:v>3185</c:v>
                </c:pt>
                <c:pt idx="345">
                  <c:v>3089</c:v>
                </c:pt>
                <c:pt idx="346">
                  <c:v>3096</c:v>
                </c:pt>
                <c:pt idx="347">
                  <c:v>2986</c:v>
                </c:pt>
                <c:pt idx="348">
                  <c:v>2978</c:v>
                </c:pt>
                <c:pt idx="349">
                  <c:v>2980</c:v>
                </c:pt>
                <c:pt idx="350">
                  <c:v>2991</c:v>
                </c:pt>
                <c:pt idx="351">
                  <c:v>2927</c:v>
                </c:pt>
                <c:pt idx="352">
                  <c:v>2980</c:v>
                </c:pt>
                <c:pt idx="353">
                  <c:v>2941</c:v>
                </c:pt>
                <c:pt idx="354">
                  <c:v>2976</c:v>
                </c:pt>
                <c:pt idx="355">
                  <c:v>2978</c:v>
                </c:pt>
                <c:pt idx="356">
                  <c:v>2993</c:v>
                </c:pt>
                <c:pt idx="357">
                  <c:v>3046</c:v>
                </c:pt>
                <c:pt idx="358">
                  <c:v>3092</c:v>
                </c:pt>
                <c:pt idx="359">
                  <c:v>3143</c:v>
                </c:pt>
                <c:pt idx="360">
                  <c:v>3243</c:v>
                </c:pt>
                <c:pt idx="361">
                  <c:v>3238</c:v>
                </c:pt>
                <c:pt idx="362">
                  <c:v>3337</c:v>
                </c:pt>
                <c:pt idx="363">
                  <c:v>3440</c:v>
                </c:pt>
                <c:pt idx="364">
                  <c:v>3501</c:v>
                </c:pt>
                <c:pt idx="365">
                  <c:v>3546</c:v>
                </c:pt>
                <c:pt idx="366">
                  <c:v>3602</c:v>
                </c:pt>
                <c:pt idx="367">
                  <c:v>3603</c:v>
                </c:pt>
                <c:pt idx="368">
                  <c:v>3649</c:v>
                </c:pt>
                <c:pt idx="369">
                  <c:v>3652</c:v>
                </c:pt>
                <c:pt idx="370">
                  <c:v>3713</c:v>
                </c:pt>
                <c:pt idx="371">
                  <c:v>3766</c:v>
                </c:pt>
                <c:pt idx="372">
                  <c:v>3806</c:v>
                </c:pt>
                <c:pt idx="373">
                  <c:v>3857</c:v>
                </c:pt>
                <c:pt idx="374">
                  <c:v>3861</c:v>
                </c:pt>
                <c:pt idx="375">
                  <c:v>3915</c:v>
                </c:pt>
                <c:pt idx="376">
                  <c:v>4020</c:v>
                </c:pt>
                <c:pt idx="377">
                  <c:v>4026</c:v>
                </c:pt>
                <c:pt idx="378">
                  <c:v>4075</c:v>
                </c:pt>
                <c:pt idx="379">
                  <c:v>4141</c:v>
                </c:pt>
                <c:pt idx="380">
                  <c:v>4196</c:v>
                </c:pt>
                <c:pt idx="381">
                  <c:v>4253</c:v>
                </c:pt>
                <c:pt idx="382">
                  <c:v>4248</c:v>
                </c:pt>
                <c:pt idx="383">
                  <c:v>4311</c:v>
                </c:pt>
                <c:pt idx="384">
                  <c:v>4307</c:v>
                </c:pt>
                <c:pt idx="385">
                  <c:v>4372</c:v>
                </c:pt>
                <c:pt idx="386">
                  <c:v>4437</c:v>
                </c:pt>
                <c:pt idx="387">
                  <c:v>4429</c:v>
                </c:pt>
                <c:pt idx="388">
                  <c:v>4478</c:v>
                </c:pt>
                <c:pt idx="389">
                  <c:v>4484</c:v>
                </c:pt>
                <c:pt idx="390">
                  <c:v>4483</c:v>
                </c:pt>
                <c:pt idx="391">
                  <c:v>4534</c:v>
                </c:pt>
                <c:pt idx="392">
                  <c:v>4607</c:v>
                </c:pt>
                <c:pt idx="393">
                  <c:v>4603</c:v>
                </c:pt>
                <c:pt idx="394">
                  <c:v>4668</c:v>
                </c:pt>
                <c:pt idx="395">
                  <c:v>4653</c:v>
                </c:pt>
                <c:pt idx="396">
                  <c:v>4721</c:v>
                </c:pt>
                <c:pt idx="397">
                  <c:v>4728</c:v>
                </c:pt>
                <c:pt idx="398">
                  <c:v>4774</c:v>
                </c:pt>
                <c:pt idx="399">
                  <c:v>4770</c:v>
                </c:pt>
                <c:pt idx="400">
                  <c:v>4771</c:v>
                </c:pt>
                <c:pt idx="401">
                  <c:v>4904</c:v>
                </c:pt>
                <c:pt idx="402">
                  <c:v>4901</c:v>
                </c:pt>
                <c:pt idx="403">
                  <c:v>4897</c:v>
                </c:pt>
                <c:pt idx="404">
                  <c:v>4957</c:v>
                </c:pt>
                <c:pt idx="405">
                  <c:v>4955</c:v>
                </c:pt>
                <c:pt idx="406">
                  <c:v>4955</c:v>
                </c:pt>
                <c:pt idx="407">
                  <c:v>5026</c:v>
                </c:pt>
                <c:pt idx="408">
                  <c:v>5030</c:v>
                </c:pt>
                <c:pt idx="409">
                  <c:v>5083</c:v>
                </c:pt>
                <c:pt idx="410">
                  <c:v>5080</c:v>
                </c:pt>
                <c:pt idx="411">
                  <c:v>5089</c:v>
                </c:pt>
                <c:pt idx="412">
                  <c:v>5090</c:v>
                </c:pt>
                <c:pt idx="413">
                  <c:v>5142</c:v>
                </c:pt>
                <c:pt idx="414">
                  <c:v>5130</c:v>
                </c:pt>
                <c:pt idx="415">
                  <c:v>5203</c:v>
                </c:pt>
                <c:pt idx="416">
                  <c:v>5213</c:v>
                </c:pt>
                <c:pt idx="417">
                  <c:v>5212</c:v>
                </c:pt>
                <c:pt idx="418">
                  <c:v>5210</c:v>
                </c:pt>
                <c:pt idx="419">
                  <c:v>5280</c:v>
                </c:pt>
                <c:pt idx="420">
                  <c:v>5275</c:v>
                </c:pt>
                <c:pt idx="421">
                  <c:v>5280</c:v>
                </c:pt>
                <c:pt idx="422">
                  <c:v>5277</c:v>
                </c:pt>
                <c:pt idx="423">
                  <c:v>5269</c:v>
                </c:pt>
                <c:pt idx="424">
                  <c:v>5344</c:v>
                </c:pt>
                <c:pt idx="425">
                  <c:v>5339</c:v>
                </c:pt>
                <c:pt idx="426">
                  <c:v>5342</c:v>
                </c:pt>
                <c:pt idx="427">
                  <c:v>5343</c:v>
                </c:pt>
                <c:pt idx="428">
                  <c:v>5323</c:v>
                </c:pt>
                <c:pt idx="429">
                  <c:v>5392</c:v>
                </c:pt>
                <c:pt idx="430">
                  <c:v>5388</c:v>
                </c:pt>
                <c:pt idx="431">
                  <c:v>5399</c:v>
                </c:pt>
                <c:pt idx="432">
                  <c:v>5393</c:v>
                </c:pt>
                <c:pt idx="433">
                  <c:v>5395</c:v>
                </c:pt>
                <c:pt idx="434">
                  <c:v>5389</c:v>
                </c:pt>
                <c:pt idx="435">
                  <c:v>5395</c:v>
                </c:pt>
                <c:pt idx="436">
                  <c:v>5390</c:v>
                </c:pt>
                <c:pt idx="437">
                  <c:v>5538</c:v>
                </c:pt>
                <c:pt idx="438">
                  <c:v>5532</c:v>
                </c:pt>
                <c:pt idx="439">
                  <c:v>5542</c:v>
                </c:pt>
                <c:pt idx="440">
                  <c:v>5542</c:v>
                </c:pt>
                <c:pt idx="441">
                  <c:v>5540</c:v>
                </c:pt>
                <c:pt idx="442">
                  <c:v>5532</c:v>
                </c:pt>
                <c:pt idx="443">
                  <c:v>5533</c:v>
                </c:pt>
                <c:pt idx="444">
                  <c:v>5541</c:v>
                </c:pt>
                <c:pt idx="445">
                  <c:v>5541</c:v>
                </c:pt>
                <c:pt idx="446">
                  <c:v>5541</c:v>
                </c:pt>
                <c:pt idx="447">
                  <c:v>5542</c:v>
                </c:pt>
                <c:pt idx="448">
                  <c:v>5589</c:v>
                </c:pt>
                <c:pt idx="449">
                  <c:v>5583</c:v>
                </c:pt>
                <c:pt idx="450">
                  <c:v>5651</c:v>
                </c:pt>
                <c:pt idx="451">
                  <c:v>5584</c:v>
                </c:pt>
                <c:pt idx="452">
                  <c:v>5586</c:v>
                </c:pt>
                <c:pt idx="453">
                  <c:v>5660</c:v>
                </c:pt>
                <c:pt idx="454">
                  <c:v>5659</c:v>
                </c:pt>
                <c:pt idx="455">
                  <c:v>5723</c:v>
                </c:pt>
                <c:pt idx="456">
                  <c:v>5724</c:v>
                </c:pt>
                <c:pt idx="457">
                  <c:v>5718</c:v>
                </c:pt>
                <c:pt idx="458">
                  <c:v>5722</c:v>
                </c:pt>
                <c:pt idx="459">
                  <c:v>5725</c:v>
                </c:pt>
                <c:pt idx="460">
                  <c:v>5723</c:v>
                </c:pt>
                <c:pt idx="461">
                  <c:v>5797</c:v>
                </c:pt>
                <c:pt idx="462">
                  <c:v>5860</c:v>
                </c:pt>
                <c:pt idx="463">
                  <c:v>5798</c:v>
                </c:pt>
                <c:pt idx="464">
                  <c:v>5866</c:v>
                </c:pt>
                <c:pt idx="465">
                  <c:v>5863</c:v>
                </c:pt>
                <c:pt idx="466">
                  <c:v>5858</c:v>
                </c:pt>
                <c:pt idx="467">
                  <c:v>5863</c:v>
                </c:pt>
                <c:pt idx="468">
                  <c:v>5938</c:v>
                </c:pt>
                <c:pt idx="469">
                  <c:v>5861</c:v>
                </c:pt>
                <c:pt idx="470">
                  <c:v>5857</c:v>
                </c:pt>
                <c:pt idx="471">
                  <c:v>5857</c:v>
                </c:pt>
                <c:pt idx="472">
                  <c:v>5856</c:v>
                </c:pt>
                <c:pt idx="473">
                  <c:v>5857</c:v>
                </c:pt>
                <c:pt idx="474">
                  <c:v>5860</c:v>
                </c:pt>
                <c:pt idx="475">
                  <c:v>5915</c:v>
                </c:pt>
                <c:pt idx="476">
                  <c:v>5867</c:v>
                </c:pt>
                <c:pt idx="477">
                  <c:v>5910</c:v>
                </c:pt>
                <c:pt idx="478">
                  <c:v>5919</c:v>
                </c:pt>
                <c:pt idx="479">
                  <c:v>5994</c:v>
                </c:pt>
                <c:pt idx="480">
                  <c:v>5911</c:v>
                </c:pt>
                <c:pt idx="481">
                  <c:v>5929</c:v>
                </c:pt>
                <c:pt idx="482">
                  <c:v>5988</c:v>
                </c:pt>
                <c:pt idx="483">
                  <c:v>5929</c:v>
                </c:pt>
                <c:pt idx="484">
                  <c:v>5924</c:v>
                </c:pt>
                <c:pt idx="485">
                  <c:v>5993</c:v>
                </c:pt>
                <c:pt idx="486">
                  <c:v>6008</c:v>
                </c:pt>
                <c:pt idx="487">
                  <c:v>5989</c:v>
                </c:pt>
                <c:pt idx="488">
                  <c:v>6051</c:v>
                </c:pt>
                <c:pt idx="489">
                  <c:v>6059</c:v>
                </c:pt>
                <c:pt idx="490">
                  <c:v>6060</c:v>
                </c:pt>
                <c:pt idx="491">
                  <c:v>6051</c:v>
                </c:pt>
                <c:pt idx="492">
                  <c:v>6059</c:v>
                </c:pt>
                <c:pt idx="493">
                  <c:v>6066</c:v>
                </c:pt>
                <c:pt idx="494">
                  <c:v>6064</c:v>
                </c:pt>
                <c:pt idx="495">
                  <c:v>6064</c:v>
                </c:pt>
                <c:pt idx="496">
                  <c:v>6065</c:v>
                </c:pt>
                <c:pt idx="497">
                  <c:v>6130</c:v>
                </c:pt>
                <c:pt idx="498">
                  <c:v>6125</c:v>
                </c:pt>
                <c:pt idx="499">
                  <c:v>6133</c:v>
                </c:pt>
                <c:pt idx="500">
                  <c:v>6148</c:v>
                </c:pt>
                <c:pt idx="501">
                  <c:v>6187</c:v>
                </c:pt>
                <c:pt idx="502">
                  <c:v>6194</c:v>
                </c:pt>
                <c:pt idx="503">
                  <c:v>6197</c:v>
                </c:pt>
                <c:pt idx="504">
                  <c:v>6193</c:v>
                </c:pt>
                <c:pt idx="505">
                  <c:v>6189</c:v>
                </c:pt>
                <c:pt idx="506">
                  <c:v>6197</c:v>
                </c:pt>
                <c:pt idx="507">
                  <c:v>6200</c:v>
                </c:pt>
                <c:pt idx="508">
                  <c:v>6194</c:v>
                </c:pt>
                <c:pt idx="509">
                  <c:v>6192</c:v>
                </c:pt>
                <c:pt idx="510">
                  <c:v>6197</c:v>
                </c:pt>
                <c:pt idx="511">
                  <c:v>6189</c:v>
                </c:pt>
                <c:pt idx="512">
                  <c:v>6197</c:v>
                </c:pt>
                <c:pt idx="513">
                  <c:v>6198</c:v>
                </c:pt>
                <c:pt idx="514">
                  <c:v>6253</c:v>
                </c:pt>
                <c:pt idx="515">
                  <c:v>6263</c:v>
                </c:pt>
                <c:pt idx="516">
                  <c:v>6193</c:v>
                </c:pt>
                <c:pt idx="517">
                  <c:v>6257</c:v>
                </c:pt>
                <c:pt idx="518">
                  <c:v>6347</c:v>
                </c:pt>
                <c:pt idx="519">
                  <c:v>6342</c:v>
                </c:pt>
                <c:pt idx="520">
                  <c:v>6326</c:v>
                </c:pt>
                <c:pt idx="521">
                  <c:v>6338</c:v>
                </c:pt>
                <c:pt idx="522">
                  <c:v>6346</c:v>
                </c:pt>
                <c:pt idx="523">
                  <c:v>6346</c:v>
                </c:pt>
                <c:pt idx="524">
                  <c:v>6342</c:v>
                </c:pt>
                <c:pt idx="525">
                  <c:v>6337</c:v>
                </c:pt>
                <c:pt idx="526">
                  <c:v>6343</c:v>
                </c:pt>
                <c:pt idx="527">
                  <c:v>6347</c:v>
                </c:pt>
                <c:pt idx="528">
                  <c:v>6336</c:v>
                </c:pt>
                <c:pt idx="529">
                  <c:v>6343</c:v>
                </c:pt>
                <c:pt idx="530">
                  <c:v>6401</c:v>
                </c:pt>
                <c:pt idx="531">
                  <c:v>6332</c:v>
                </c:pt>
                <c:pt idx="532">
                  <c:v>6335</c:v>
                </c:pt>
                <c:pt idx="533">
                  <c:v>6396</c:v>
                </c:pt>
                <c:pt idx="534">
                  <c:v>6404</c:v>
                </c:pt>
                <c:pt idx="535">
                  <c:v>6396</c:v>
                </c:pt>
                <c:pt idx="536">
                  <c:v>6402</c:v>
                </c:pt>
                <c:pt idx="537">
                  <c:v>6477</c:v>
                </c:pt>
                <c:pt idx="538">
                  <c:v>6471</c:v>
                </c:pt>
                <c:pt idx="539">
                  <c:v>6478</c:v>
                </c:pt>
                <c:pt idx="540">
                  <c:v>6474</c:v>
                </c:pt>
                <c:pt idx="541">
                  <c:v>6464</c:v>
                </c:pt>
                <c:pt idx="542">
                  <c:v>6475</c:v>
                </c:pt>
                <c:pt idx="543">
                  <c:v>6545</c:v>
                </c:pt>
                <c:pt idx="544">
                  <c:v>6475</c:v>
                </c:pt>
                <c:pt idx="545">
                  <c:v>6479</c:v>
                </c:pt>
                <c:pt idx="546">
                  <c:v>6547</c:v>
                </c:pt>
                <c:pt idx="547">
                  <c:v>6550</c:v>
                </c:pt>
                <c:pt idx="548">
                  <c:v>6552</c:v>
                </c:pt>
                <c:pt idx="549">
                  <c:v>6537</c:v>
                </c:pt>
                <c:pt idx="550">
                  <c:v>6554</c:v>
                </c:pt>
                <c:pt idx="551">
                  <c:v>6546</c:v>
                </c:pt>
                <c:pt idx="552">
                  <c:v>6541</c:v>
                </c:pt>
                <c:pt idx="553">
                  <c:v>6537</c:v>
                </c:pt>
                <c:pt idx="554">
                  <c:v>6537</c:v>
                </c:pt>
                <c:pt idx="555">
                  <c:v>6535</c:v>
                </c:pt>
                <c:pt idx="556">
                  <c:v>6549</c:v>
                </c:pt>
                <c:pt idx="557">
                  <c:v>6625</c:v>
                </c:pt>
                <c:pt idx="558">
                  <c:v>6542</c:v>
                </c:pt>
                <c:pt idx="559">
                  <c:v>6540</c:v>
                </c:pt>
                <c:pt idx="560">
                  <c:v>6610</c:v>
                </c:pt>
                <c:pt idx="561">
                  <c:v>6542</c:v>
                </c:pt>
                <c:pt idx="562">
                  <c:v>6541</c:v>
                </c:pt>
                <c:pt idx="563">
                  <c:v>6607</c:v>
                </c:pt>
                <c:pt idx="564">
                  <c:v>6608</c:v>
                </c:pt>
                <c:pt idx="565">
                  <c:v>6689</c:v>
                </c:pt>
                <c:pt idx="566">
                  <c:v>6696</c:v>
                </c:pt>
                <c:pt idx="567">
                  <c:v>6686</c:v>
                </c:pt>
                <c:pt idx="568">
                  <c:v>6685</c:v>
                </c:pt>
                <c:pt idx="569">
                  <c:v>6691</c:v>
                </c:pt>
                <c:pt idx="570">
                  <c:v>6688</c:v>
                </c:pt>
                <c:pt idx="571">
                  <c:v>6693</c:v>
                </c:pt>
                <c:pt idx="572">
                  <c:v>6693</c:v>
                </c:pt>
                <c:pt idx="573">
                  <c:v>6690</c:v>
                </c:pt>
                <c:pt idx="574">
                  <c:v>6777</c:v>
                </c:pt>
                <c:pt idx="575">
                  <c:v>6690</c:v>
                </c:pt>
                <c:pt idx="576">
                  <c:v>6685</c:v>
                </c:pt>
                <c:pt idx="577">
                  <c:v>6685</c:v>
                </c:pt>
                <c:pt idx="578">
                  <c:v>6684</c:v>
                </c:pt>
                <c:pt idx="579">
                  <c:v>6690</c:v>
                </c:pt>
                <c:pt idx="580">
                  <c:v>6687</c:v>
                </c:pt>
                <c:pt idx="581">
                  <c:v>6772</c:v>
                </c:pt>
                <c:pt idx="582">
                  <c:v>6693</c:v>
                </c:pt>
                <c:pt idx="583">
                  <c:v>6691</c:v>
                </c:pt>
                <c:pt idx="584">
                  <c:v>6770</c:v>
                </c:pt>
                <c:pt idx="585">
                  <c:v>6766</c:v>
                </c:pt>
                <c:pt idx="586">
                  <c:v>6766</c:v>
                </c:pt>
                <c:pt idx="587">
                  <c:v>6766</c:v>
                </c:pt>
                <c:pt idx="588">
                  <c:v>6834</c:v>
                </c:pt>
                <c:pt idx="589">
                  <c:v>6746</c:v>
                </c:pt>
                <c:pt idx="590">
                  <c:v>6840</c:v>
                </c:pt>
                <c:pt idx="591">
                  <c:v>6838</c:v>
                </c:pt>
                <c:pt idx="592">
                  <c:v>6836</c:v>
                </c:pt>
                <c:pt idx="593">
                  <c:v>6830</c:v>
                </c:pt>
                <c:pt idx="594">
                  <c:v>6838</c:v>
                </c:pt>
                <c:pt idx="595">
                  <c:v>6838</c:v>
                </c:pt>
                <c:pt idx="596">
                  <c:v>6835</c:v>
                </c:pt>
                <c:pt idx="597">
                  <c:v>6834</c:v>
                </c:pt>
                <c:pt idx="598">
                  <c:v>6834</c:v>
                </c:pt>
                <c:pt idx="599">
                  <c:v>6914</c:v>
                </c:pt>
                <c:pt idx="600">
                  <c:v>6927</c:v>
                </c:pt>
                <c:pt idx="601">
                  <c:v>6832</c:v>
                </c:pt>
                <c:pt idx="602">
                  <c:v>6839</c:v>
                </c:pt>
                <c:pt idx="603">
                  <c:v>6836</c:v>
                </c:pt>
                <c:pt idx="604">
                  <c:v>6834</c:v>
                </c:pt>
                <c:pt idx="605">
                  <c:v>6829</c:v>
                </c:pt>
                <c:pt idx="606">
                  <c:v>6834</c:v>
                </c:pt>
                <c:pt idx="607">
                  <c:v>6833</c:v>
                </c:pt>
                <c:pt idx="608">
                  <c:v>6914</c:v>
                </c:pt>
                <c:pt idx="609">
                  <c:v>6830</c:v>
                </c:pt>
                <c:pt idx="610">
                  <c:v>6901</c:v>
                </c:pt>
                <c:pt idx="611">
                  <c:v>6915</c:v>
                </c:pt>
                <c:pt idx="612">
                  <c:v>6908</c:v>
                </c:pt>
                <c:pt idx="613">
                  <c:v>6834</c:v>
                </c:pt>
                <c:pt idx="614">
                  <c:v>6917</c:v>
                </c:pt>
                <c:pt idx="615">
                  <c:v>6987</c:v>
                </c:pt>
                <c:pt idx="616">
                  <c:v>6984</c:v>
                </c:pt>
                <c:pt idx="617">
                  <c:v>6977</c:v>
                </c:pt>
                <c:pt idx="618">
                  <c:v>6992</c:v>
                </c:pt>
                <c:pt idx="619">
                  <c:v>6983</c:v>
                </c:pt>
                <c:pt idx="620">
                  <c:v>6980</c:v>
                </c:pt>
                <c:pt idx="621">
                  <c:v>6973</c:v>
                </c:pt>
                <c:pt idx="622">
                  <c:v>6985</c:v>
                </c:pt>
                <c:pt idx="623">
                  <c:v>6977</c:v>
                </c:pt>
                <c:pt idx="624">
                  <c:v>6985</c:v>
                </c:pt>
                <c:pt idx="625">
                  <c:v>6979</c:v>
                </c:pt>
                <c:pt idx="626">
                  <c:v>6975</c:v>
                </c:pt>
                <c:pt idx="627">
                  <c:v>6973</c:v>
                </c:pt>
                <c:pt idx="628">
                  <c:v>6982</c:v>
                </c:pt>
                <c:pt idx="629">
                  <c:v>6979</c:v>
                </c:pt>
                <c:pt idx="630">
                  <c:v>6997</c:v>
                </c:pt>
                <c:pt idx="631">
                  <c:v>7071</c:v>
                </c:pt>
                <c:pt idx="632">
                  <c:v>6986</c:v>
                </c:pt>
                <c:pt idx="633">
                  <c:v>6976</c:v>
                </c:pt>
                <c:pt idx="634">
                  <c:v>6991</c:v>
                </c:pt>
                <c:pt idx="635">
                  <c:v>6984</c:v>
                </c:pt>
                <c:pt idx="636">
                  <c:v>6991</c:v>
                </c:pt>
                <c:pt idx="637">
                  <c:v>6972</c:v>
                </c:pt>
                <c:pt idx="638">
                  <c:v>7057</c:v>
                </c:pt>
                <c:pt idx="639">
                  <c:v>7064</c:v>
                </c:pt>
                <c:pt idx="640">
                  <c:v>6969</c:v>
                </c:pt>
                <c:pt idx="641">
                  <c:v>7043</c:v>
                </c:pt>
                <c:pt idx="642">
                  <c:v>6982</c:v>
                </c:pt>
                <c:pt idx="643">
                  <c:v>7067</c:v>
                </c:pt>
                <c:pt idx="644">
                  <c:v>7058</c:v>
                </c:pt>
                <c:pt idx="645">
                  <c:v>6984</c:v>
                </c:pt>
                <c:pt idx="646">
                  <c:v>7062</c:v>
                </c:pt>
                <c:pt idx="647">
                  <c:v>6985</c:v>
                </c:pt>
                <c:pt idx="648">
                  <c:v>7127</c:v>
                </c:pt>
                <c:pt idx="649">
                  <c:v>7121</c:v>
                </c:pt>
                <c:pt idx="650">
                  <c:v>7136</c:v>
                </c:pt>
                <c:pt idx="651">
                  <c:v>7126</c:v>
                </c:pt>
                <c:pt idx="652">
                  <c:v>7142</c:v>
                </c:pt>
                <c:pt idx="653">
                  <c:v>7134</c:v>
                </c:pt>
                <c:pt idx="654">
                  <c:v>7129</c:v>
                </c:pt>
                <c:pt idx="655">
                  <c:v>7130</c:v>
                </c:pt>
                <c:pt idx="656">
                  <c:v>7128</c:v>
                </c:pt>
                <c:pt idx="657">
                  <c:v>7138</c:v>
                </c:pt>
                <c:pt idx="658">
                  <c:v>7139</c:v>
                </c:pt>
                <c:pt idx="659">
                  <c:v>7135</c:v>
                </c:pt>
                <c:pt idx="660">
                  <c:v>7137</c:v>
                </c:pt>
                <c:pt idx="661">
                  <c:v>7130</c:v>
                </c:pt>
                <c:pt idx="662">
                  <c:v>7065</c:v>
                </c:pt>
                <c:pt idx="663">
                  <c:v>7038</c:v>
                </c:pt>
                <c:pt idx="664">
                  <c:v>7061</c:v>
                </c:pt>
                <c:pt idx="665">
                  <c:v>7067</c:v>
                </c:pt>
                <c:pt idx="666">
                  <c:v>7062</c:v>
                </c:pt>
                <c:pt idx="667">
                  <c:v>6981</c:v>
                </c:pt>
                <c:pt idx="668">
                  <c:v>7063</c:v>
                </c:pt>
                <c:pt idx="669">
                  <c:v>7044</c:v>
                </c:pt>
                <c:pt idx="670">
                  <c:v>7122</c:v>
                </c:pt>
                <c:pt idx="671">
                  <c:v>7062</c:v>
                </c:pt>
                <c:pt idx="672">
                  <c:v>7065</c:v>
                </c:pt>
                <c:pt idx="673">
                  <c:v>7058</c:v>
                </c:pt>
                <c:pt idx="674">
                  <c:v>7131</c:v>
                </c:pt>
                <c:pt idx="675">
                  <c:v>7062</c:v>
                </c:pt>
                <c:pt idx="676">
                  <c:v>7141</c:v>
                </c:pt>
                <c:pt idx="677">
                  <c:v>7063</c:v>
                </c:pt>
                <c:pt idx="678">
                  <c:v>7038</c:v>
                </c:pt>
                <c:pt idx="679">
                  <c:v>7034</c:v>
                </c:pt>
                <c:pt idx="680">
                  <c:v>7134</c:v>
                </c:pt>
                <c:pt idx="681">
                  <c:v>7134</c:v>
                </c:pt>
                <c:pt idx="682">
                  <c:v>7137</c:v>
                </c:pt>
                <c:pt idx="683">
                  <c:v>7128</c:v>
                </c:pt>
                <c:pt idx="684">
                  <c:v>7136</c:v>
                </c:pt>
                <c:pt idx="685">
                  <c:v>7140</c:v>
                </c:pt>
                <c:pt idx="686">
                  <c:v>7129</c:v>
                </c:pt>
                <c:pt idx="687">
                  <c:v>7141</c:v>
                </c:pt>
                <c:pt idx="688">
                  <c:v>7136</c:v>
                </c:pt>
                <c:pt idx="689">
                  <c:v>7135</c:v>
                </c:pt>
                <c:pt idx="690">
                  <c:v>7138</c:v>
                </c:pt>
                <c:pt idx="691">
                  <c:v>7144</c:v>
                </c:pt>
                <c:pt idx="692">
                  <c:v>7144</c:v>
                </c:pt>
                <c:pt idx="693">
                  <c:v>7129</c:v>
                </c:pt>
                <c:pt idx="694">
                  <c:v>7126</c:v>
                </c:pt>
                <c:pt idx="695">
                  <c:v>7140</c:v>
                </c:pt>
                <c:pt idx="696">
                  <c:v>7131</c:v>
                </c:pt>
                <c:pt idx="697">
                  <c:v>7192</c:v>
                </c:pt>
                <c:pt idx="698">
                  <c:v>7196</c:v>
                </c:pt>
                <c:pt idx="699">
                  <c:v>7291</c:v>
                </c:pt>
                <c:pt idx="700">
                  <c:v>7279</c:v>
                </c:pt>
                <c:pt idx="701">
                  <c:v>7284</c:v>
                </c:pt>
                <c:pt idx="702">
                  <c:v>7210</c:v>
                </c:pt>
                <c:pt idx="703">
                  <c:v>7275</c:v>
                </c:pt>
                <c:pt idx="704">
                  <c:v>7278</c:v>
                </c:pt>
                <c:pt idx="705">
                  <c:v>7349</c:v>
                </c:pt>
                <c:pt idx="706">
                  <c:v>7194</c:v>
                </c:pt>
                <c:pt idx="707">
                  <c:v>7291</c:v>
                </c:pt>
                <c:pt idx="708">
                  <c:v>7283</c:v>
                </c:pt>
                <c:pt idx="709">
                  <c:v>7285</c:v>
                </c:pt>
                <c:pt idx="710">
                  <c:v>7355</c:v>
                </c:pt>
                <c:pt idx="711">
                  <c:v>7266</c:v>
                </c:pt>
                <c:pt idx="712">
                  <c:v>7357</c:v>
                </c:pt>
                <c:pt idx="713">
                  <c:v>7360</c:v>
                </c:pt>
                <c:pt idx="714">
                  <c:v>7360</c:v>
                </c:pt>
                <c:pt idx="715">
                  <c:v>7350</c:v>
                </c:pt>
                <c:pt idx="716">
                  <c:v>7429</c:v>
                </c:pt>
                <c:pt idx="717">
                  <c:v>7272</c:v>
                </c:pt>
                <c:pt idx="718">
                  <c:v>7267</c:v>
                </c:pt>
                <c:pt idx="719">
                  <c:v>7347</c:v>
                </c:pt>
                <c:pt idx="720">
                  <c:v>7271</c:v>
                </c:pt>
                <c:pt idx="721">
                  <c:v>7335</c:v>
                </c:pt>
                <c:pt idx="722">
                  <c:v>7345</c:v>
                </c:pt>
                <c:pt idx="723">
                  <c:v>7355</c:v>
                </c:pt>
                <c:pt idx="724">
                  <c:v>7339</c:v>
                </c:pt>
                <c:pt idx="725">
                  <c:v>7360</c:v>
                </c:pt>
                <c:pt idx="726">
                  <c:v>7353</c:v>
                </c:pt>
                <c:pt idx="727">
                  <c:v>7357</c:v>
                </c:pt>
                <c:pt idx="728">
                  <c:v>7349</c:v>
                </c:pt>
                <c:pt idx="729">
                  <c:v>7355</c:v>
                </c:pt>
                <c:pt idx="730">
                  <c:v>7352</c:v>
                </c:pt>
                <c:pt idx="731">
                  <c:v>7358</c:v>
                </c:pt>
                <c:pt idx="732">
                  <c:v>7344</c:v>
                </c:pt>
                <c:pt idx="733">
                  <c:v>7351</c:v>
                </c:pt>
                <c:pt idx="734">
                  <c:v>7350</c:v>
                </c:pt>
                <c:pt idx="735">
                  <c:v>7435</c:v>
                </c:pt>
                <c:pt idx="736">
                  <c:v>7445</c:v>
                </c:pt>
                <c:pt idx="737">
                  <c:v>7353</c:v>
                </c:pt>
                <c:pt idx="738">
                  <c:v>7359</c:v>
                </c:pt>
                <c:pt idx="739">
                  <c:v>7429</c:v>
                </c:pt>
                <c:pt idx="740">
                  <c:v>7436</c:v>
                </c:pt>
                <c:pt idx="741">
                  <c:v>7434</c:v>
                </c:pt>
                <c:pt idx="742">
                  <c:v>7432</c:v>
                </c:pt>
                <c:pt idx="743">
                  <c:v>7441</c:v>
                </c:pt>
                <c:pt idx="744">
                  <c:v>7284</c:v>
                </c:pt>
                <c:pt idx="745">
                  <c:v>7351</c:v>
                </c:pt>
                <c:pt idx="746">
                  <c:v>7352</c:v>
                </c:pt>
                <c:pt idx="747">
                  <c:v>7342</c:v>
                </c:pt>
                <c:pt idx="748">
                  <c:v>7434</c:v>
                </c:pt>
                <c:pt idx="749">
                  <c:v>7508</c:v>
                </c:pt>
                <c:pt idx="750">
                  <c:v>7432</c:v>
                </c:pt>
                <c:pt idx="751">
                  <c:v>7431</c:v>
                </c:pt>
                <c:pt idx="752">
                  <c:v>7432</c:v>
                </c:pt>
                <c:pt idx="753">
                  <c:v>7347</c:v>
                </c:pt>
                <c:pt idx="754">
                  <c:v>7439</c:v>
                </c:pt>
                <c:pt idx="755">
                  <c:v>7354</c:v>
                </c:pt>
                <c:pt idx="756">
                  <c:v>7433</c:v>
                </c:pt>
                <c:pt idx="757">
                  <c:v>7356</c:v>
                </c:pt>
                <c:pt idx="758">
                  <c:v>7436</c:v>
                </c:pt>
                <c:pt idx="759">
                  <c:v>7430</c:v>
                </c:pt>
                <c:pt idx="760">
                  <c:v>7355</c:v>
                </c:pt>
                <c:pt idx="761">
                  <c:v>7428</c:v>
                </c:pt>
                <c:pt idx="762">
                  <c:v>7358</c:v>
                </c:pt>
                <c:pt idx="763">
                  <c:v>7439</c:v>
                </c:pt>
                <c:pt idx="764">
                  <c:v>7428</c:v>
                </c:pt>
                <c:pt idx="765">
                  <c:v>7436</c:v>
                </c:pt>
                <c:pt idx="766">
                  <c:v>7431</c:v>
                </c:pt>
                <c:pt idx="767">
                  <c:v>7432</c:v>
                </c:pt>
                <c:pt idx="768">
                  <c:v>7508</c:v>
                </c:pt>
                <c:pt idx="769">
                  <c:v>7437</c:v>
                </c:pt>
                <c:pt idx="770">
                  <c:v>7438</c:v>
                </c:pt>
                <c:pt idx="771">
                  <c:v>7356</c:v>
                </c:pt>
                <c:pt idx="772">
                  <c:v>7440</c:v>
                </c:pt>
                <c:pt idx="773">
                  <c:v>7431</c:v>
                </c:pt>
                <c:pt idx="774">
                  <c:v>7426</c:v>
                </c:pt>
                <c:pt idx="775">
                  <c:v>7432</c:v>
                </c:pt>
                <c:pt idx="776">
                  <c:v>7438</c:v>
                </c:pt>
                <c:pt idx="777">
                  <c:v>7504</c:v>
                </c:pt>
                <c:pt idx="778">
                  <c:v>7442</c:v>
                </c:pt>
                <c:pt idx="779">
                  <c:v>7441</c:v>
                </c:pt>
                <c:pt idx="780">
                  <c:v>7507</c:v>
                </c:pt>
                <c:pt idx="781">
                  <c:v>7496</c:v>
                </c:pt>
                <c:pt idx="782">
                  <c:v>7501</c:v>
                </c:pt>
                <c:pt idx="783">
                  <c:v>7500</c:v>
                </c:pt>
                <c:pt idx="784">
                  <c:v>7500</c:v>
                </c:pt>
                <c:pt idx="785">
                  <c:v>7493</c:v>
                </c:pt>
                <c:pt idx="786">
                  <c:v>7501</c:v>
                </c:pt>
                <c:pt idx="787">
                  <c:v>7493</c:v>
                </c:pt>
                <c:pt idx="788">
                  <c:v>7494</c:v>
                </c:pt>
                <c:pt idx="789">
                  <c:v>7501</c:v>
                </c:pt>
                <c:pt idx="790">
                  <c:v>7503</c:v>
                </c:pt>
                <c:pt idx="791">
                  <c:v>7495</c:v>
                </c:pt>
                <c:pt idx="792">
                  <c:v>7497</c:v>
                </c:pt>
                <c:pt idx="793">
                  <c:v>7580</c:v>
                </c:pt>
                <c:pt idx="794">
                  <c:v>7645</c:v>
                </c:pt>
                <c:pt idx="795">
                  <c:v>7588</c:v>
                </c:pt>
                <c:pt idx="796">
                  <c:v>7579</c:v>
                </c:pt>
                <c:pt idx="797">
                  <c:v>7643</c:v>
                </c:pt>
                <c:pt idx="798">
                  <c:v>7586</c:v>
                </c:pt>
                <c:pt idx="799">
                  <c:v>7584</c:v>
                </c:pt>
                <c:pt idx="800">
                  <c:v>7646</c:v>
                </c:pt>
                <c:pt idx="801">
                  <c:v>7584</c:v>
                </c:pt>
                <c:pt idx="802">
                  <c:v>7656</c:v>
                </c:pt>
                <c:pt idx="803">
                  <c:v>7580</c:v>
                </c:pt>
                <c:pt idx="804">
                  <c:v>7580</c:v>
                </c:pt>
                <c:pt idx="805">
                  <c:v>7647</c:v>
                </c:pt>
                <c:pt idx="806">
                  <c:v>7583</c:v>
                </c:pt>
                <c:pt idx="807">
                  <c:v>7659</c:v>
                </c:pt>
                <c:pt idx="808">
                  <c:v>7660</c:v>
                </c:pt>
                <c:pt idx="809">
                  <c:v>7646</c:v>
                </c:pt>
                <c:pt idx="810">
                  <c:v>7664</c:v>
                </c:pt>
                <c:pt idx="811">
                  <c:v>7639</c:v>
                </c:pt>
                <c:pt idx="812">
                  <c:v>7577</c:v>
                </c:pt>
                <c:pt idx="813">
                  <c:v>7584</c:v>
                </c:pt>
                <c:pt idx="814">
                  <c:v>7583</c:v>
                </c:pt>
                <c:pt idx="815">
                  <c:v>7581</c:v>
                </c:pt>
                <c:pt idx="816">
                  <c:v>7591</c:v>
                </c:pt>
                <c:pt idx="817">
                  <c:v>7585</c:v>
                </c:pt>
                <c:pt idx="818">
                  <c:v>7587</c:v>
                </c:pt>
                <c:pt idx="819">
                  <c:v>7581</c:v>
                </c:pt>
                <c:pt idx="820">
                  <c:v>7587</c:v>
                </c:pt>
                <c:pt idx="821">
                  <c:v>7573</c:v>
                </c:pt>
                <c:pt idx="822">
                  <c:v>7571</c:v>
                </c:pt>
                <c:pt idx="823">
                  <c:v>7573</c:v>
                </c:pt>
                <c:pt idx="824">
                  <c:v>7583</c:v>
                </c:pt>
                <c:pt idx="825">
                  <c:v>7583</c:v>
                </c:pt>
                <c:pt idx="826">
                  <c:v>7588</c:v>
                </c:pt>
                <c:pt idx="827">
                  <c:v>7583</c:v>
                </c:pt>
                <c:pt idx="828">
                  <c:v>7589</c:v>
                </c:pt>
                <c:pt idx="829">
                  <c:v>7591</c:v>
                </c:pt>
                <c:pt idx="830">
                  <c:v>7586</c:v>
                </c:pt>
                <c:pt idx="831">
                  <c:v>7586</c:v>
                </c:pt>
                <c:pt idx="832">
                  <c:v>7567</c:v>
                </c:pt>
                <c:pt idx="833">
                  <c:v>7658</c:v>
                </c:pt>
                <c:pt idx="834">
                  <c:v>7575</c:v>
                </c:pt>
                <c:pt idx="835">
                  <c:v>7575</c:v>
                </c:pt>
                <c:pt idx="836">
                  <c:v>7663</c:v>
                </c:pt>
                <c:pt idx="837">
                  <c:v>7667</c:v>
                </c:pt>
                <c:pt idx="838">
                  <c:v>7664</c:v>
                </c:pt>
                <c:pt idx="839">
                  <c:v>7665</c:v>
                </c:pt>
                <c:pt idx="840">
                  <c:v>7652</c:v>
                </c:pt>
                <c:pt idx="841">
                  <c:v>7644</c:v>
                </c:pt>
                <c:pt idx="842">
                  <c:v>7661</c:v>
                </c:pt>
                <c:pt idx="843">
                  <c:v>7660</c:v>
                </c:pt>
                <c:pt idx="844">
                  <c:v>7574</c:v>
                </c:pt>
                <c:pt idx="845">
                  <c:v>7735</c:v>
                </c:pt>
                <c:pt idx="846">
                  <c:v>7658</c:v>
                </c:pt>
                <c:pt idx="847">
                  <c:v>7579</c:v>
                </c:pt>
                <c:pt idx="848">
                  <c:v>7642</c:v>
                </c:pt>
                <c:pt idx="849">
                  <c:v>7579</c:v>
                </c:pt>
                <c:pt idx="850">
                  <c:v>7657</c:v>
                </c:pt>
                <c:pt idx="851">
                  <c:v>7659</c:v>
                </c:pt>
                <c:pt idx="852">
                  <c:v>7656</c:v>
                </c:pt>
                <c:pt idx="853">
                  <c:v>7658</c:v>
                </c:pt>
                <c:pt idx="854">
                  <c:v>7571</c:v>
                </c:pt>
                <c:pt idx="855">
                  <c:v>7575</c:v>
                </c:pt>
                <c:pt idx="856">
                  <c:v>7660</c:v>
                </c:pt>
                <c:pt idx="857">
                  <c:v>7661</c:v>
                </c:pt>
                <c:pt idx="858">
                  <c:v>7643</c:v>
                </c:pt>
                <c:pt idx="859">
                  <c:v>7649</c:v>
                </c:pt>
                <c:pt idx="860">
                  <c:v>7579</c:v>
                </c:pt>
                <c:pt idx="861">
                  <c:v>7581</c:v>
                </c:pt>
                <c:pt idx="862">
                  <c:v>7588</c:v>
                </c:pt>
                <c:pt idx="863">
                  <c:v>7727</c:v>
                </c:pt>
                <c:pt idx="864">
                  <c:v>7583</c:v>
                </c:pt>
                <c:pt idx="865">
                  <c:v>7588</c:v>
                </c:pt>
                <c:pt idx="866">
                  <c:v>7577</c:v>
                </c:pt>
                <c:pt idx="867">
                  <c:v>7585</c:v>
                </c:pt>
                <c:pt idx="868">
                  <c:v>7740</c:v>
                </c:pt>
                <c:pt idx="869">
                  <c:v>7730</c:v>
                </c:pt>
                <c:pt idx="870">
                  <c:v>7741</c:v>
                </c:pt>
                <c:pt idx="871">
                  <c:v>7745</c:v>
                </c:pt>
                <c:pt idx="872">
                  <c:v>7578</c:v>
                </c:pt>
                <c:pt idx="873">
                  <c:v>7648</c:v>
                </c:pt>
                <c:pt idx="874">
                  <c:v>7645</c:v>
                </c:pt>
                <c:pt idx="875">
                  <c:v>7730</c:v>
                </c:pt>
                <c:pt idx="876">
                  <c:v>7723</c:v>
                </c:pt>
                <c:pt idx="877">
                  <c:v>7732</c:v>
                </c:pt>
                <c:pt idx="878">
                  <c:v>7665</c:v>
                </c:pt>
                <c:pt idx="879">
                  <c:v>7663</c:v>
                </c:pt>
                <c:pt idx="880">
                  <c:v>7750</c:v>
                </c:pt>
                <c:pt idx="881">
                  <c:v>7725</c:v>
                </c:pt>
                <c:pt idx="882">
                  <c:v>7734</c:v>
                </c:pt>
                <c:pt idx="883">
                  <c:v>7813</c:v>
                </c:pt>
                <c:pt idx="884">
                  <c:v>7819</c:v>
                </c:pt>
                <c:pt idx="885">
                  <c:v>7746</c:v>
                </c:pt>
                <c:pt idx="886">
                  <c:v>7747</c:v>
                </c:pt>
                <c:pt idx="887">
                  <c:v>7725</c:v>
                </c:pt>
                <c:pt idx="888">
                  <c:v>7755</c:v>
                </c:pt>
                <c:pt idx="889">
                  <c:v>7742</c:v>
                </c:pt>
                <c:pt idx="890">
                  <c:v>7752</c:v>
                </c:pt>
                <c:pt idx="891">
                  <c:v>7744</c:v>
                </c:pt>
                <c:pt idx="892">
                  <c:v>7745</c:v>
                </c:pt>
                <c:pt idx="893">
                  <c:v>7734</c:v>
                </c:pt>
                <c:pt idx="894">
                  <c:v>7748</c:v>
                </c:pt>
                <c:pt idx="895">
                  <c:v>7812</c:v>
                </c:pt>
                <c:pt idx="896">
                  <c:v>7806</c:v>
                </c:pt>
                <c:pt idx="897">
                  <c:v>7891</c:v>
                </c:pt>
                <c:pt idx="898">
                  <c:v>7818</c:v>
                </c:pt>
                <c:pt idx="899">
                  <c:v>7898</c:v>
                </c:pt>
                <c:pt idx="900">
                  <c:v>7896</c:v>
                </c:pt>
                <c:pt idx="901">
                  <c:v>7892</c:v>
                </c:pt>
                <c:pt idx="902">
                  <c:v>7796</c:v>
                </c:pt>
                <c:pt idx="903">
                  <c:v>7803</c:v>
                </c:pt>
                <c:pt idx="904">
                  <c:v>7807</c:v>
                </c:pt>
                <c:pt idx="905">
                  <c:v>7894</c:v>
                </c:pt>
                <c:pt idx="906">
                  <c:v>7749</c:v>
                </c:pt>
                <c:pt idx="907">
                  <c:v>7897</c:v>
                </c:pt>
                <c:pt idx="908">
                  <c:v>7794</c:v>
                </c:pt>
                <c:pt idx="909">
                  <c:v>7900</c:v>
                </c:pt>
                <c:pt idx="910">
                  <c:v>7801</c:v>
                </c:pt>
                <c:pt idx="911">
                  <c:v>7893</c:v>
                </c:pt>
                <c:pt idx="912">
                  <c:v>7902</c:v>
                </c:pt>
                <c:pt idx="913">
                  <c:v>7893</c:v>
                </c:pt>
                <c:pt idx="914">
                  <c:v>7897</c:v>
                </c:pt>
                <c:pt idx="915">
                  <c:v>7976</c:v>
                </c:pt>
                <c:pt idx="916">
                  <c:v>7903</c:v>
                </c:pt>
                <c:pt idx="917">
                  <c:v>7893</c:v>
                </c:pt>
                <c:pt idx="918">
                  <c:v>7893</c:v>
                </c:pt>
                <c:pt idx="919">
                  <c:v>7905</c:v>
                </c:pt>
                <c:pt idx="920">
                  <c:v>7897</c:v>
                </c:pt>
                <c:pt idx="921">
                  <c:v>7897</c:v>
                </c:pt>
                <c:pt idx="922">
                  <c:v>7893</c:v>
                </c:pt>
                <c:pt idx="923">
                  <c:v>7897</c:v>
                </c:pt>
                <c:pt idx="924">
                  <c:v>7892</c:v>
                </c:pt>
                <c:pt idx="925">
                  <c:v>7796</c:v>
                </c:pt>
                <c:pt idx="926">
                  <c:v>7820</c:v>
                </c:pt>
                <c:pt idx="927">
                  <c:v>7828</c:v>
                </c:pt>
                <c:pt idx="928">
                  <c:v>7818</c:v>
                </c:pt>
                <c:pt idx="929">
                  <c:v>7743</c:v>
                </c:pt>
                <c:pt idx="930">
                  <c:v>7892</c:v>
                </c:pt>
                <c:pt idx="931">
                  <c:v>7897</c:v>
                </c:pt>
                <c:pt idx="932">
                  <c:v>7899</c:v>
                </c:pt>
                <c:pt idx="933">
                  <c:v>7894</c:v>
                </c:pt>
                <c:pt idx="934">
                  <c:v>7895</c:v>
                </c:pt>
                <c:pt idx="935">
                  <c:v>7894</c:v>
                </c:pt>
                <c:pt idx="936">
                  <c:v>7896</c:v>
                </c:pt>
                <c:pt idx="937">
                  <c:v>7802</c:v>
                </c:pt>
                <c:pt idx="938">
                  <c:v>7746</c:v>
                </c:pt>
                <c:pt idx="939">
                  <c:v>7748</c:v>
                </c:pt>
                <c:pt idx="940">
                  <c:v>7806</c:v>
                </c:pt>
                <c:pt idx="941">
                  <c:v>7726</c:v>
                </c:pt>
                <c:pt idx="942">
                  <c:v>7801</c:v>
                </c:pt>
                <c:pt idx="943">
                  <c:v>7894</c:v>
                </c:pt>
                <c:pt idx="944">
                  <c:v>7893</c:v>
                </c:pt>
                <c:pt idx="945">
                  <c:v>7898</c:v>
                </c:pt>
                <c:pt idx="946">
                  <c:v>7900</c:v>
                </c:pt>
                <c:pt idx="947">
                  <c:v>7809</c:v>
                </c:pt>
                <c:pt idx="948">
                  <c:v>7743</c:v>
                </c:pt>
                <c:pt idx="949">
                  <c:v>7809</c:v>
                </c:pt>
                <c:pt idx="950">
                  <c:v>7732</c:v>
                </c:pt>
                <c:pt idx="951">
                  <c:v>7655</c:v>
                </c:pt>
                <c:pt idx="952">
                  <c:v>7742</c:v>
                </c:pt>
                <c:pt idx="953">
                  <c:v>7726</c:v>
                </c:pt>
                <c:pt idx="954">
                  <c:v>7647</c:v>
                </c:pt>
                <c:pt idx="955">
                  <c:v>7742</c:v>
                </c:pt>
                <c:pt idx="956">
                  <c:v>7740</c:v>
                </c:pt>
                <c:pt idx="957">
                  <c:v>7650</c:v>
                </c:pt>
                <c:pt idx="958">
                  <c:v>7649</c:v>
                </c:pt>
                <c:pt idx="959">
                  <c:v>7737</c:v>
                </c:pt>
                <c:pt idx="960">
                  <c:v>7650</c:v>
                </c:pt>
                <c:pt idx="961">
                  <c:v>7738</c:v>
                </c:pt>
                <c:pt idx="962">
                  <c:v>7743</c:v>
                </c:pt>
                <c:pt idx="963">
                  <c:v>7732</c:v>
                </c:pt>
                <c:pt idx="964">
                  <c:v>7732</c:v>
                </c:pt>
                <c:pt idx="965">
                  <c:v>7737</c:v>
                </c:pt>
                <c:pt idx="966">
                  <c:v>7739</c:v>
                </c:pt>
                <c:pt idx="967">
                  <c:v>7749</c:v>
                </c:pt>
                <c:pt idx="968">
                  <c:v>7747</c:v>
                </c:pt>
                <c:pt idx="969">
                  <c:v>7739</c:v>
                </c:pt>
                <c:pt idx="970">
                  <c:v>7657</c:v>
                </c:pt>
                <c:pt idx="971">
                  <c:v>7737</c:v>
                </c:pt>
                <c:pt idx="972">
                  <c:v>7730</c:v>
                </c:pt>
                <c:pt idx="973">
                  <c:v>7736</c:v>
                </c:pt>
                <c:pt idx="974">
                  <c:v>7734</c:v>
                </c:pt>
                <c:pt idx="975">
                  <c:v>7741</c:v>
                </c:pt>
                <c:pt idx="976">
                  <c:v>7656</c:v>
                </c:pt>
                <c:pt idx="977">
                  <c:v>7737</c:v>
                </c:pt>
                <c:pt idx="978">
                  <c:v>7738</c:v>
                </c:pt>
                <c:pt idx="979">
                  <c:v>7737</c:v>
                </c:pt>
                <c:pt idx="980">
                  <c:v>7810</c:v>
                </c:pt>
                <c:pt idx="981">
                  <c:v>7643</c:v>
                </c:pt>
                <c:pt idx="982">
                  <c:v>7821</c:v>
                </c:pt>
                <c:pt idx="983">
                  <c:v>7750</c:v>
                </c:pt>
                <c:pt idx="984">
                  <c:v>7903</c:v>
                </c:pt>
                <c:pt idx="985">
                  <c:v>7890</c:v>
                </c:pt>
                <c:pt idx="986">
                  <c:v>7899</c:v>
                </c:pt>
                <c:pt idx="987">
                  <c:v>7897</c:v>
                </c:pt>
                <c:pt idx="988">
                  <c:v>7891</c:v>
                </c:pt>
                <c:pt idx="989">
                  <c:v>7896</c:v>
                </c:pt>
                <c:pt idx="990">
                  <c:v>7899</c:v>
                </c:pt>
                <c:pt idx="991">
                  <c:v>7805</c:v>
                </c:pt>
                <c:pt idx="992">
                  <c:v>7797</c:v>
                </c:pt>
                <c:pt idx="993">
                  <c:v>7901</c:v>
                </c:pt>
                <c:pt idx="994">
                  <c:v>7895</c:v>
                </c:pt>
                <c:pt idx="995">
                  <c:v>7890</c:v>
                </c:pt>
                <c:pt idx="996">
                  <c:v>7899</c:v>
                </c:pt>
                <c:pt idx="997">
                  <c:v>7893</c:v>
                </c:pt>
                <c:pt idx="998">
                  <c:v>7896</c:v>
                </c:pt>
                <c:pt idx="999">
                  <c:v>7895</c:v>
                </c:pt>
                <c:pt idx="1000">
                  <c:v>7898</c:v>
                </c:pt>
                <c:pt idx="1001">
                  <c:v>7897</c:v>
                </c:pt>
                <c:pt idx="1002">
                  <c:v>7892</c:v>
                </c:pt>
                <c:pt idx="1003">
                  <c:v>7896</c:v>
                </c:pt>
                <c:pt idx="1004">
                  <c:v>7892</c:v>
                </c:pt>
                <c:pt idx="1005">
                  <c:v>7899</c:v>
                </c:pt>
                <c:pt idx="1006">
                  <c:v>7890</c:v>
                </c:pt>
                <c:pt idx="1007">
                  <c:v>7969</c:v>
                </c:pt>
                <c:pt idx="1008">
                  <c:v>7896</c:v>
                </c:pt>
                <c:pt idx="1009">
                  <c:v>7896</c:v>
                </c:pt>
                <c:pt idx="1010">
                  <c:v>7890</c:v>
                </c:pt>
                <c:pt idx="1011">
                  <c:v>7898</c:v>
                </c:pt>
                <c:pt idx="1012">
                  <c:v>7970</c:v>
                </c:pt>
                <c:pt idx="1013">
                  <c:v>7905</c:v>
                </c:pt>
                <c:pt idx="1014">
                  <c:v>7900</c:v>
                </c:pt>
                <c:pt idx="1015">
                  <c:v>7897</c:v>
                </c:pt>
                <c:pt idx="1016">
                  <c:v>7895</c:v>
                </c:pt>
                <c:pt idx="1017">
                  <c:v>7974</c:v>
                </c:pt>
                <c:pt idx="1018">
                  <c:v>7977</c:v>
                </c:pt>
                <c:pt idx="1019">
                  <c:v>7894</c:v>
                </c:pt>
                <c:pt idx="1020">
                  <c:v>7901</c:v>
                </c:pt>
                <c:pt idx="1021">
                  <c:v>7955</c:v>
                </c:pt>
                <c:pt idx="1022">
                  <c:v>8061</c:v>
                </c:pt>
                <c:pt idx="1023">
                  <c:v>7894</c:v>
                </c:pt>
                <c:pt idx="1024">
                  <c:v>7957</c:v>
                </c:pt>
                <c:pt idx="1025">
                  <c:v>7980</c:v>
                </c:pt>
                <c:pt idx="1026">
                  <c:v>7983</c:v>
                </c:pt>
                <c:pt idx="1027">
                  <c:v>7977</c:v>
                </c:pt>
                <c:pt idx="1028">
                  <c:v>7977</c:v>
                </c:pt>
                <c:pt idx="1029">
                  <c:v>8048</c:v>
                </c:pt>
                <c:pt idx="1030">
                  <c:v>7986</c:v>
                </c:pt>
                <c:pt idx="1031">
                  <c:v>7978</c:v>
                </c:pt>
                <c:pt idx="1032">
                  <c:v>7977</c:v>
                </c:pt>
                <c:pt idx="1033">
                  <c:v>7980</c:v>
                </c:pt>
                <c:pt idx="1034">
                  <c:v>8064</c:v>
                </c:pt>
                <c:pt idx="1035">
                  <c:v>7978</c:v>
                </c:pt>
                <c:pt idx="1036">
                  <c:v>7978</c:v>
                </c:pt>
                <c:pt idx="1037">
                  <c:v>7983</c:v>
                </c:pt>
                <c:pt idx="1038">
                  <c:v>8059</c:v>
                </c:pt>
                <c:pt idx="1039">
                  <c:v>8054</c:v>
                </c:pt>
                <c:pt idx="1040">
                  <c:v>7975</c:v>
                </c:pt>
                <c:pt idx="1041">
                  <c:v>7979</c:v>
                </c:pt>
                <c:pt idx="1042">
                  <c:v>7982</c:v>
                </c:pt>
                <c:pt idx="1043">
                  <c:v>8000</c:v>
                </c:pt>
                <c:pt idx="1044">
                  <c:v>7974</c:v>
                </c:pt>
                <c:pt idx="1045">
                  <c:v>7973</c:v>
                </c:pt>
                <c:pt idx="1046">
                  <c:v>8052</c:v>
                </c:pt>
                <c:pt idx="1047">
                  <c:v>7984</c:v>
                </c:pt>
                <c:pt idx="1048">
                  <c:v>8050</c:v>
                </c:pt>
                <c:pt idx="1049">
                  <c:v>8045</c:v>
                </c:pt>
                <c:pt idx="1050">
                  <c:v>8053</c:v>
                </c:pt>
                <c:pt idx="1051">
                  <c:v>8056</c:v>
                </c:pt>
                <c:pt idx="1052">
                  <c:v>7958</c:v>
                </c:pt>
                <c:pt idx="1053">
                  <c:v>7898</c:v>
                </c:pt>
                <c:pt idx="1054">
                  <c:v>7959</c:v>
                </c:pt>
                <c:pt idx="1055">
                  <c:v>8048</c:v>
                </c:pt>
                <c:pt idx="1056">
                  <c:v>8054</c:v>
                </c:pt>
                <c:pt idx="1057">
                  <c:v>8051</c:v>
                </c:pt>
                <c:pt idx="1058">
                  <c:v>8045</c:v>
                </c:pt>
                <c:pt idx="1059">
                  <c:v>8048</c:v>
                </c:pt>
                <c:pt idx="1060">
                  <c:v>8056</c:v>
                </c:pt>
                <c:pt idx="1061">
                  <c:v>8045</c:v>
                </c:pt>
                <c:pt idx="1062">
                  <c:v>7958</c:v>
                </c:pt>
                <c:pt idx="1063">
                  <c:v>8053</c:v>
                </c:pt>
                <c:pt idx="1064">
                  <c:v>8054</c:v>
                </c:pt>
                <c:pt idx="1065">
                  <c:v>8065</c:v>
                </c:pt>
                <c:pt idx="1066">
                  <c:v>7961</c:v>
                </c:pt>
                <c:pt idx="1067">
                  <c:v>8055</c:v>
                </c:pt>
                <c:pt idx="1068">
                  <c:v>8046</c:v>
                </c:pt>
                <c:pt idx="1069">
                  <c:v>8051</c:v>
                </c:pt>
                <c:pt idx="1070">
                  <c:v>8047</c:v>
                </c:pt>
                <c:pt idx="1071">
                  <c:v>8058</c:v>
                </c:pt>
                <c:pt idx="1072">
                  <c:v>8058</c:v>
                </c:pt>
                <c:pt idx="1073">
                  <c:v>8047</c:v>
                </c:pt>
                <c:pt idx="1074">
                  <c:v>8054</c:v>
                </c:pt>
                <c:pt idx="1075">
                  <c:v>8065</c:v>
                </c:pt>
                <c:pt idx="1076">
                  <c:v>8056</c:v>
                </c:pt>
                <c:pt idx="1077">
                  <c:v>8048</c:v>
                </c:pt>
                <c:pt idx="1078">
                  <c:v>8053</c:v>
                </c:pt>
                <c:pt idx="1079">
                  <c:v>7959</c:v>
                </c:pt>
                <c:pt idx="1080">
                  <c:v>8054</c:v>
                </c:pt>
                <c:pt idx="1081">
                  <c:v>7966</c:v>
                </c:pt>
                <c:pt idx="1082">
                  <c:v>7970</c:v>
                </c:pt>
                <c:pt idx="1083">
                  <c:v>8052</c:v>
                </c:pt>
                <c:pt idx="1084">
                  <c:v>8051</c:v>
                </c:pt>
                <c:pt idx="1085">
                  <c:v>8066</c:v>
                </c:pt>
                <c:pt idx="1086">
                  <c:v>7968</c:v>
                </c:pt>
                <c:pt idx="1087">
                  <c:v>8054</c:v>
                </c:pt>
                <c:pt idx="1088">
                  <c:v>7975</c:v>
                </c:pt>
                <c:pt idx="1089">
                  <c:v>7966</c:v>
                </c:pt>
                <c:pt idx="1090">
                  <c:v>7980</c:v>
                </c:pt>
                <c:pt idx="1091">
                  <c:v>7898</c:v>
                </c:pt>
                <c:pt idx="1092">
                  <c:v>7897</c:v>
                </c:pt>
                <c:pt idx="1093">
                  <c:v>7895</c:v>
                </c:pt>
              </c:numCache>
            </c:numRef>
          </c:val>
          <c:smooth val="0"/>
          <c:extLst>
            <c:ext xmlns:c16="http://schemas.microsoft.com/office/drawing/2014/chart" uri="{C3380CC4-5D6E-409C-BE32-E72D297353CC}">
              <c16:uniqueId val="{00000002-9FDD-45A2-AF08-A4298CC0074A}"/>
            </c:ext>
          </c:extLst>
        </c:ser>
        <c:dLbls>
          <c:showLegendKey val="0"/>
          <c:showVal val="0"/>
          <c:showCatName val="0"/>
          <c:showSerName val="0"/>
          <c:showPercent val="0"/>
          <c:showBubbleSize val="0"/>
        </c:dLbls>
        <c:marker val="1"/>
        <c:smooth val="0"/>
        <c:axId val="2082584447"/>
        <c:axId val="2083370703"/>
        <c:extLst>
          <c:ext xmlns:c15="http://schemas.microsoft.com/office/drawing/2012/chart" uri="{02D57815-91ED-43cb-92C2-25804820EDAC}">
            <c15:filteredLineSeries>
              <c15:ser>
                <c:idx val="3"/>
                <c:order val="3"/>
                <c:tx>
                  <c:strRef>
                    <c:extLst>
                      <c:ext uri="{02D57815-91ED-43cb-92C2-25804820EDAC}">
                        <c15:formulaRef>
                          <c15:sqref>'https://utokai.sharepoint.com/sites/msteams_21d92e/Shared Documents/光瞳孔反射研究プロジェクト/07色の組み合わせ(減光)/02.青緑/01.実験データ/20251128髙平/[20251128.takahira_B56G15.xlsm]照射後３sごと'!$B$1:$B$2</c15:sqref>
                        </c15:formulaRef>
                      </c:ext>
                    </c:extLst>
                    <c:strCache>
                      <c:ptCount val="1"/>
                      <c:pt idx="0">
                        <c:v>経過時間 [ms]</c:v>
                      </c:pt>
                    </c:strCache>
                  </c:strRef>
                </c:tx>
                <c:spPr>
                  <a:ln w="28575" cap="rnd">
                    <a:solidFill>
                      <a:schemeClr val="accent4"/>
                    </a:solidFill>
                    <a:round/>
                  </a:ln>
                  <a:effectLst/>
                </c:spPr>
                <c:marker>
                  <c:symbol val="none"/>
                </c:marker>
                <c:cat>
                  <c:numRef>
                    <c:extLst>
                      <c:ext uri="{02D57815-91ED-43cb-92C2-25804820EDAC}">
                        <c15:formulaRef>
                          <c15:sqref>'https://utokai.sharepoint.com/sites/msteams_21d92e/Shared Documents/光瞳孔反射研究プロジェクト/07色の組み合わせ(減光)/02.青緑/01.実験データ/20251128髙平/[20251128.takahira_B56G15.xlsm]照射後３sごと'!$B$3:$B$1103</c15:sqref>
                        </c15:formulaRef>
                      </c:ext>
                    </c:extLst>
                    <c:numCache>
                      <c:formatCode>General</c:formatCode>
                      <c:ptCount val="1101"/>
                      <c:pt idx="0">
                        <c:v>97</c:v>
                      </c:pt>
                      <c:pt idx="1">
                        <c:v>130</c:v>
                      </c:pt>
                      <c:pt idx="2">
                        <c:v>163</c:v>
                      </c:pt>
                      <c:pt idx="3">
                        <c:v>197</c:v>
                      </c:pt>
                      <c:pt idx="4">
                        <c:v>230</c:v>
                      </c:pt>
                      <c:pt idx="5">
                        <c:v>263</c:v>
                      </c:pt>
                      <c:pt idx="6">
                        <c:v>297</c:v>
                      </c:pt>
                      <c:pt idx="7">
                        <c:v>330</c:v>
                      </c:pt>
                      <c:pt idx="8">
                        <c:v>363</c:v>
                      </c:pt>
                      <c:pt idx="9">
                        <c:v>397</c:v>
                      </c:pt>
                      <c:pt idx="10">
                        <c:v>430</c:v>
                      </c:pt>
                      <c:pt idx="11">
                        <c:v>463</c:v>
                      </c:pt>
                      <c:pt idx="12">
                        <c:v>497</c:v>
                      </c:pt>
                      <c:pt idx="13">
                        <c:v>530</c:v>
                      </c:pt>
                      <c:pt idx="14">
                        <c:v>563</c:v>
                      </c:pt>
                      <c:pt idx="15">
                        <c:v>597</c:v>
                      </c:pt>
                      <c:pt idx="16">
                        <c:v>630</c:v>
                      </c:pt>
                      <c:pt idx="17">
                        <c:v>663</c:v>
                      </c:pt>
                      <c:pt idx="18">
                        <c:v>697</c:v>
                      </c:pt>
                      <c:pt idx="19">
                        <c:v>730</c:v>
                      </c:pt>
                      <c:pt idx="20">
                        <c:v>763</c:v>
                      </c:pt>
                      <c:pt idx="21">
                        <c:v>797</c:v>
                      </c:pt>
                      <c:pt idx="22">
                        <c:v>830</c:v>
                      </c:pt>
                      <c:pt idx="23">
                        <c:v>863</c:v>
                      </c:pt>
                      <c:pt idx="24">
                        <c:v>897</c:v>
                      </c:pt>
                      <c:pt idx="25">
                        <c:v>930</c:v>
                      </c:pt>
                      <c:pt idx="26">
                        <c:v>963</c:v>
                      </c:pt>
                      <c:pt idx="27">
                        <c:v>997</c:v>
                      </c:pt>
                      <c:pt idx="28">
                        <c:v>1030</c:v>
                      </c:pt>
                      <c:pt idx="29">
                        <c:v>1063</c:v>
                      </c:pt>
                      <c:pt idx="30">
                        <c:v>1097</c:v>
                      </c:pt>
                      <c:pt idx="31">
                        <c:v>1130</c:v>
                      </c:pt>
                      <c:pt idx="32">
                        <c:v>1163</c:v>
                      </c:pt>
                      <c:pt idx="33">
                        <c:v>1197</c:v>
                      </c:pt>
                      <c:pt idx="34">
                        <c:v>1230</c:v>
                      </c:pt>
                      <c:pt idx="35">
                        <c:v>1263</c:v>
                      </c:pt>
                      <c:pt idx="36">
                        <c:v>1297</c:v>
                      </c:pt>
                      <c:pt idx="37">
                        <c:v>1330</c:v>
                      </c:pt>
                      <c:pt idx="38">
                        <c:v>1363</c:v>
                      </c:pt>
                      <c:pt idx="39">
                        <c:v>1397</c:v>
                      </c:pt>
                      <c:pt idx="40">
                        <c:v>1430</c:v>
                      </c:pt>
                      <c:pt idx="41">
                        <c:v>1463</c:v>
                      </c:pt>
                      <c:pt idx="42">
                        <c:v>1497</c:v>
                      </c:pt>
                      <c:pt idx="43">
                        <c:v>1530</c:v>
                      </c:pt>
                      <c:pt idx="44">
                        <c:v>1563</c:v>
                      </c:pt>
                      <c:pt idx="45">
                        <c:v>1597</c:v>
                      </c:pt>
                      <c:pt idx="46">
                        <c:v>1630</c:v>
                      </c:pt>
                      <c:pt idx="47">
                        <c:v>1663</c:v>
                      </c:pt>
                      <c:pt idx="48">
                        <c:v>1697</c:v>
                      </c:pt>
                      <c:pt idx="49">
                        <c:v>1730</c:v>
                      </c:pt>
                      <c:pt idx="50">
                        <c:v>1763</c:v>
                      </c:pt>
                      <c:pt idx="51">
                        <c:v>1797</c:v>
                      </c:pt>
                      <c:pt idx="52">
                        <c:v>1830</c:v>
                      </c:pt>
                      <c:pt idx="53">
                        <c:v>1863</c:v>
                      </c:pt>
                      <c:pt idx="54">
                        <c:v>1897</c:v>
                      </c:pt>
                      <c:pt idx="55">
                        <c:v>1930</c:v>
                      </c:pt>
                      <c:pt idx="56">
                        <c:v>1963</c:v>
                      </c:pt>
                      <c:pt idx="57">
                        <c:v>1997</c:v>
                      </c:pt>
                      <c:pt idx="58">
                        <c:v>2030</c:v>
                      </c:pt>
                      <c:pt idx="59">
                        <c:v>2063</c:v>
                      </c:pt>
                      <c:pt idx="60">
                        <c:v>2097</c:v>
                      </c:pt>
                      <c:pt idx="61">
                        <c:v>2130</c:v>
                      </c:pt>
                      <c:pt idx="62">
                        <c:v>2163</c:v>
                      </c:pt>
                      <c:pt idx="63">
                        <c:v>2197</c:v>
                      </c:pt>
                      <c:pt idx="64">
                        <c:v>2230</c:v>
                      </c:pt>
                      <c:pt idx="65">
                        <c:v>2263</c:v>
                      </c:pt>
                      <c:pt idx="66">
                        <c:v>2297</c:v>
                      </c:pt>
                      <c:pt idx="67">
                        <c:v>2330</c:v>
                      </c:pt>
                      <c:pt idx="68">
                        <c:v>2363</c:v>
                      </c:pt>
                      <c:pt idx="69">
                        <c:v>2397</c:v>
                      </c:pt>
                      <c:pt idx="70">
                        <c:v>2430</c:v>
                      </c:pt>
                      <c:pt idx="71">
                        <c:v>2463</c:v>
                      </c:pt>
                      <c:pt idx="72">
                        <c:v>2497</c:v>
                      </c:pt>
                      <c:pt idx="73">
                        <c:v>2530</c:v>
                      </c:pt>
                      <c:pt idx="74">
                        <c:v>2563</c:v>
                      </c:pt>
                      <c:pt idx="75">
                        <c:v>2597</c:v>
                      </c:pt>
                      <c:pt idx="76">
                        <c:v>2630</c:v>
                      </c:pt>
                      <c:pt idx="77">
                        <c:v>2663</c:v>
                      </c:pt>
                      <c:pt idx="78">
                        <c:v>2697</c:v>
                      </c:pt>
                      <c:pt idx="79">
                        <c:v>2730</c:v>
                      </c:pt>
                      <c:pt idx="80">
                        <c:v>2763</c:v>
                      </c:pt>
                      <c:pt idx="81">
                        <c:v>2797</c:v>
                      </c:pt>
                      <c:pt idx="82">
                        <c:v>2830</c:v>
                      </c:pt>
                      <c:pt idx="83">
                        <c:v>2863</c:v>
                      </c:pt>
                      <c:pt idx="84">
                        <c:v>2897</c:v>
                      </c:pt>
                      <c:pt idx="85">
                        <c:v>2930</c:v>
                      </c:pt>
                      <c:pt idx="86">
                        <c:v>2963</c:v>
                      </c:pt>
                      <c:pt idx="87">
                        <c:v>2997</c:v>
                      </c:pt>
                      <c:pt idx="88">
                        <c:v>3030</c:v>
                      </c:pt>
                      <c:pt idx="89">
                        <c:v>3063</c:v>
                      </c:pt>
                      <c:pt idx="90">
                        <c:v>3097</c:v>
                      </c:pt>
                      <c:pt idx="91">
                        <c:v>3130</c:v>
                      </c:pt>
                      <c:pt idx="92">
                        <c:v>3163</c:v>
                      </c:pt>
                      <c:pt idx="93">
                        <c:v>3197</c:v>
                      </c:pt>
                      <c:pt idx="94">
                        <c:v>3230</c:v>
                      </c:pt>
                      <c:pt idx="95">
                        <c:v>3263</c:v>
                      </c:pt>
                      <c:pt idx="96">
                        <c:v>3297</c:v>
                      </c:pt>
                      <c:pt idx="97">
                        <c:v>3330</c:v>
                      </c:pt>
                      <c:pt idx="98">
                        <c:v>3363</c:v>
                      </c:pt>
                      <c:pt idx="99">
                        <c:v>3397</c:v>
                      </c:pt>
                      <c:pt idx="100">
                        <c:v>3430</c:v>
                      </c:pt>
                      <c:pt idx="101">
                        <c:v>3463</c:v>
                      </c:pt>
                      <c:pt idx="102">
                        <c:v>3497</c:v>
                      </c:pt>
                      <c:pt idx="103">
                        <c:v>3530</c:v>
                      </c:pt>
                      <c:pt idx="104">
                        <c:v>3563</c:v>
                      </c:pt>
                      <c:pt idx="105">
                        <c:v>3597</c:v>
                      </c:pt>
                      <c:pt idx="106">
                        <c:v>3630</c:v>
                      </c:pt>
                      <c:pt idx="107">
                        <c:v>3663</c:v>
                      </c:pt>
                      <c:pt idx="108">
                        <c:v>3697</c:v>
                      </c:pt>
                      <c:pt idx="109">
                        <c:v>3730</c:v>
                      </c:pt>
                      <c:pt idx="110">
                        <c:v>3763</c:v>
                      </c:pt>
                      <c:pt idx="111">
                        <c:v>3797</c:v>
                      </c:pt>
                      <c:pt idx="112">
                        <c:v>3830</c:v>
                      </c:pt>
                      <c:pt idx="113">
                        <c:v>3863</c:v>
                      </c:pt>
                      <c:pt idx="114">
                        <c:v>3897</c:v>
                      </c:pt>
                      <c:pt idx="115">
                        <c:v>3930</c:v>
                      </c:pt>
                      <c:pt idx="116">
                        <c:v>3963</c:v>
                      </c:pt>
                      <c:pt idx="117">
                        <c:v>3997</c:v>
                      </c:pt>
                      <c:pt idx="118">
                        <c:v>4030</c:v>
                      </c:pt>
                      <c:pt idx="119">
                        <c:v>4063</c:v>
                      </c:pt>
                      <c:pt idx="120">
                        <c:v>4097</c:v>
                      </c:pt>
                      <c:pt idx="121">
                        <c:v>4130</c:v>
                      </c:pt>
                      <c:pt idx="122">
                        <c:v>4163</c:v>
                      </c:pt>
                      <c:pt idx="123">
                        <c:v>4197</c:v>
                      </c:pt>
                      <c:pt idx="124">
                        <c:v>4230</c:v>
                      </c:pt>
                      <c:pt idx="125">
                        <c:v>4263</c:v>
                      </c:pt>
                      <c:pt idx="126">
                        <c:v>4297</c:v>
                      </c:pt>
                      <c:pt idx="127">
                        <c:v>4330</c:v>
                      </c:pt>
                      <c:pt idx="128">
                        <c:v>4363</c:v>
                      </c:pt>
                      <c:pt idx="129">
                        <c:v>4397</c:v>
                      </c:pt>
                      <c:pt idx="130">
                        <c:v>4430</c:v>
                      </c:pt>
                      <c:pt idx="131">
                        <c:v>4463</c:v>
                      </c:pt>
                      <c:pt idx="132">
                        <c:v>4497</c:v>
                      </c:pt>
                      <c:pt idx="133">
                        <c:v>4530</c:v>
                      </c:pt>
                      <c:pt idx="134">
                        <c:v>4563</c:v>
                      </c:pt>
                      <c:pt idx="135">
                        <c:v>4597</c:v>
                      </c:pt>
                      <c:pt idx="136">
                        <c:v>4630</c:v>
                      </c:pt>
                      <c:pt idx="137">
                        <c:v>4663</c:v>
                      </c:pt>
                      <c:pt idx="138">
                        <c:v>4697</c:v>
                      </c:pt>
                      <c:pt idx="139">
                        <c:v>4730</c:v>
                      </c:pt>
                      <c:pt idx="140">
                        <c:v>4763</c:v>
                      </c:pt>
                      <c:pt idx="141">
                        <c:v>4797</c:v>
                      </c:pt>
                      <c:pt idx="142">
                        <c:v>4830</c:v>
                      </c:pt>
                      <c:pt idx="143">
                        <c:v>4863</c:v>
                      </c:pt>
                      <c:pt idx="144">
                        <c:v>4897</c:v>
                      </c:pt>
                      <c:pt idx="145">
                        <c:v>4930</c:v>
                      </c:pt>
                      <c:pt idx="146">
                        <c:v>4963</c:v>
                      </c:pt>
                      <c:pt idx="147">
                        <c:v>4997</c:v>
                      </c:pt>
                      <c:pt idx="148">
                        <c:v>5030</c:v>
                      </c:pt>
                      <c:pt idx="149">
                        <c:v>5063</c:v>
                      </c:pt>
                      <c:pt idx="150">
                        <c:v>5097</c:v>
                      </c:pt>
                      <c:pt idx="151">
                        <c:v>5130</c:v>
                      </c:pt>
                      <c:pt idx="152">
                        <c:v>5163</c:v>
                      </c:pt>
                      <c:pt idx="153">
                        <c:v>5197</c:v>
                      </c:pt>
                      <c:pt idx="154">
                        <c:v>5230</c:v>
                      </c:pt>
                      <c:pt idx="155">
                        <c:v>5263</c:v>
                      </c:pt>
                      <c:pt idx="156">
                        <c:v>5297</c:v>
                      </c:pt>
                      <c:pt idx="157">
                        <c:v>5330</c:v>
                      </c:pt>
                      <c:pt idx="158">
                        <c:v>5363</c:v>
                      </c:pt>
                      <c:pt idx="159">
                        <c:v>5397</c:v>
                      </c:pt>
                      <c:pt idx="160">
                        <c:v>5430</c:v>
                      </c:pt>
                      <c:pt idx="161">
                        <c:v>5463</c:v>
                      </c:pt>
                      <c:pt idx="162">
                        <c:v>5497</c:v>
                      </c:pt>
                      <c:pt idx="163">
                        <c:v>5530</c:v>
                      </c:pt>
                      <c:pt idx="164">
                        <c:v>5563</c:v>
                      </c:pt>
                      <c:pt idx="165">
                        <c:v>5597</c:v>
                      </c:pt>
                      <c:pt idx="166">
                        <c:v>5630</c:v>
                      </c:pt>
                      <c:pt idx="167">
                        <c:v>5663</c:v>
                      </c:pt>
                      <c:pt idx="168">
                        <c:v>5697</c:v>
                      </c:pt>
                      <c:pt idx="169">
                        <c:v>5730</c:v>
                      </c:pt>
                      <c:pt idx="170">
                        <c:v>5763</c:v>
                      </c:pt>
                      <c:pt idx="171">
                        <c:v>5797</c:v>
                      </c:pt>
                      <c:pt idx="172">
                        <c:v>5830</c:v>
                      </c:pt>
                      <c:pt idx="173">
                        <c:v>5863</c:v>
                      </c:pt>
                      <c:pt idx="174">
                        <c:v>5897</c:v>
                      </c:pt>
                      <c:pt idx="175">
                        <c:v>5930</c:v>
                      </c:pt>
                      <c:pt idx="176">
                        <c:v>5963</c:v>
                      </c:pt>
                      <c:pt idx="177">
                        <c:v>5997</c:v>
                      </c:pt>
                      <c:pt idx="178">
                        <c:v>6030</c:v>
                      </c:pt>
                      <c:pt idx="179">
                        <c:v>6063</c:v>
                      </c:pt>
                      <c:pt idx="180">
                        <c:v>6097</c:v>
                      </c:pt>
                      <c:pt idx="181">
                        <c:v>6130</c:v>
                      </c:pt>
                      <c:pt idx="182">
                        <c:v>6163</c:v>
                      </c:pt>
                      <c:pt idx="183">
                        <c:v>6197</c:v>
                      </c:pt>
                      <c:pt idx="184">
                        <c:v>6230</c:v>
                      </c:pt>
                      <c:pt idx="185">
                        <c:v>6263</c:v>
                      </c:pt>
                      <c:pt idx="186">
                        <c:v>6297</c:v>
                      </c:pt>
                      <c:pt idx="187">
                        <c:v>6330</c:v>
                      </c:pt>
                      <c:pt idx="188">
                        <c:v>6363</c:v>
                      </c:pt>
                      <c:pt idx="189">
                        <c:v>6397</c:v>
                      </c:pt>
                      <c:pt idx="190">
                        <c:v>6430</c:v>
                      </c:pt>
                      <c:pt idx="191">
                        <c:v>6463</c:v>
                      </c:pt>
                      <c:pt idx="192">
                        <c:v>6497</c:v>
                      </c:pt>
                      <c:pt idx="193">
                        <c:v>6530</c:v>
                      </c:pt>
                      <c:pt idx="194">
                        <c:v>6563</c:v>
                      </c:pt>
                      <c:pt idx="195">
                        <c:v>6597</c:v>
                      </c:pt>
                      <c:pt idx="196">
                        <c:v>6630</c:v>
                      </c:pt>
                      <c:pt idx="197">
                        <c:v>6663</c:v>
                      </c:pt>
                      <c:pt idx="198">
                        <c:v>6697</c:v>
                      </c:pt>
                      <c:pt idx="199">
                        <c:v>6730</c:v>
                      </c:pt>
                      <c:pt idx="200">
                        <c:v>6763</c:v>
                      </c:pt>
                      <c:pt idx="201">
                        <c:v>6797</c:v>
                      </c:pt>
                      <c:pt idx="202">
                        <c:v>6830</c:v>
                      </c:pt>
                      <c:pt idx="203">
                        <c:v>6863</c:v>
                      </c:pt>
                      <c:pt idx="204">
                        <c:v>6897</c:v>
                      </c:pt>
                      <c:pt idx="205">
                        <c:v>6930</c:v>
                      </c:pt>
                      <c:pt idx="206">
                        <c:v>6963</c:v>
                      </c:pt>
                      <c:pt idx="207">
                        <c:v>6997</c:v>
                      </c:pt>
                      <c:pt idx="208">
                        <c:v>7030</c:v>
                      </c:pt>
                      <c:pt idx="209">
                        <c:v>7063</c:v>
                      </c:pt>
                      <c:pt idx="210">
                        <c:v>7097</c:v>
                      </c:pt>
                      <c:pt idx="211">
                        <c:v>7130</c:v>
                      </c:pt>
                      <c:pt idx="212">
                        <c:v>7163</c:v>
                      </c:pt>
                      <c:pt idx="213">
                        <c:v>7197</c:v>
                      </c:pt>
                      <c:pt idx="214">
                        <c:v>7230</c:v>
                      </c:pt>
                      <c:pt idx="215">
                        <c:v>7263</c:v>
                      </c:pt>
                      <c:pt idx="216">
                        <c:v>7297</c:v>
                      </c:pt>
                      <c:pt idx="217">
                        <c:v>7330</c:v>
                      </c:pt>
                      <c:pt idx="218">
                        <c:v>7363</c:v>
                      </c:pt>
                      <c:pt idx="219">
                        <c:v>7397</c:v>
                      </c:pt>
                      <c:pt idx="220">
                        <c:v>7430</c:v>
                      </c:pt>
                      <c:pt idx="221">
                        <c:v>7463</c:v>
                      </c:pt>
                      <c:pt idx="222">
                        <c:v>7497</c:v>
                      </c:pt>
                      <c:pt idx="223">
                        <c:v>7530</c:v>
                      </c:pt>
                      <c:pt idx="224">
                        <c:v>7563</c:v>
                      </c:pt>
                      <c:pt idx="225">
                        <c:v>7597</c:v>
                      </c:pt>
                      <c:pt idx="226">
                        <c:v>7630</c:v>
                      </c:pt>
                      <c:pt idx="227">
                        <c:v>7663</c:v>
                      </c:pt>
                      <c:pt idx="228">
                        <c:v>7697</c:v>
                      </c:pt>
                      <c:pt idx="229">
                        <c:v>7730</c:v>
                      </c:pt>
                      <c:pt idx="230">
                        <c:v>7763</c:v>
                      </c:pt>
                      <c:pt idx="231">
                        <c:v>7797</c:v>
                      </c:pt>
                      <c:pt idx="232">
                        <c:v>7830</c:v>
                      </c:pt>
                      <c:pt idx="233">
                        <c:v>7863</c:v>
                      </c:pt>
                      <c:pt idx="234">
                        <c:v>7897</c:v>
                      </c:pt>
                      <c:pt idx="235">
                        <c:v>7930</c:v>
                      </c:pt>
                      <c:pt idx="236">
                        <c:v>7963</c:v>
                      </c:pt>
                      <c:pt idx="237">
                        <c:v>7997</c:v>
                      </c:pt>
                      <c:pt idx="238">
                        <c:v>8030</c:v>
                      </c:pt>
                      <c:pt idx="239">
                        <c:v>8063</c:v>
                      </c:pt>
                      <c:pt idx="240">
                        <c:v>8097</c:v>
                      </c:pt>
                      <c:pt idx="241">
                        <c:v>8130</c:v>
                      </c:pt>
                      <c:pt idx="242">
                        <c:v>8163</c:v>
                      </c:pt>
                      <c:pt idx="243">
                        <c:v>8197</c:v>
                      </c:pt>
                      <c:pt idx="244">
                        <c:v>8230</c:v>
                      </c:pt>
                      <c:pt idx="245">
                        <c:v>8263</c:v>
                      </c:pt>
                      <c:pt idx="246">
                        <c:v>8297</c:v>
                      </c:pt>
                      <c:pt idx="247">
                        <c:v>8330</c:v>
                      </c:pt>
                      <c:pt idx="248">
                        <c:v>8363</c:v>
                      </c:pt>
                      <c:pt idx="249">
                        <c:v>8397</c:v>
                      </c:pt>
                      <c:pt idx="250">
                        <c:v>8430</c:v>
                      </c:pt>
                      <c:pt idx="251">
                        <c:v>8463</c:v>
                      </c:pt>
                      <c:pt idx="252">
                        <c:v>8497</c:v>
                      </c:pt>
                      <c:pt idx="253">
                        <c:v>8530</c:v>
                      </c:pt>
                      <c:pt idx="254">
                        <c:v>8563</c:v>
                      </c:pt>
                      <c:pt idx="255">
                        <c:v>8597</c:v>
                      </c:pt>
                      <c:pt idx="256">
                        <c:v>8630</c:v>
                      </c:pt>
                      <c:pt idx="257">
                        <c:v>8663</c:v>
                      </c:pt>
                      <c:pt idx="258">
                        <c:v>8697</c:v>
                      </c:pt>
                      <c:pt idx="259">
                        <c:v>8730</c:v>
                      </c:pt>
                      <c:pt idx="260">
                        <c:v>8763</c:v>
                      </c:pt>
                      <c:pt idx="261">
                        <c:v>8797</c:v>
                      </c:pt>
                      <c:pt idx="262">
                        <c:v>8830</c:v>
                      </c:pt>
                      <c:pt idx="263">
                        <c:v>8863</c:v>
                      </c:pt>
                      <c:pt idx="264">
                        <c:v>8897</c:v>
                      </c:pt>
                      <c:pt idx="265">
                        <c:v>8930</c:v>
                      </c:pt>
                      <c:pt idx="266">
                        <c:v>8963</c:v>
                      </c:pt>
                      <c:pt idx="267">
                        <c:v>8997</c:v>
                      </c:pt>
                      <c:pt idx="268">
                        <c:v>9030</c:v>
                      </c:pt>
                      <c:pt idx="269">
                        <c:v>9063</c:v>
                      </c:pt>
                      <c:pt idx="270">
                        <c:v>9097</c:v>
                      </c:pt>
                      <c:pt idx="271">
                        <c:v>9130</c:v>
                      </c:pt>
                      <c:pt idx="272">
                        <c:v>9163</c:v>
                      </c:pt>
                      <c:pt idx="273">
                        <c:v>9197</c:v>
                      </c:pt>
                      <c:pt idx="274">
                        <c:v>9230</c:v>
                      </c:pt>
                      <c:pt idx="275">
                        <c:v>9263</c:v>
                      </c:pt>
                      <c:pt idx="276">
                        <c:v>9297</c:v>
                      </c:pt>
                      <c:pt idx="277">
                        <c:v>9330</c:v>
                      </c:pt>
                      <c:pt idx="278">
                        <c:v>9363</c:v>
                      </c:pt>
                      <c:pt idx="279">
                        <c:v>9397</c:v>
                      </c:pt>
                      <c:pt idx="280">
                        <c:v>9430</c:v>
                      </c:pt>
                      <c:pt idx="281">
                        <c:v>9463</c:v>
                      </c:pt>
                      <c:pt idx="282">
                        <c:v>9497</c:v>
                      </c:pt>
                      <c:pt idx="283">
                        <c:v>9530</c:v>
                      </c:pt>
                      <c:pt idx="284">
                        <c:v>9564</c:v>
                      </c:pt>
                      <c:pt idx="285">
                        <c:v>9597</c:v>
                      </c:pt>
                      <c:pt idx="286">
                        <c:v>9630</c:v>
                      </c:pt>
                      <c:pt idx="287">
                        <c:v>9664</c:v>
                      </c:pt>
                      <c:pt idx="288">
                        <c:v>9697</c:v>
                      </c:pt>
                      <c:pt idx="289">
                        <c:v>9730</c:v>
                      </c:pt>
                      <c:pt idx="290">
                        <c:v>9764</c:v>
                      </c:pt>
                      <c:pt idx="291">
                        <c:v>9797</c:v>
                      </c:pt>
                      <c:pt idx="292">
                        <c:v>9830</c:v>
                      </c:pt>
                      <c:pt idx="293">
                        <c:v>9864</c:v>
                      </c:pt>
                      <c:pt idx="294">
                        <c:v>9897</c:v>
                      </c:pt>
                      <c:pt idx="295">
                        <c:v>9930</c:v>
                      </c:pt>
                      <c:pt idx="296">
                        <c:v>9964</c:v>
                      </c:pt>
                      <c:pt idx="297">
                        <c:v>9997</c:v>
                      </c:pt>
                      <c:pt idx="298">
                        <c:v>10030</c:v>
                      </c:pt>
                      <c:pt idx="299">
                        <c:v>10064</c:v>
                      </c:pt>
                      <c:pt idx="300">
                        <c:v>10097</c:v>
                      </c:pt>
                      <c:pt idx="301">
                        <c:v>10130</c:v>
                      </c:pt>
                      <c:pt idx="302">
                        <c:v>10164</c:v>
                      </c:pt>
                      <c:pt idx="303">
                        <c:v>10197</c:v>
                      </c:pt>
                      <c:pt idx="304">
                        <c:v>10230</c:v>
                      </c:pt>
                      <c:pt idx="305">
                        <c:v>10264</c:v>
                      </c:pt>
                      <c:pt idx="306">
                        <c:v>10297</c:v>
                      </c:pt>
                      <c:pt idx="307">
                        <c:v>10330</c:v>
                      </c:pt>
                      <c:pt idx="308">
                        <c:v>10364</c:v>
                      </c:pt>
                      <c:pt idx="309">
                        <c:v>10397</c:v>
                      </c:pt>
                      <c:pt idx="310">
                        <c:v>10430</c:v>
                      </c:pt>
                      <c:pt idx="311">
                        <c:v>10464</c:v>
                      </c:pt>
                      <c:pt idx="312">
                        <c:v>10497</c:v>
                      </c:pt>
                      <c:pt idx="313">
                        <c:v>10530</c:v>
                      </c:pt>
                      <c:pt idx="314">
                        <c:v>10564</c:v>
                      </c:pt>
                      <c:pt idx="315">
                        <c:v>10597</c:v>
                      </c:pt>
                      <c:pt idx="316">
                        <c:v>10630</c:v>
                      </c:pt>
                      <c:pt idx="317">
                        <c:v>10664</c:v>
                      </c:pt>
                      <c:pt idx="318">
                        <c:v>10697</c:v>
                      </c:pt>
                      <c:pt idx="319">
                        <c:v>10730</c:v>
                      </c:pt>
                      <c:pt idx="320">
                        <c:v>10764</c:v>
                      </c:pt>
                      <c:pt idx="321">
                        <c:v>10797</c:v>
                      </c:pt>
                      <c:pt idx="322">
                        <c:v>10830</c:v>
                      </c:pt>
                      <c:pt idx="323">
                        <c:v>10864</c:v>
                      </c:pt>
                      <c:pt idx="324">
                        <c:v>10897</c:v>
                      </c:pt>
                      <c:pt idx="325">
                        <c:v>10930</c:v>
                      </c:pt>
                      <c:pt idx="326">
                        <c:v>10964</c:v>
                      </c:pt>
                      <c:pt idx="327">
                        <c:v>10997</c:v>
                      </c:pt>
                      <c:pt idx="328">
                        <c:v>11030</c:v>
                      </c:pt>
                      <c:pt idx="329">
                        <c:v>11064</c:v>
                      </c:pt>
                      <c:pt idx="330">
                        <c:v>11097</c:v>
                      </c:pt>
                      <c:pt idx="331">
                        <c:v>11130</c:v>
                      </c:pt>
                      <c:pt idx="332">
                        <c:v>11164</c:v>
                      </c:pt>
                      <c:pt idx="333">
                        <c:v>11197</c:v>
                      </c:pt>
                      <c:pt idx="334">
                        <c:v>11230</c:v>
                      </c:pt>
                      <c:pt idx="335">
                        <c:v>11264</c:v>
                      </c:pt>
                      <c:pt idx="336">
                        <c:v>11297</c:v>
                      </c:pt>
                      <c:pt idx="337">
                        <c:v>11330</c:v>
                      </c:pt>
                      <c:pt idx="338">
                        <c:v>11364</c:v>
                      </c:pt>
                      <c:pt idx="339">
                        <c:v>11397</c:v>
                      </c:pt>
                      <c:pt idx="340">
                        <c:v>11430</c:v>
                      </c:pt>
                      <c:pt idx="341">
                        <c:v>11464</c:v>
                      </c:pt>
                      <c:pt idx="342">
                        <c:v>11497</c:v>
                      </c:pt>
                      <c:pt idx="343">
                        <c:v>11530</c:v>
                      </c:pt>
                      <c:pt idx="344">
                        <c:v>11564</c:v>
                      </c:pt>
                      <c:pt idx="345">
                        <c:v>11597</c:v>
                      </c:pt>
                      <c:pt idx="346">
                        <c:v>11630</c:v>
                      </c:pt>
                      <c:pt idx="347">
                        <c:v>11664</c:v>
                      </c:pt>
                      <c:pt idx="348">
                        <c:v>11697</c:v>
                      </c:pt>
                      <c:pt idx="349">
                        <c:v>11730</c:v>
                      </c:pt>
                      <c:pt idx="350">
                        <c:v>11764</c:v>
                      </c:pt>
                      <c:pt idx="351">
                        <c:v>11797</c:v>
                      </c:pt>
                      <c:pt idx="352">
                        <c:v>11830</c:v>
                      </c:pt>
                      <c:pt idx="353">
                        <c:v>11864</c:v>
                      </c:pt>
                      <c:pt idx="354">
                        <c:v>11897</c:v>
                      </c:pt>
                      <c:pt idx="355">
                        <c:v>11930</c:v>
                      </c:pt>
                      <c:pt idx="356">
                        <c:v>11964</c:v>
                      </c:pt>
                      <c:pt idx="357">
                        <c:v>11997</c:v>
                      </c:pt>
                      <c:pt idx="358">
                        <c:v>12030</c:v>
                      </c:pt>
                      <c:pt idx="359">
                        <c:v>12064</c:v>
                      </c:pt>
                      <c:pt idx="360">
                        <c:v>12097</c:v>
                      </c:pt>
                      <c:pt idx="361">
                        <c:v>12130</c:v>
                      </c:pt>
                      <c:pt idx="362">
                        <c:v>12164</c:v>
                      </c:pt>
                      <c:pt idx="363">
                        <c:v>12197</c:v>
                      </c:pt>
                      <c:pt idx="364">
                        <c:v>12230</c:v>
                      </c:pt>
                      <c:pt idx="365">
                        <c:v>12264</c:v>
                      </c:pt>
                      <c:pt idx="366">
                        <c:v>12297</c:v>
                      </c:pt>
                      <c:pt idx="367">
                        <c:v>12330</c:v>
                      </c:pt>
                      <c:pt idx="368">
                        <c:v>12364</c:v>
                      </c:pt>
                      <c:pt idx="369">
                        <c:v>12397</c:v>
                      </c:pt>
                      <c:pt idx="370">
                        <c:v>12430</c:v>
                      </c:pt>
                      <c:pt idx="371">
                        <c:v>12464</c:v>
                      </c:pt>
                      <c:pt idx="372">
                        <c:v>12497</c:v>
                      </c:pt>
                      <c:pt idx="373">
                        <c:v>12530</c:v>
                      </c:pt>
                      <c:pt idx="374">
                        <c:v>12564</c:v>
                      </c:pt>
                      <c:pt idx="375">
                        <c:v>12597</c:v>
                      </c:pt>
                      <c:pt idx="376">
                        <c:v>12630</c:v>
                      </c:pt>
                      <c:pt idx="377">
                        <c:v>12664</c:v>
                      </c:pt>
                      <c:pt idx="378">
                        <c:v>12697</c:v>
                      </c:pt>
                      <c:pt idx="379">
                        <c:v>12730</c:v>
                      </c:pt>
                      <c:pt idx="380">
                        <c:v>12764</c:v>
                      </c:pt>
                      <c:pt idx="381">
                        <c:v>12797</c:v>
                      </c:pt>
                      <c:pt idx="382">
                        <c:v>12830</c:v>
                      </c:pt>
                      <c:pt idx="383">
                        <c:v>12864</c:v>
                      </c:pt>
                      <c:pt idx="384">
                        <c:v>12897</c:v>
                      </c:pt>
                      <c:pt idx="385">
                        <c:v>12930</c:v>
                      </c:pt>
                      <c:pt idx="386">
                        <c:v>12964</c:v>
                      </c:pt>
                      <c:pt idx="387">
                        <c:v>12997</c:v>
                      </c:pt>
                      <c:pt idx="388">
                        <c:v>13030</c:v>
                      </c:pt>
                      <c:pt idx="389">
                        <c:v>13064</c:v>
                      </c:pt>
                      <c:pt idx="390">
                        <c:v>13097</c:v>
                      </c:pt>
                      <c:pt idx="391">
                        <c:v>13131</c:v>
                      </c:pt>
                      <c:pt idx="392">
                        <c:v>13164</c:v>
                      </c:pt>
                      <c:pt idx="393">
                        <c:v>13197</c:v>
                      </c:pt>
                      <c:pt idx="394">
                        <c:v>13231</c:v>
                      </c:pt>
                      <c:pt idx="395">
                        <c:v>13264</c:v>
                      </c:pt>
                      <c:pt idx="396">
                        <c:v>13297</c:v>
                      </c:pt>
                      <c:pt idx="397">
                        <c:v>13331</c:v>
                      </c:pt>
                      <c:pt idx="398">
                        <c:v>13364</c:v>
                      </c:pt>
                      <c:pt idx="399">
                        <c:v>13397</c:v>
                      </c:pt>
                      <c:pt idx="400">
                        <c:v>13431</c:v>
                      </c:pt>
                      <c:pt idx="401">
                        <c:v>13464</c:v>
                      </c:pt>
                      <c:pt idx="402">
                        <c:v>13497</c:v>
                      </c:pt>
                      <c:pt idx="403">
                        <c:v>13531</c:v>
                      </c:pt>
                      <c:pt idx="404">
                        <c:v>13564</c:v>
                      </c:pt>
                      <c:pt idx="405">
                        <c:v>13597</c:v>
                      </c:pt>
                      <c:pt idx="406">
                        <c:v>13631</c:v>
                      </c:pt>
                      <c:pt idx="407">
                        <c:v>13664</c:v>
                      </c:pt>
                      <c:pt idx="408">
                        <c:v>13697</c:v>
                      </c:pt>
                      <c:pt idx="409">
                        <c:v>13731</c:v>
                      </c:pt>
                      <c:pt idx="410">
                        <c:v>13764</c:v>
                      </c:pt>
                      <c:pt idx="411">
                        <c:v>13797</c:v>
                      </c:pt>
                      <c:pt idx="412">
                        <c:v>13831</c:v>
                      </c:pt>
                      <c:pt idx="413">
                        <c:v>13864</c:v>
                      </c:pt>
                      <c:pt idx="414">
                        <c:v>13897</c:v>
                      </c:pt>
                      <c:pt idx="415">
                        <c:v>13931</c:v>
                      </c:pt>
                      <c:pt idx="416">
                        <c:v>13964</c:v>
                      </c:pt>
                      <c:pt idx="417">
                        <c:v>13997</c:v>
                      </c:pt>
                      <c:pt idx="418">
                        <c:v>14031</c:v>
                      </c:pt>
                      <c:pt idx="419">
                        <c:v>14064</c:v>
                      </c:pt>
                      <c:pt idx="420">
                        <c:v>14097</c:v>
                      </c:pt>
                      <c:pt idx="421">
                        <c:v>14131</c:v>
                      </c:pt>
                      <c:pt idx="422">
                        <c:v>14164</c:v>
                      </c:pt>
                      <c:pt idx="423">
                        <c:v>14197</c:v>
                      </c:pt>
                      <c:pt idx="424">
                        <c:v>14231</c:v>
                      </c:pt>
                      <c:pt idx="425">
                        <c:v>14264</c:v>
                      </c:pt>
                      <c:pt idx="426">
                        <c:v>14297</c:v>
                      </c:pt>
                      <c:pt idx="427">
                        <c:v>14331</c:v>
                      </c:pt>
                      <c:pt idx="428">
                        <c:v>14364</c:v>
                      </c:pt>
                      <c:pt idx="429">
                        <c:v>14397</c:v>
                      </c:pt>
                      <c:pt idx="430">
                        <c:v>14431</c:v>
                      </c:pt>
                      <c:pt idx="431">
                        <c:v>14464</c:v>
                      </c:pt>
                      <c:pt idx="432">
                        <c:v>14497</c:v>
                      </c:pt>
                      <c:pt idx="433">
                        <c:v>14531</c:v>
                      </c:pt>
                      <c:pt idx="434">
                        <c:v>14564</c:v>
                      </c:pt>
                      <c:pt idx="435">
                        <c:v>14597</c:v>
                      </c:pt>
                      <c:pt idx="436">
                        <c:v>14631</c:v>
                      </c:pt>
                      <c:pt idx="437">
                        <c:v>14664</c:v>
                      </c:pt>
                      <c:pt idx="438">
                        <c:v>14697</c:v>
                      </c:pt>
                      <c:pt idx="439">
                        <c:v>14731</c:v>
                      </c:pt>
                      <c:pt idx="440">
                        <c:v>14764</c:v>
                      </c:pt>
                      <c:pt idx="441">
                        <c:v>14797</c:v>
                      </c:pt>
                      <c:pt idx="442">
                        <c:v>14831</c:v>
                      </c:pt>
                      <c:pt idx="443">
                        <c:v>14864</c:v>
                      </c:pt>
                      <c:pt idx="444">
                        <c:v>14897</c:v>
                      </c:pt>
                      <c:pt idx="445">
                        <c:v>14931</c:v>
                      </c:pt>
                      <c:pt idx="446">
                        <c:v>14964</c:v>
                      </c:pt>
                      <c:pt idx="447">
                        <c:v>14997</c:v>
                      </c:pt>
                      <c:pt idx="448">
                        <c:v>15031</c:v>
                      </c:pt>
                      <c:pt idx="449">
                        <c:v>15064</c:v>
                      </c:pt>
                      <c:pt idx="450">
                        <c:v>15097</c:v>
                      </c:pt>
                      <c:pt idx="451">
                        <c:v>15131</c:v>
                      </c:pt>
                      <c:pt idx="452">
                        <c:v>15164</c:v>
                      </c:pt>
                      <c:pt idx="453">
                        <c:v>15197</c:v>
                      </c:pt>
                      <c:pt idx="454">
                        <c:v>15231</c:v>
                      </c:pt>
                      <c:pt idx="455">
                        <c:v>15264</c:v>
                      </c:pt>
                      <c:pt idx="456">
                        <c:v>15297</c:v>
                      </c:pt>
                      <c:pt idx="457">
                        <c:v>15331</c:v>
                      </c:pt>
                      <c:pt idx="458">
                        <c:v>15364</c:v>
                      </c:pt>
                      <c:pt idx="459">
                        <c:v>15397</c:v>
                      </c:pt>
                      <c:pt idx="460">
                        <c:v>15431</c:v>
                      </c:pt>
                      <c:pt idx="461">
                        <c:v>15464</c:v>
                      </c:pt>
                      <c:pt idx="462">
                        <c:v>15498</c:v>
                      </c:pt>
                      <c:pt idx="463">
                        <c:v>15531</c:v>
                      </c:pt>
                      <c:pt idx="464">
                        <c:v>15564</c:v>
                      </c:pt>
                      <c:pt idx="465">
                        <c:v>15598</c:v>
                      </c:pt>
                      <c:pt idx="466">
                        <c:v>15631</c:v>
                      </c:pt>
                      <c:pt idx="467">
                        <c:v>15664</c:v>
                      </c:pt>
                      <c:pt idx="468">
                        <c:v>15698</c:v>
                      </c:pt>
                      <c:pt idx="469">
                        <c:v>15731</c:v>
                      </c:pt>
                      <c:pt idx="470">
                        <c:v>15764</c:v>
                      </c:pt>
                      <c:pt idx="471">
                        <c:v>15798</c:v>
                      </c:pt>
                      <c:pt idx="472">
                        <c:v>15831</c:v>
                      </c:pt>
                      <c:pt idx="473">
                        <c:v>15864</c:v>
                      </c:pt>
                      <c:pt idx="474">
                        <c:v>15898</c:v>
                      </c:pt>
                      <c:pt idx="475">
                        <c:v>15931</c:v>
                      </c:pt>
                      <c:pt idx="476">
                        <c:v>15964</c:v>
                      </c:pt>
                      <c:pt idx="477">
                        <c:v>15998</c:v>
                      </c:pt>
                      <c:pt idx="478">
                        <c:v>16031</c:v>
                      </c:pt>
                      <c:pt idx="479">
                        <c:v>16064</c:v>
                      </c:pt>
                      <c:pt idx="480">
                        <c:v>16098</c:v>
                      </c:pt>
                      <c:pt idx="481">
                        <c:v>16131</c:v>
                      </c:pt>
                      <c:pt idx="482">
                        <c:v>16164</c:v>
                      </c:pt>
                      <c:pt idx="483">
                        <c:v>16198</c:v>
                      </c:pt>
                      <c:pt idx="484">
                        <c:v>16231</c:v>
                      </c:pt>
                      <c:pt idx="485">
                        <c:v>16264</c:v>
                      </c:pt>
                      <c:pt idx="486">
                        <c:v>16298</c:v>
                      </c:pt>
                      <c:pt idx="487">
                        <c:v>16331</c:v>
                      </c:pt>
                      <c:pt idx="488">
                        <c:v>16364</c:v>
                      </c:pt>
                      <c:pt idx="489">
                        <c:v>16398</c:v>
                      </c:pt>
                      <c:pt idx="490">
                        <c:v>16431</c:v>
                      </c:pt>
                      <c:pt idx="491">
                        <c:v>16464</c:v>
                      </c:pt>
                      <c:pt idx="492">
                        <c:v>16498</c:v>
                      </c:pt>
                      <c:pt idx="493">
                        <c:v>16531</c:v>
                      </c:pt>
                      <c:pt idx="494">
                        <c:v>16564</c:v>
                      </c:pt>
                      <c:pt idx="495">
                        <c:v>16598</c:v>
                      </c:pt>
                      <c:pt idx="496">
                        <c:v>16631</c:v>
                      </c:pt>
                      <c:pt idx="497">
                        <c:v>16664</c:v>
                      </c:pt>
                      <c:pt idx="498">
                        <c:v>16698</c:v>
                      </c:pt>
                      <c:pt idx="499">
                        <c:v>16731</c:v>
                      </c:pt>
                      <c:pt idx="500">
                        <c:v>16764</c:v>
                      </c:pt>
                      <c:pt idx="501">
                        <c:v>16798</c:v>
                      </c:pt>
                      <c:pt idx="502">
                        <c:v>16831</c:v>
                      </c:pt>
                      <c:pt idx="503">
                        <c:v>16864</c:v>
                      </c:pt>
                      <c:pt idx="504">
                        <c:v>16898</c:v>
                      </c:pt>
                      <c:pt idx="505">
                        <c:v>16931</c:v>
                      </c:pt>
                      <c:pt idx="506">
                        <c:v>16964</c:v>
                      </c:pt>
                      <c:pt idx="507">
                        <c:v>16998</c:v>
                      </c:pt>
                      <c:pt idx="508">
                        <c:v>17031</c:v>
                      </c:pt>
                      <c:pt idx="509">
                        <c:v>17064</c:v>
                      </c:pt>
                      <c:pt idx="510">
                        <c:v>17098</c:v>
                      </c:pt>
                      <c:pt idx="511">
                        <c:v>17131</c:v>
                      </c:pt>
                      <c:pt idx="512">
                        <c:v>17164</c:v>
                      </c:pt>
                      <c:pt idx="513">
                        <c:v>17198</c:v>
                      </c:pt>
                      <c:pt idx="514">
                        <c:v>17231</c:v>
                      </c:pt>
                      <c:pt idx="515">
                        <c:v>17264</c:v>
                      </c:pt>
                      <c:pt idx="516">
                        <c:v>17298</c:v>
                      </c:pt>
                      <c:pt idx="517">
                        <c:v>17331</c:v>
                      </c:pt>
                      <c:pt idx="518">
                        <c:v>17364</c:v>
                      </c:pt>
                      <c:pt idx="519">
                        <c:v>17398</c:v>
                      </c:pt>
                      <c:pt idx="520">
                        <c:v>17431</c:v>
                      </c:pt>
                      <c:pt idx="521">
                        <c:v>17464</c:v>
                      </c:pt>
                      <c:pt idx="522">
                        <c:v>17498</c:v>
                      </c:pt>
                      <c:pt idx="523">
                        <c:v>17531</c:v>
                      </c:pt>
                      <c:pt idx="524">
                        <c:v>17564</c:v>
                      </c:pt>
                      <c:pt idx="525">
                        <c:v>17598</c:v>
                      </c:pt>
                      <c:pt idx="526">
                        <c:v>17631</c:v>
                      </c:pt>
                      <c:pt idx="527">
                        <c:v>17665</c:v>
                      </c:pt>
                      <c:pt idx="528">
                        <c:v>17698</c:v>
                      </c:pt>
                      <c:pt idx="529">
                        <c:v>17731</c:v>
                      </c:pt>
                      <c:pt idx="530">
                        <c:v>17765</c:v>
                      </c:pt>
                      <c:pt idx="531">
                        <c:v>17798</c:v>
                      </c:pt>
                      <c:pt idx="532">
                        <c:v>17831</c:v>
                      </c:pt>
                      <c:pt idx="533">
                        <c:v>17865</c:v>
                      </c:pt>
                      <c:pt idx="534">
                        <c:v>17898</c:v>
                      </c:pt>
                      <c:pt idx="535">
                        <c:v>17931</c:v>
                      </c:pt>
                      <c:pt idx="536">
                        <c:v>17965</c:v>
                      </c:pt>
                      <c:pt idx="537">
                        <c:v>17998</c:v>
                      </c:pt>
                      <c:pt idx="538">
                        <c:v>18031</c:v>
                      </c:pt>
                      <c:pt idx="539">
                        <c:v>18065</c:v>
                      </c:pt>
                      <c:pt idx="540">
                        <c:v>18098</c:v>
                      </c:pt>
                      <c:pt idx="541">
                        <c:v>18131</c:v>
                      </c:pt>
                      <c:pt idx="542">
                        <c:v>18165</c:v>
                      </c:pt>
                      <c:pt idx="543">
                        <c:v>18198</c:v>
                      </c:pt>
                      <c:pt idx="544">
                        <c:v>18231</c:v>
                      </c:pt>
                      <c:pt idx="545">
                        <c:v>18265</c:v>
                      </c:pt>
                      <c:pt idx="546">
                        <c:v>18298</c:v>
                      </c:pt>
                      <c:pt idx="547">
                        <c:v>18331</c:v>
                      </c:pt>
                      <c:pt idx="548">
                        <c:v>18365</c:v>
                      </c:pt>
                      <c:pt idx="549">
                        <c:v>18398</c:v>
                      </c:pt>
                      <c:pt idx="550">
                        <c:v>18431</c:v>
                      </c:pt>
                      <c:pt idx="551">
                        <c:v>18465</c:v>
                      </c:pt>
                      <c:pt idx="552">
                        <c:v>18498</c:v>
                      </c:pt>
                      <c:pt idx="553">
                        <c:v>18531</c:v>
                      </c:pt>
                      <c:pt idx="554">
                        <c:v>18565</c:v>
                      </c:pt>
                      <c:pt idx="555">
                        <c:v>18598</c:v>
                      </c:pt>
                      <c:pt idx="556">
                        <c:v>18631</c:v>
                      </c:pt>
                      <c:pt idx="557">
                        <c:v>18665</c:v>
                      </c:pt>
                      <c:pt idx="558">
                        <c:v>18698</c:v>
                      </c:pt>
                      <c:pt idx="559">
                        <c:v>18731</c:v>
                      </c:pt>
                      <c:pt idx="560">
                        <c:v>18765</c:v>
                      </c:pt>
                      <c:pt idx="561">
                        <c:v>18798</c:v>
                      </c:pt>
                      <c:pt idx="562">
                        <c:v>18831</c:v>
                      </c:pt>
                      <c:pt idx="563">
                        <c:v>18865</c:v>
                      </c:pt>
                      <c:pt idx="564">
                        <c:v>18898</c:v>
                      </c:pt>
                      <c:pt idx="565">
                        <c:v>18931</c:v>
                      </c:pt>
                      <c:pt idx="566">
                        <c:v>18965</c:v>
                      </c:pt>
                      <c:pt idx="567">
                        <c:v>18998</c:v>
                      </c:pt>
                      <c:pt idx="568">
                        <c:v>19031</c:v>
                      </c:pt>
                      <c:pt idx="569">
                        <c:v>19065</c:v>
                      </c:pt>
                      <c:pt idx="570">
                        <c:v>19098</c:v>
                      </c:pt>
                      <c:pt idx="571">
                        <c:v>19131</c:v>
                      </c:pt>
                      <c:pt idx="572">
                        <c:v>19165</c:v>
                      </c:pt>
                      <c:pt idx="573">
                        <c:v>19198</c:v>
                      </c:pt>
                      <c:pt idx="574">
                        <c:v>19231</c:v>
                      </c:pt>
                      <c:pt idx="575">
                        <c:v>19265</c:v>
                      </c:pt>
                      <c:pt idx="576">
                        <c:v>19298</c:v>
                      </c:pt>
                      <c:pt idx="577">
                        <c:v>19331</c:v>
                      </c:pt>
                      <c:pt idx="578">
                        <c:v>19365</c:v>
                      </c:pt>
                      <c:pt idx="579">
                        <c:v>19398</c:v>
                      </c:pt>
                      <c:pt idx="580">
                        <c:v>19431</c:v>
                      </c:pt>
                      <c:pt idx="581">
                        <c:v>19465</c:v>
                      </c:pt>
                      <c:pt idx="582">
                        <c:v>19498</c:v>
                      </c:pt>
                      <c:pt idx="583">
                        <c:v>19531</c:v>
                      </c:pt>
                      <c:pt idx="584">
                        <c:v>19565</c:v>
                      </c:pt>
                      <c:pt idx="585">
                        <c:v>19598</c:v>
                      </c:pt>
                      <c:pt idx="586">
                        <c:v>19631</c:v>
                      </c:pt>
                      <c:pt idx="587">
                        <c:v>19665</c:v>
                      </c:pt>
                      <c:pt idx="588">
                        <c:v>19698</c:v>
                      </c:pt>
                      <c:pt idx="589">
                        <c:v>19731</c:v>
                      </c:pt>
                      <c:pt idx="590">
                        <c:v>19765</c:v>
                      </c:pt>
                      <c:pt idx="591">
                        <c:v>19798</c:v>
                      </c:pt>
                      <c:pt idx="592">
                        <c:v>19831</c:v>
                      </c:pt>
                      <c:pt idx="593">
                        <c:v>19865</c:v>
                      </c:pt>
                      <c:pt idx="594">
                        <c:v>19898</c:v>
                      </c:pt>
                      <c:pt idx="595">
                        <c:v>19932</c:v>
                      </c:pt>
                      <c:pt idx="596">
                        <c:v>19965</c:v>
                      </c:pt>
                      <c:pt idx="597">
                        <c:v>19998</c:v>
                      </c:pt>
                      <c:pt idx="598">
                        <c:v>20032</c:v>
                      </c:pt>
                      <c:pt idx="599">
                        <c:v>20065</c:v>
                      </c:pt>
                      <c:pt idx="600">
                        <c:v>20098</c:v>
                      </c:pt>
                      <c:pt idx="601">
                        <c:v>20132</c:v>
                      </c:pt>
                      <c:pt idx="602">
                        <c:v>20165</c:v>
                      </c:pt>
                      <c:pt idx="603">
                        <c:v>20198</c:v>
                      </c:pt>
                      <c:pt idx="604">
                        <c:v>20232</c:v>
                      </c:pt>
                      <c:pt idx="605">
                        <c:v>20265</c:v>
                      </c:pt>
                      <c:pt idx="606">
                        <c:v>20298</c:v>
                      </c:pt>
                      <c:pt idx="607">
                        <c:v>20332</c:v>
                      </c:pt>
                      <c:pt idx="608">
                        <c:v>20365</c:v>
                      </c:pt>
                      <c:pt idx="609">
                        <c:v>20398</c:v>
                      </c:pt>
                      <c:pt idx="610">
                        <c:v>20432</c:v>
                      </c:pt>
                      <c:pt idx="611">
                        <c:v>20465</c:v>
                      </c:pt>
                      <c:pt idx="612">
                        <c:v>20498</c:v>
                      </c:pt>
                      <c:pt idx="613">
                        <c:v>20532</c:v>
                      </c:pt>
                      <c:pt idx="614">
                        <c:v>20565</c:v>
                      </c:pt>
                      <c:pt idx="615">
                        <c:v>20598</c:v>
                      </c:pt>
                      <c:pt idx="616">
                        <c:v>20632</c:v>
                      </c:pt>
                      <c:pt idx="617">
                        <c:v>20665</c:v>
                      </c:pt>
                      <c:pt idx="618">
                        <c:v>20698</c:v>
                      </c:pt>
                      <c:pt idx="619">
                        <c:v>20732</c:v>
                      </c:pt>
                      <c:pt idx="620">
                        <c:v>20765</c:v>
                      </c:pt>
                      <c:pt idx="621">
                        <c:v>20798</c:v>
                      </c:pt>
                      <c:pt idx="622">
                        <c:v>20832</c:v>
                      </c:pt>
                      <c:pt idx="623">
                        <c:v>20865</c:v>
                      </c:pt>
                      <c:pt idx="624">
                        <c:v>20898</c:v>
                      </c:pt>
                      <c:pt idx="625">
                        <c:v>20932</c:v>
                      </c:pt>
                      <c:pt idx="626">
                        <c:v>20965</c:v>
                      </c:pt>
                      <c:pt idx="627">
                        <c:v>20998</c:v>
                      </c:pt>
                      <c:pt idx="628">
                        <c:v>21032</c:v>
                      </c:pt>
                      <c:pt idx="629">
                        <c:v>21065</c:v>
                      </c:pt>
                      <c:pt idx="630">
                        <c:v>21098</c:v>
                      </c:pt>
                      <c:pt idx="631">
                        <c:v>21132</c:v>
                      </c:pt>
                      <c:pt idx="632">
                        <c:v>21165</c:v>
                      </c:pt>
                      <c:pt idx="633">
                        <c:v>21198</c:v>
                      </c:pt>
                      <c:pt idx="634">
                        <c:v>21232</c:v>
                      </c:pt>
                      <c:pt idx="635">
                        <c:v>21265</c:v>
                      </c:pt>
                      <c:pt idx="636">
                        <c:v>21298</c:v>
                      </c:pt>
                      <c:pt idx="637">
                        <c:v>21332</c:v>
                      </c:pt>
                      <c:pt idx="638">
                        <c:v>21365</c:v>
                      </c:pt>
                      <c:pt idx="639">
                        <c:v>21398</c:v>
                      </c:pt>
                      <c:pt idx="640">
                        <c:v>21432</c:v>
                      </c:pt>
                      <c:pt idx="641">
                        <c:v>21465</c:v>
                      </c:pt>
                      <c:pt idx="642">
                        <c:v>21498</c:v>
                      </c:pt>
                      <c:pt idx="643">
                        <c:v>21532</c:v>
                      </c:pt>
                      <c:pt idx="644">
                        <c:v>21565</c:v>
                      </c:pt>
                      <c:pt idx="645">
                        <c:v>21598</c:v>
                      </c:pt>
                      <c:pt idx="646">
                        <c:v>21632</c:v>
                      </c:pt>
                      <c:pt idx="647">
                        <c:v>21665</c:v>
                      </c:pt>
                      <c:pt idx="648">
                        <c:v>21698</c:v>
                      </c:pt>
                      <c:pt idx="649">
                        <c:v>21732</c:v>
                      </c:pt>
                      <c:pt idx="650">
                        <c:v>21765</c:v>
                      </c:pt>
                      <c:pt idx="651">
                        <c:v>21798</c:v>
                      </c:pt>
                      <c:pt idx="652">
                        <c:v>21832</c:v>
                      </c:pt>
                      <c:pt idx="653">
                        <c:v>21865</c:v>
                      </c:pt>
                      <c:pt idx="654">
                        <c:v>21898</c:v>
                      </c:pt>
                      <c:pt idx="655">
                        <c:v>21932</c:v>
                      </c:pt>
                      <c:pt idx="656">
                        <c:v>21965</c:v>
                      </c:pt>
                      <c:pt idx="657">
                        <c:v>21998</c:v>
                      </c:pt>
                      <c:pt idx="658">
                        <c:v>22032</c:v>
                      </c:pt>
                      <c:pt idx="659">
                        <c:v>22065</c:v>
                      </c:pt>
                      <c:pt idx="660">
                        <c:v>22098</c:v>
                      </c:pt>
                      <c:pt idx="661">
                        <c:v>22132</c:v>
                      </c:pt>
                      <c:pt idx="662">
                        <c:v>22165</c:v>
                      </c:pt>
                      <c:pt idx="663">
                        <c:v>22199</c:v>
                      </c:pt>
                      <c:pt idx="664">
                        <c:v>22232</c:v>
                      </c:pt>
                      <c:pt idx="665">
                        <c:v>22265</c:v>
                      </c:pt>
                      <c:pt idx="666">
                        <c:v>22299</c:v>
                      </c:pt>
                      <c:pt idx="667">
                        <c:v>22332</c:v>
                      </c:pt>
                      <c:pt idx="668">
                        <c:v>22365</c:v>
                      </c:pt>
                      <c:pt idx="669">
                        <c:v>22399</c:v>
                      </c:pt>
                      <c:pt idx="670">
                        <c:v>22432</c:v>
                      </c:pt>
                      <c:pt idx="671">
                        <c:v>22465</c:v>
                      </c:pt>
                      <c:pt idx="672">
                        <c:v>22499</c:v>
                      </c:pt>
                      <c:pt idx="673">
                        <c:v>22532</c:v>
                      </c:pt>
                      <c:pt idx="674">
                        <c:v>22565</c:v>
                      </c:pt>
                      <c:pt idx="675">
                        <c:v>22599</c:v>
                      </c:pt>
                      <c:pt idx="676">
                        <c:v>22632</c:v>
                      </c:pt>
                      <c:pt idx="677">
                        <c:v>22665</c:v>
                      </c:pt>
                      <c:pt idx="678">
                        <c:v>22699</c:v>
                      </c:pt>
                      <c:pt idx="679">
                        <c:v>22732</c:v>
                      </c:pt>
                      <c:pt idx="680">
                        <c:v>22765</c:v>
                      </c:pt>
                      <c:pt idx="681">
                        <c:v>22799</c:v>
                      </c:pt>
                      <c:pt idx="682">
                        <c:v>22832</c:v>
                      </c:pt>
                      <c:pt idx="683">
                        <c:v>22865</c:v>
                      </c:pt>
                      <c:pt idx="684">
                        <c:v>22899</c:v>
                      </c:pt>
                      <c:pt idx="685">
                        <c:v>22932</c:v>
                      </c:pt>
                      <c:pt idx="686">
                        <c:v>22965</c:v>
                      </c:pt>
                      <c:pt idx="687">
                        <c:v>22999</c:v>
                      </c:pt>
                      <c:pt idx="688">
                        <c:v>23032</c:v>
                      </c:pt>
                      <c:pt idx="689">
                        <c:v>23065</c:v>
                      </c:pt>
                      <c:pt idx="690">
                        <c:v>23099</c:v>
                      </c:pt>
                      <c:pt idx="691">
                        <c:v>23132</c:v>
                      </c:pt>
                      <c:pt idx="692">
                        <c:v>23165</c:v>
                      </c:pt>
                      <c:pt idx="693">
                        <c:v>23199</c:v>
                      </c:pt>
                      <c:pt idx="694">
                        <c:v>23232</c:v>
                      </c:pt>
                      <c:pt idx="695">
                        <c:v>23265</c:v>
                      </c:pt>
                      <c:pt idx="696">
                        <c:v>23299</c:v>
                      </c:pt>
                      <c:pt idx="697">
                        <c:v>23332</c:v>
                      </c:pt>
                      <c:pt idx="698">
                        <c:v>23365</c:v>
                      </c:pt>
                      <c:pt idx="699">
                        <c:v>23399</c:v>
                      </c:pt>
                      <c:pt idx="700">
                        <c:v>23432</c:v>
                      </c:pt>
                      <c:pt idx="701">
                        <c:v>23465</c:v>
                      </c:pt>
                      <c:pt idx="702">
                        <c:v>23499</c:v>
                      </c:pt>
                      <c:pt idx="703">
                        <c:v>23532</c:v>
                      </c:pt>
                      <c:pt idx="704">
                        <c:v>23565</c:v>
                      </c:pt>
                      <c:pt idx="705">
                        <c:v>23599</c:v>
                      </c:pt>
                      <c:pt idx="706">
                        <c:v>23632</c:v>
                      </c:pt>
                      <c:pt idx="707">
                        <c:v>23665</c:v>
                      </c:pt>
                      <c:pt idx="708">
                        <c:v>23699</c:v>
                      </c:pt>
                      <c:pt idx="709">
                        <c:v>23732</c:v>
                      </c:pt>
                      <c:pt idx="710">
                        <c:v>23765</c:v>
                      </c:pt>
                      <c:pt idx="711">
                        <c:v>23799</c:v>
                      </c:pt>
                      <c:pt idx="712">
                        <c:v>23832</c:v>
                      </c:pt>
                      <c:pt idx="713">
                        <c:v>23865</c:v>
                      </c:pt>
                      <c:pt idx="714">
                        <c:v>23899</c:v>
                      </c:pt>
                      <c:pt idx="715">
                        <c:v>23932</c:v>
                      </c:pt>
                      <c:pt idx="716">
                        <c:v>23965</c:v>
                      </c:pt>
                      <c:pt idx="717">
                        <c:v>23999</c:v>
                      </c:pt>
                      <c:pt idx="718">
                        <c:v>24032</c:v>
                      </c:pt>
                      <c:pt idx="719">
                        <c:v>24065</c:v>
                      </c:pt>
                      <c:pt idx="720">
                        <c:v>24099</c:v>
                      </c:pt>
                      <c:pt idx="721">
                        <c:v>24132</c:v>
                      </c:pt>
                      <c:pt idx="722">
                        <c:v>24165</c:v>
                      </c:pt>
                      <c:pt idx="723">
                        <c:v>24199</c:v>
                      </c:pt>
                      <c:pt idx="724">
                        <c:v>24232</c:v>
                      </c:pt>
                      <c:pt idx="725">
                        <c:v>24265</c:v>
                      </c:pt>
                      <c:pt idx="726">
                        <c:v>24299</c:v>
                      </c:pt>
                      <c:pt idx="727">
                        <c:v>24332</c:v>
                      </c:pt>
                      <c:pt idx="728">
                        <c:v>24366</c:v>
                      </c:pt>
                      <c:pt idx="729">
                        <c:v>24399</c:v>
                      </c:pt>
                      <c:pt idx="730">
                        <c:v>24432</c:v>
                      </c:pt>
                      <c:pt idx="731">
                        <c:v>24466</c:v>
                      </c:pt>
                      <c:pt idx="732">
                        <c:v>24499</c:v>
                      </c:pt>
                      <c:pt idx="733">
                        <c:v>24532</c:v>
                      </c:pt>
                      <c:pt idx="734">
                        <c:v>24566</c:v>
                      </c:pt>
                      <c:pt idx="735">
                        <c:v>24599</c:v>
                      </c:pt>
                      <c:pt idx="736">
                        <c:v>24632</c:v>
                      </c:pt>
                      <c:pt idx="737">
                        <c:v>24666</c:v>
                      </c:pt>
                      <c:pt idx="738">
                        <c:v>24699</c:v>
                      </c:pt>
                      <c:pt idx="739">
                        <c:v>24732</c:v>
                      </c:pt>
                      <c:pt idx="740">
                        <c:v>24766</c:v>
                      </c:pt>
                      <c:pt idx="741">
                        <c:v>24799</c:v>
                      </c:pt>
                      <c:pt idx="742">
                        <c:v>24832</c:v>
                      </c:pt>
                      <c:pt idx="743">
                        <c:v>24866</c:v>
                      </c:pt>
                      <c:pt idx="744">
                        <c:v>24899</c:v>
                      </c:pt>
                      <c:pt idx="745">
                        <c:v>24932</c:v>
                      </c:pt>
                      <c:pt idx="746">
                        <c:v>24966</c:v>
                      </c:pt>
                      <c:pt idx="747">
                        <c:v>24999</c:v>
                      </c:pt>
                      <c:pt idx="748">
                        <c:v>25032</c:v>
                      </c:pt>
                      <c:pt idx="749">
                        <c:v>25066</c:v>
                      </c:pt>
                      <c:pt idx="750">
                        <c:v>25099</c:v>
                      </c:pt>
                      <c:pt idx="751">
                        <c:v>25132</c:v>
                      </c:pt>
                      <c:pt idx="752">
                        <c:v>25166</c:v>
                      </c:pt>
                      <c:pt idx="753">
                        <c:v>25199</c:v>
                      </c:pt>
                      <c:pt idx="754">
                        <c:v>25232</c:v>
                      </c:pt>
                      <c:pt idx="755">
                        <c:v>25266</c:v>
                      </c:pt>
                      <c:pt idx="756">
                        <c:v>25299</c:v>
                      </c:pt>
                      <c:pt idx="757">
                        <c:v>25332</c:v>
                      </c:pt>
                      <c:pt idx="758">
                        <c:v>25366</c:v>
                      </c:pt>
                      <c:pt idx="759">
                        <c:v>25399</c:v>
                      </c:pt>
                      <c:pt idx="760">
                        <c:v>25432</c:v>
                      </c:pt>
                      <c:pt idx="761">
                        <c:v>25466</c:v>
                      </c:pt>
                      <c:pt idx="762">
                        <c:v>25499</c:v>
                      </c:pt>
                      <c:pt idx="763">
                        <c:v>25532</c:v>
                      </c:pt>
                      <c:pt idx="764">
                        <c:v>25566</c:v>
                      </c:pt>
                      <c:pt idx="765">
                        <c:v>25599</c:v>
                      </c:pt>
                      <c:pt idx="766">
                        <c:v>25632</c:v>
                      </c:pt>
                      <c:pt idx="767">
                        <c:v>25666</c:v>
                      </c:pt>
                      <c:pt idx="768">
                        <c:v>25699</c:v>
                      </c:pt>
                      <c:pt idx="769">
                        <c:v>25732</c:v>
                      </c:pt>
                      <c:pt idx="770">
                        <c:v>25766</c:v>
                      </c:pt>
                      <c:pt idx="771">
                        <c:v>25799</c:v>
                      </c:pt>
                      <c:pt idx="772">
                        <c:v>25832</c:v>
                      </c:pt>
                      <c:pt idx="773">
                        <c:v>25866</c:v>
                      </c:pt>
                      <c:pt idx="774">
                        <c:v>25899</c:v>
                      </c:pt>
                      <c:pt idx="775">
                        <c:v>25932</c:v>
                      </c:pt>
                      <c:pt idx="776">
                        <c:v>25966</c:v>
                      </c:pt>
                      <c:pt idx="777">
                        <c:v>25999</c:v>
                      </c:pt>
                      <c:pt idx="778">
                        <c:v>26032</c:v>
                      </c:pt>
                      <c:pt idx="779">
                        <c:v>26066</c:v>
                      </c:pt>
                      <c:pt idx="780">
                        <c:v>26099</c:v>
                      </c:pt>
                      <c:pt idx="781">
                        <c:v>26132</c:v>
                      </c:pt>
                      <c:pt idx="782">
                        <c:v>26166</c:v>
                      </c:pt>
                      <c:pt idx="783">
                        <c:v>26199</c:v>
                      </c:pt>
                      <c:pt idx="784">
                        <c:v>26232</c:v>
                      </c:pt>
                      <c:pt idx="785">
                        <c:v>26266</c:v>
                      </c:pt>
                      <c:pt idx="786">
                        <c:v>26299</c:v>
                      </c:pt>
                      <c:pt idx="787">
                        <c:v>26332</c:v>
                      </c:pt>
                      <c:pt idx="788">
                        <c:v>26366</c:v>
                      </c:pt>
                      <c:pt idx="789">
                        <c:v>26399</c:v>
                      </c:pt>
                      <c:pt idx="790">
                        <c:v>26432</c:v>
                      </c:pt>
                      <c:pt idx="791">
                        <c:v>26466</c:v>
                      </c:pt>
                      <c:pt idx="792">
                        <c:v>26499</c:v>
                      </c:pt>
                      <c:pt idx="793">
                        <c:v>26532</c:v>
                      </c:pt>
                      <c:pt idx="794">
                        <c:v>26566</c:v>
                      </c:pt>
                      <c:pt idx="795">
                        <c:v>26599</c:v>
                      </c:pt>
                      <c:pt idx="796">
                        <c:v>26633</c:v>
                      </c:pt>
                      <c:pt idx="797">
                        <c:v>26666</c:v>
                      </c:pt>
                      <c:pt idx="798">
                        <c:v>26699</c:v>
                      </c:pt>
                      <c:pt idx="799">
                        <c:v>26733</c:v>
                      </c:pt>
                      <c:pt idx="800">
                        <c:v>26766</c:v>
                      </c:pt>
                      <c:pt idx="801">
                        <c:v>26799</c:v>
                      </c:pt>
                      <c:pt idx="802">
                        <c:v>26833</c:v>
                      </c:pt>
                      <c:pt idx="803">
                        <c:v>26866</c:v>
                      </c:pt>
                      <c:pt idx="804">
                        <c:v>26899</c:v>
                      </c:pt>
                      <c:pt idx="805">
                        <c:v>26933</c:v>
                      </c:pt>
                      <c:pt idx="806">
                        <c:v>26966</c:v>
                      </c:pt>
                      <c:pt idx="807">
                        <c:v>26999</c:v>
                      </c:pt>
                      <c:pt idx="808">
                        <c:v>27033</c:v>
                      </c:pt>
                      <c:pt idx="809">
                        <c:v>27066</c:v>
                      </c:pt>
                      <c:pt idx="810">
                        <c:v>27099</c:v>
                      </c:pt>
                      <c:pt idx="811">
                        <c:v>27133</c:v>
                      </c:pt>
                      <c:pt idx="812">
                        <c:v>27166</c:v>
                      </c:pt>
                      <c:pt idx="813">
                        <c:v>27199</c:v>
                      </c:pt>
                      <c:pt idx="814">
                        <c:v>27233</c:v>
                      </c:pt>
                      <c:pt idx="815">
                        <c:v>27266</c:v>
                      </c:pt>
                      <c:pt idx="816">
                        <c:v>27299</c:v>
                      </c:pt>
                      <c:pt idx="817">
                        <c:v>27333</c:v>
                      </c:pt>
                      <c:pt idx="818">
                        <c:v>27366</c:v>
                      </c:pt>
                      <c:pt idx="819">
                        <c:v>27399</c:v>
                      </c:pt>
                      <c:pt idx="820">
                        <c:v>27433</c:v>
                      </c:pt>
                      <c:pt idx="821">
                        <c:v>27466</c:v>
                      </c:pt>
                      <c:pt idx="822">
                        <c:v>27499</c:v>
                      </c:pt>
                      <c:pt idx="823">
                        <c:v>27533</c:v>
                      </c:pt>
                      <c:pt idx="824">
                        <c:v>27566</c:v>
                      </c:pt>
                      <c:pt idx="825">
                        <c:v>27599</c:v>
                      </c:pt>
                      <c:pt idx="826">
                        <c:v>27633</c:v>
                      </c:pt>
                      <c:pt idx="827">
                        <c:v>27666</c:v>
                      </c:pt>
                      <c:pt idx="828">
                        <c:v>27699</c:v>
                      </c:pt>
                      <c:pt idx="829">
                        <c:v>27733</c:v>
                      </c:pt>
                      <c:pt idx="830">
                        <c:v>27766</c:v>
                      </c:pt>
                      <c:pt idx="831">
                        <c:v>27799</c:v>
                      </c:pt>
                      <c:pt idx="832">
                        <c:v>27833</c:v>
                      </c:pt>
                      <c:pt idx="833">
                        <c:v>27866</c:v>
                      </c:pt>
                      <c:pt idx="834">
                        <c:v>27899</c:v>
                      </c:pt>
                      <c:pt idx="835">
                        <c:v>27933</c:v>
                      </c:pt>
                      <c:pt idx="836">
                        <c:v>27966</c:v>
                      </c:pt>
                      <c:pt idx="837">
                        <c:v>27999</c:v>
                      </c:pt>
                      <c:pt idx="838">
                        <c:v>28033</c:v>
                      </c:pt>
                      <c:pt idx="839">
                        <c:v>28066</c:v>
                      </c:pt>
                      <c:pt idx="840">
                        <c:v>28099</c:v>
                      </c:pt>
                      <c:pt idx="841">
                        <c:v>28133</c:v>
                      </c:pt>
                      <c:pt idx="842">
                        <c:v>28166</c:v>
                      </c:pt>
                      <c:pt idx="843">
                        <c:v>28199</c:v>
                      </c:pt>
                      <c:pt idx="844">
                        <c:v>28233</c:v>
                      </c:pt>
                      <c:pt idx="845">
                        <c:v>28266</c:v>
                      </c:pt>
                      <c:pt idx="846">
                        <c:v>28299</c:v>
                      </c:pt>
                      <c:pt idx="847">
                        <c:v>28333</c:v>
                      </c:pt>
                      <c:pt idx="848">
                        <c:v>28366</c:v>
                      </c:pt>
                      <c:pt idx="849">
                        <c:v>28399</c:v>
                      </c:pt>
                      <c:pt idx="850">
                        <c:v>28433</c:v>
                      </c:pt>
                      <c:pt idx="851">
                        <c:v>28466</c:v>
                      </c:pt>
                      <c:pt idx="852">
                        <c:v>28499</c:v>
                      </c:pt>
                      <c:pt idx="853">
                        <c:v>28533</c:v>
                      </c:pt>
                      <c:pt idx="854">
                        <c:v>28566</c:v>
                      </c:pt>
                      <c:pt idx="855">
                        <c:v>28599</c:v>
                      </c:pt>
                      <c:pt idx="856">
                        <c:v>28633</c:v>
                      </c:pt>
                      <c:pt idx="857">
                        <c:v>28666</c:v>
                      </c:pt>
                      <c:pt idx="858">
                        <c:v>28699</c:v>
                      </c:pt>
                      <c:pt idx="859">
                        <c:v>28733</c:v>
                      </c:pt>
                      <c:pt idx="860">
                        <c:v>28766</c:v>
                      </c:pt>
                      <c:pt idx="861">
                        <c:v>28799</c:v>
                      </c:pt>
                      <c:pt idx="862">
                        <c:v>28833</c:v>
                      </c:pt>
                      <c:pt idx="863">
                        <c:v>28866</c:v>
                      </c:pt>
                      <c:pt idx="864">
                        <c:v>28900</c:v>
                      </c:pt>
                      <c:pt idx="865">
                        <c:v>28933</c:v>
                      </c:pt>
                      <c:pt idx="866">
                        <c:v>28966</c:v>
                      </c:pt>
                      <c:pt idx="867">
                        <c:v>29000</c:v>
                      </c:pt>
                      <c:pt idx="868">
                        <c:v>29033</c:v>
                      </c:pt>
                      <c:pt idx="869">
                        <c:v>29066</c:v>
                      </c:pt>
                      <c:pt idx="870">
                        <c:v>29100</c:v>
                      </c:pt>
                      <c:pt idx="871">
                        <c:v>29133</c:v>
                      </c:pt>
                      <c:pt idx="872">
                        <c:v>29166</c:v>
                      </c:pt>
                      <c:pt idx="873">
                        <c:v>29200</c:v>
                      </c:pt>
                      <c:pt idx="874">
                        <c:v>29233</c:v>
                      </c:pt>
                      <c:pt idx="875">
                        <c:v>29266</c:v>
                      </c:pt>
                      <c:pt idx="876">
                        <c:v>29300</c:v>
                      </c:pt>
                      <c:pt idx="877">
                        <c:v>29333</c:v>
                      </c:pt>
                      <c:pt idx="878">
                        <c:v>29366</c:v>
                      </c:pt>
                      <c:pt idx="879">
                        <c:v>29400</c:v>
                      </c:pt>
                      <c:pt idx="880">
                        <c:v>29433</c:v>
                      </c:pt>
                      <c:pt idx="881">
                        <c:v>29466</c:v>
                      </c:pt>
                      <c:pt idx="882">
                        <c:v>29500</c:v>
                      </c:pt>
                      <c:pt idx="883">
                        <c:v>29533</c:v>
                      </c:pt>
                      <c:pt idx="884">
                        <c:v>29566</c:v>
                      </c:pt>
                      <c:pt idx="885">
                        <c:v>29600</c:v>
                      </c:pt>
                      <c:pt idx="886">
                        <c:v>29633</c:v>
                      </c:pt>
                      <c:pt idx="887">
                        <c:v>29666</c:v>
                      </c:pt>
                      <c:pt idx="888">
                        <c:v>29700</c:v>
                      </c:pt>
                      <c:pt idx="889">
                        <c:v>29733</c:v>
                      </c:pt>
                      <c:pt idx="890">
                        <c:v>29766</c:v>
                      </c:pt>
                      <c:pt idx="891">
                        <c:v>29800</c:v>
                      </c:pt>
                      <c:pt idx="892">
                        <c:v>29833</c:v>
                      </c:pt>
                      <c:pt idx="893">
                        <c:v>29866</c:v>
                      </c:pt>
                      <c:pt idx="894">
                        <c:v>29900</c:v>
                      </c:pt>
                      <c:pt idx="895">
                        <c:v>29933</c:v>
                      </c:pt>
                      <c:pt idx="896">
                        <c:v>29966</c:v>
                      </c:pt>
                      <c:pt idx="897">
                        <c:v>30000</c:v>
                      </c:pt>
                      <c:pt idx="898">
                        <c:v>30033</c:v>
                      </c:pt>
                      <c:pt idx="899">
                        <c:v>30066</c:v>
                      </c:pt>
                      <c:pt idx="900">
                        <c:v>30100</c:v>
                      </c:pt>
                      <c:pt idx="901">
                        <c:v>30133</c:v>
                      </c:pt>
                      <c:pt idx="902">
                        <c:v>30166</c:v>
                      </c:pt>
                      <c:pt idx="903">
                        <c:v>30200</c:v>
                      </c:pt>
                      <c:pt idx="904">
                        <c:v>30233</c:v>
                      </c:pt>
                      <c:pt idx="905">
                        <c:v>30266</c:v>
                      </c:pt>
                      <c:pt idx="906">
                        <c:v>30300</c:v>
                      </c:pt>
                      <c:pt idx="907">
                        <c:v>30333</c:v>
                      </c:pt>
                      <c:pt idx="908">
                        <c:v>30366</c:v>
                      </c:pt>
                      <c:pt idx="909">
                        <c:v>30400</c:v>
                      </c:pt>
                      <c:pt idx="910">
                        <c:v>30433</c:v>
                      </c:pt>
                      <c:pt idx="911">
                        <c:v>30466</c:v>
                      </c:pt>
                      <c:pt idx="912">
                        <c:v>30500</c:v>
                      </c:pt>
                      <c:pt idx="913">
                        <c:v>30533</c:v>
                      </c:pt>
                      <c:pt idx="914">
                        <c:v>30566</c:v>
                      </c:pt>
                      <c:pt idx="915">
                        <c:v>30600</c:v>
                      </c:pt>
                      <c:pt idx="916">
                        <c:v>30633</c:v>
                      </c:pt>
                      <c:pt idx="917">
                        <c:v>30666</c:v>
                      </c:pt>
                      <c:pt idx="918">
                        <c:v>30700</c:v>
                      </c:pt>
                      <c:pt idx="919">
                        <c:v>30733</c:v>
                      </c:pt>
                      <c:pt idx="920">
                        <c:v>30766</c:v>
                      </c:pt>
                      <c:pt idx="921">
                        <c:v>30800</c:v>
                      </c:pt>
                      <c:pt idx="922">
                        <c:v>30833</c:v>
                      </c:pt>
                      <c:pt idx="923">
                        <c:v>30866</c:v>
                      </c:pt>
                      <c:pt idx="924">
                        <c:v>30900</c:v>
                      </c:pt>
                      <c:pt idx="925">
                        <c:v>30933</c:v>
                      </c:pt>
                      <c:pt idx="926">
                        <c:v>30966</c:v>
                      </c:pt>
                      <c:pt idx="927">
                        <c:v>31000</c:v>
                      </c:pt>
                      <c:pt idx="928">
                        <c:v>31033</c:v>
                      </c:pt>
                      <c:pt idx="929">
                        <c:v>31066</c:v>
                      </c:pt>
                      <c:pt idx="930">
                        <c:v>31100</c:v>
                      </c:pt>
                      <c:pt idx="931">
                        <c:v>31133</c:v>
                      </c:pt>
                      <c:pt idx="932">
                        <c:v>31167</c:v>
                      </c:pt>
                      <c:pt idx="933">
                        <c:v>31200</c:v>
                      </c:pt>
                      <c:pt idx="934">
                        <c:v>31233</c:v>
                      </c:pt>
                      <c:pt idx="935">
                        <c:v>31267</c:v>
                      </c:pt>
                      <c:pt idx="936">
                        <c:v>31300</c:v>
                      </c:pt>
                      <c:pt idx="937">
                        <c:v>31333</c:v>
                      </c:pt>
                      <c:pt idx="938">
                        <c:v>31367</c:v>
                      </c:pt>
                      <c:pt idx="939">
                        <c:v>31400</c:v>
                      </c:pt>
                      <c:pt idx="940">
                        <c:v>31433</c:v>
                      </c:pt>
                      <c:pt idx="941">
                        <c:v>31467</c:v>
                      </c:pt>
                      <c:pt idx="942">
                        <c:v>31500</c:v>
                      </c:pt>
                      <c:pt idx="943">
                        <c:v>31533</c:v>
                      </c:pt>
                      <c:pt idx="944">
                        <c:v>31567</c:v>
                      </c:pt>
                      <c:pt idx="945">
                        <c:v>31600</c:v>
                      </c:pt>
                      <c:pt idx="946">
                        <c:v>31633</c:v>
                      </c:pt>
                      <c:pt idx="947">
                        <c:v>31667</c:v>
                      </c:pt>
                      <c:pt idx="948">
                        <c:v>31700</c:v>
                      </c:pt>
                      <c:pt idx="949">
                        <c:v>31733</c:v>
                      </c:pt>
                      <c:pt idx="950">
                        <c:v>31767</c:v>
                      </c:pt>
                      <c:pt idx="951">
                        <c:v>31800</c:v>
                      </c:pt>
                      <c:pt idx="952">
                        <c:v>31833</c:v>
                      </c:pt>
                      <c:pt idx="953">
                        <c:v>31867</c:v>
                      </c:pt>
                      <c:pt idx="954">
                        <c:v>31900</c:v>
                      </c:pt>
                      <c:pt idx="955">
                        <c:v>31933</c:v>
                      </c:pt>
                      <c:pt idx="956">
                        <c:v>31967</c:v>
                      </c:pt>
                      <c:pt idx="957">
                        <c:v>32000</c:v>
                      </c:pt>
                      <c:pt idx="958">
                        <c:v>32033</c:v>
                      </c:pt>
                      <c:pt idx="959">
                        <c:v>32067</c:v>
                      </c:pt>
                      <c:pt idx="960">
                        <c:v>32100</c:v>
                      </c:pt>
                      <c:pt idx="961">
                        <c:v>32133</c:v>
                      </c:pt>
                      <c:pt idx="962">
                        <c:v>32167</c:v>
                      </c:pt>
                      <c:pt idx="963">
                        <c:v>32200</c:v>
                      </c:pt>
                      <c:pt idx="964">
                        <c:v>32233</c:v>
                      </c:pt>
                      <c:pt idx="965">
                        <c:v>32267</c:v>
                      </c:pt>
                      <c:pt idx="966">
                        <c:v>32300</c:v>
                      </c:pt>
                      <c:pt idx="967">
                        <c:v>32333</c:v>
                      </c:pt>
                      <c:pt idx="968">
                        <c:v>32367</c:v>
                      </c:pt>
                      <c:pt idx="969">
                        <c:v>32400</c:v>
                      </c:pt>
                      <c:pt idx="970">
                        <c:v>32433</c:v>
                      </c:pt>
                      <c:pt idx="971">
                        <c:v>32467</c:v>
                      </c:pt>
                      <c:pt idx="972">
                        <c:v>32500</c:v>
                      </c:pt>
                      <c:pt idx="973">
                        <c:v>32533</c:v>
                      </c:pt>
                      <c:pt idx="974">
                        <c:v>32567</c:v>
                      </c:pt>
                      <c:pt idx="975">
                        <c:v>32600</c:v>
                      </c:pt>
                      <c:pt idx="976">
                        <c:v>32633</c:v>
                      </c:pt>
                      <c:pt idx="977">
                        <c:v>32667</c:v>
                      </c:pt>
                      <c:pt idx="978">
                        <c:v>32700</c:v>
                      </c:pt>
                      <c:pt idx="979">
                        <c:v>32733</c:v>
                      </c:pt>
                      <c:pt idx="980">
                        <c:v>32767</c:v>
                      </c:pt>
                      <c:pt idx="981">
                        <c:v>32800</c:v>
                      </c:pt>
                      <c:pt idx="982">
                        <c:v>32833</c:v>
                      </c:pt>
                      <c:pt idx="983">
                        <c:v>32867</c:v>
                      </c:pt>
                      <c:pt idx="984">
                        <c:v>32900</c:v>
                      </c:pt>
                      <c:pt idx="985">
                        <c:v>32933</c:v>
                      </c:pt>
                      <c:pt idx="986">
                        <c:v>32967</c:v>
                      </c:pt>
                      <c:pt idx="987">
                        <c:v>33000</c:v>
                      </c:pt>
                      <c:pt idx="988">
                        <c:v>33033</c:v>
                      </c:pt>
                      <c:pt idx="989">
                        <c:v>33067</c:v>
                      </c:pt>
                      <c:pt idx="990">
                        <c:v>33100</c:v>
                      </c:pt>
                      <c:pt idx="991">
                        <c:v>33133</c:v>
                      </c:pt>
                      <c:pt idx="992">
                        <c:v>33167</c:v>
                      </c:pt>
                      <c:pt idx="993">
                        <c:v>33200</c:v>
                      </c:pt>
                      <c:pt idx="994">
                        <c:v>33233</c:v>
                      </c:pt>
                      <c:pt idx="995">
                        <c:v>33267</c:v>
                      </c:pt>
                      <c:pt idx="996">
                        <c:v>33300</c:v>
                      </c:pt>
                      <c:pt idx="997">
                        <c:v>33334</c:v>
                      </c:pt>
                      <c:pt idx="998">
                        <c:v>33367</c:v>
                      </c:pt>
                      <c:pt idx="999">
                        <c:v>33400</c:v>
                      </c:pt>
                      <c:pt idx="1000">
                        <c:v>33434</c:v>
                      </c:pt>
                      <c:pt idx="1001">
                        <c:v>33467</c:v>
                      </c:pt>
                      <c:pt idx="1002">
                        <c:v>33500</c:v>
                      </c:pt>
                      <c:pt idx="1003">
                        <c:v>33534</c:v>
                      </c:pt>
                      <c:pt idx="1004">
                        <c:v>33567</c:v>
                      </c:pt>
                      <c:pt idx="1005">
                        <c:v>33600</c:v>
                      </c:pt>
                      <c:pt idx="1006">
                        <c:v>33634</c:v>
                      </c:pt>
                      <c:pt idx="1007">
                        <c:v>33667</c:v>
                      </c:pt>
                      <c:pt idx="1008">
                        <c:v>33700</c:v>
                      </c:pt>
                      <c:pt idx="1009">
                        <c:v>33734</c:v>
                      </c:pt>
                      <c:pt idx="1010">
                        <c:v>33767</c:v>
                      </c:pt>
                      <c:pt idx="1011">
                        <c:v>33800</c:v>
                      </c:pt>
                      <c:pt idx="1012">
                        <c:v>33834</c:v>
                      </c:pt>
                      <c:pt idx="1013">
                        <c:v>33867</c:v>
                      </c:pt>
                      <c:pt idx="1014">
                        <c:v>33900</c:v>
                      </c:pt>
                      <c:pt idx="1015">
                        <c:v>33934</c:v>
                      </c:pt>
                      <c:pt idx="1016">
                        <c:v>33967</c:v>
                      </c:pt>
                      <c:pt idx="1017">
                        <c:v>34000</c:v>
                      </c:pt>
                      <c:pt idx="1018">
                        <c:v>34034</c:v>
                      </c:pt>
                      <c:pt idx="1019">
                        <c:v>34067</c:v>
                      </c:pt>
                      <c:pt idx="1020">
                        <c:v>34100</c:v>
                      </c:pt>
                      <c:pt idx="1021">
                        <c:v>34134</c:v>
                      </c:pt>
                      <c:pt idx="1022">
                        <c:v>34167</c:v>
                      </c:pt>
                      <c:pt idx="1023">
                        <c:v>34200</c:v>
                      </c:pt>
                      <c:pt idx="1024">
                        <c:v>34234</c:v>
                      </c:pt>
                      <c:pt idx="1025">
                        <c:v>34267</c:v>
                      </c:pt>
                      <c:pt idx="1026">
                        <c:v>34300</c:v>
                      </c:pt>
                      <c:pt idx="1027">
                        <c:v>34334</c:v>
                      </c:pt>
                      <c:pt idx="1028">
                        <c:v>34367</c:v>
                      </c:pt>
                      <c:pt idx="1029">
                        <c:v>34400</c:v>
                      </c:pt>
                      <c:pt idx="1030">
                        <c:v>34434</c:v>
                      </c:pt>
                      <c:pt idx="1031">
                        <c:v>34467</c:v>
                      </c:pt>
                      <c:pt idx="1032">
                        <c:v>34500</c:v>
                      </c:pt>
                      <c:pt idx="1033">
                        <c:v>34534</c:v>
                      </c:pt>
                      <c:pt idx="1034">
                        <c:v>34567</c:v>
                      </c:pt>
                      <c:pt idx="1035">
                        <c:v>34600</c:v>
                      </c:pt>
                      <c:pt idx="1036">
                        <c:v>34634</c:v>
                      </c:pt>
                      <c:pt idx="1037">
                        <c:v>34667</c:v>
                      </c:pt>
                      <c:pt idx="1038">
                        <c:v>34700</c:v>
                      </c:pt>
                      <c:pt idx="1039">
                        <c:v>34734</c:v>
                      </c:pt>
                      <c:pt idx="1040">
                        <c:v>34767</c:v>
                      </c:pt>
                      <c:pt idx="1041">
                        <c:v>34800</c:v>
                      </c:pt>
                      <c:pt idx="1042">
                        <c:v>34834</c:v>
                      </c:pt>
                      <c:pt idx="1043">
                        <c:v>34867</c:v>
                      </c:pt>
                      <c:pt idx="1044">
                        <c:v>34900</c:v>
                      </c:pt>
                      <c:pt idx="1045">
                        <c:v>34934</c:v>
                      </c:pt>
                      <c:pt idx="1046">
                        <c:v>34967</c:v>
                      </c:pt>
                      <c:pt idx="1047">
                        <c:v>35000</c:v>
                      </c:pt>
                      <c:pt idx="1048">
                        <c:v>35034</c:v>
                      </c:pt>
                      <c:pt idx="1049">
                        <c:v>35067</c:v>
                      </c:pt>
                      <c:pt idx="1050">
                        <c:v>35100</c:v>
                      </c:pt>
                      <c:pt idx="1051">
                        <c:v>35134</c:v>
                      </c:pt>
                      <c:pt idx="1052">
                        <c:v>35167</c:v>
                      </c:pt>
                      <c:pt idx="1053">
                        <c:v>35200</c:v>
                      </c:pt>
                      <c:pt idx="1054">
                        <c:v>35234</c:v>
                      </c:pt>
                      <c:pt idx="1055">
                        <c:v>35267</c:v>
                      </c:pt>
                      <c:pt idx="1056">
                        <c:v>35300</c:v>
                      </c:pt>
                      <c:pt idx="1057">
                        <c:v>35334</c:v>
                      </c:pt>
                      <c:pt idx="1058">
                        <c:v>35367</c:v>
                      </c:pt>
                      <c:pt idx="1059">
                        <c:v>35400</c:v>
                      </c:pt>
                      <c:pt idx="1060">
                        <c:v>35434</c:v>
                      </c:pt>
                      <c:pt idx="1061">
                        <c:v>35467</c:v>
                      </c:pt>
                      <c:pt idx="1062">
                        <c:v>35500</c:v>
                      </c:pt>
                      <c:pt idx="1063">
                        <c:v>35534</c:v>
                      </c:pt>
                      <c:pt idx="1064">
                        <c:v>35567</c:v>
                      </c:pt>
                      <c:pt idx="1065">
                        <c:v>35601</c:v>
                      </c:pt>
                      <c:pt idx="1066">
                        <c:v>35634</c:v>
                      </c:pt>
                      <c:pt idx="1067">
                        <c:v>35667</c:v>
                      </c:pt>
                      <c:pt idx="1068">
                        <c:v>35701</c:v>
                      </c:pt>
                      <c:pt idx="1069">
                        <c:v>35734</c:v>
                      </c:pt>
                      <c:pt idx="1070">
                        <c:v>35767</c:v>
                      </c:pt>
                      <c:pt idx="1071">
                        <c:v>35801</c:v>
                      </c:pt>
                      <c:pt idx="1072">
                        <c:v>35834</c:v>
                      </c:pt>
                      <c:pt idx="1073">
                        <c:v>35867</c:v>
                      </c:pt>
                      <c:pt idx="1074">
                        <c:v>35901</c:v>
                      </c:pt>
                      <c:pt idx="1075">
                        <c:v>35934</c:v>
                      </c:pt>
                      <c:pt idx="1076">
                        <c:v>35967</c:v>
                      </c:pt>
                      <c:pt idx="1077">
                        <c:v>36001</c:v>
                      </c:pt>
                      <c:pt idx="1078">
                        <c:v>36034</c:v>
                      </c:pt>
                      <c:pt idx="1079">
                        <c:v>36067</c:v>
                      </c:pt>
                      <c:pt idx="1080">
                        <c:v>36101</c:v>
                      </c:pt>
                      <c:pt idx="1081">
                        <c:v>36134</c:v>
                      </c:pt>
                      <c:pt idx="1082">
                        <c:v>36167</c:v>
                      </c:pt>
                      <c:pt idx="1083">
                        <c:v>36201</c:v>
                      </c:pt>
                      <c:pt idx="1084">
                        <c:v>36234</c:v>
                      </c:pt>
                      <c:pt idx="1085">
                        <c:v>36267</c:v>
                      </c:pt>
                      <c:pt idx="1086">
                        <c:v>36301</c:v>
                      </c:pt>
                      <c:pt idx="1087">
                        <c:v>36334</c:v>
                      </c:pt>
                      <c:pt idx="1088">
                        <c:v>36367</c:v>
                      </c:pt>
                      <c:pt idx="1089">
                        <c:v>36401</c:v>
                      </c:pt>
                      <c:pt idx="1090">
                        <c:v>36434</c:v>
                      </c:pt>
                      <c:pt idx="1091">
                        <c:v>36467</c:v>
                      </c:pt>
                      <c:pt idx="1092">
                        <c:v>36501</c:v>
                      </c:pt>
                      <c:pt idx="1093">
                        <c:v>36534</c:v>
                      </c:pt>
                      <c:pt idx="1094">
                        <c:v>36567</c:v>
                      </c:pt>
                      <c:pt idx="1095">
                        <c:v>36601</c:v>
                      </c:pt>
                      <c:pt idx="1096">
                        <c:v>36634</c:v>
                      </c:pt>
                      <c:pt idx="1097">
                        <c:v>36667</c:v>
                      </c:pt>
                      <c:pt idx="1098">
                        <c:v>36701</c:v>
                      </c:pt>
                      <c:pt idx="1099">
                        <c:v>36734</c:v>
                      </c:pt>
                      <c:pt idx="1100">
                        <c:v>36767</c:v>
                      </c:pt>
                    </c:numCache>
                  </c:numRef>
                </c:cat>
                <c:val>
                  <c:numLit>
                    <c:formatCode>General</c:formatCode>
                    <c:ptCount val="1"/>
                    <c:pt idx="0">
                      <c:v>1</c:v>
                    </c:pt>
                  </c:numLit>
                </c:val>
                <c:smooth val="0"/>
                <c:extLst>
                  <c:ext xmlns:c16="http://schemas.microsoft.com/office/drawing/2014/chart" uri="{C3380CC4-5D6E-409C-BE32-E72D297353CC}">
                    <c16:uniqueId val="{00000003-9FDD-45A2-AF08-A4298CC0074A}"/>
                  </c:ext>
                </c:extLst>
              </c15:ser>
            </c15:filteredLineSeries>
          </c:ext>
        </c:extLst>
      </c:lineChart>
      <c:catAx>
        <c:axId val="20825844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2083370703"/>
        <c:crosses val="autoZero"/>
        <c:auto val="1"/>
        <c:lblAlgn val="ctr"/>
        <c:lblOffset val="100"/>
        <c:noMultiLvlLbl val="0"/>
      </c:catAx>
      <c:valAx>
        <c:axId val="2083370703"/>
        <c:scaling>
          <c:orientation val="minMax"/>
        </c:scaling>
        <c:delete val="0"/>
        <c:axPos val="l"/>
        <c:title>
          <c:tx>
            <c:rich>
              <a:bodyPr rot="-540000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ysClr val="windowText" lastClr="000000">
                        <a:lumMod val="65000"/>
                        <a:lumOff val="35000"/>
                      </a:sysClr>
                    </a:solidFill>
                    <a:latin typeface="+mn-lt"/>
                    <a:ea typeface="+mn-ea"/>
                    <a:cs typeface="+mn-cs"/>
                  </a:defRPr>
                </a:pPr>
                <a:r>
                  <a:rPr lang="ja-JP" altLang="en-US" sz="1000" b="0" i="0" u="none" strike="noStrike" kern="1200" baseline="0">
                    <a:solidFill>
                      <a:sysClr val="windowText" lastClr="000000">
                        <a:lumMod val="65000"/>
                        <a:lumOff val="35000"/>
                      </a:sysClr>
                    </a:solidFill>
                  </a:rPr>
                  <a:t>瞳孔面積［</a:t>
                </a:r>
                <a:r>
                  <a:rPr lang="en-US" altLang="ja-JP" sz="1000" b="0" i="0" u="none" strike="noStrike" kern="1200" baseline="0">
                    <a:solidFill>
                      <a:sysClr val="windowText" lastClr="000000">
                        <a:lumMod val="65000"/>
                        <a:lumOff val="35000"/>
                      </a:sysClr>
                    </a:solidFill>
                  </a:rPr>
                  <a:t>dot]</a:t>
                </a:r>
                <a:endParaRPr lang="ja-JP" altLang="en-US" sz="1000" b="0" i="0" u="none" strike="noStrike" kern="1200" baseline="0">
                  <a:solidFill>
                    <a:sysClr val="windowText" lastClr="000000">
                      <a:lumMod val="65000"/>
                      <a:lumOff val="35000"/>
                    </a:sysClr>
                  </a:solidFill>
                </a:endParaRPr>
              </a:p>
            </c:rich>
          </c:tx>
          <c:overlay val="0"/>
          <c:spPr>
            <a:noFill/>
            <a:ln>
              <a:noFill/>
            </a:ln>
            <a:effectLst/>
          </c:spPr>
          <c:txPr>
            <a:bodyPr rot="-540000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ysClr val="windowText" lastClr="000000">
                      <a:lumMod val="65000"/>
                      <a:lumOff val="35000"/>
                    </a:sysClr>
                  </a:solidFill>
                  <a:latin typeface="+mn-lt"/>
                  <a:ea typeface="+mn-ea"/>
                  <a:cs typeface="+mn-cs"/>
                </a:defRPr>
              </a:pPr>
              <a:endParaRPr lang="ja-JP" alt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2082584447"/>
        <c:crosses val="autoZero"/>
        <c:crossBetween val="between"/>
      </c:valAx>
      <c:valAx>
        <c:axId val="949766032"/>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949766512"/>
        <c:crosses val="max"/>
        <c:crossBetween val="between"/>
      </c:valAx>
      <c:catAx>
        <c:axId val="949766512"/>
        <c:scaling>
          <c:orientation val="minMax"/>
        </c:scaling>
        <c:delete val="1"/>
        <c:axPos val="b"/>
        <c:majorTickMark val="out"/>
        <c:minorTickMark val="none"/>
        <c:tickLblPos val="nextTo"/>
        <c:crossAx val="949766032"/>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userShapes r:id="rId4"/>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照射後3sごと!$G$1:$G$2</c:f>
              <c:strCache>
                <c:ptCount val="2"/>
                <c:pt idx="0">
                  <c:v>瞬き除去</c:v>
                </c:pt>
                <c:pt idx="1">
                  <c:v>[dot]</c:v>
                </c:pt>
              </c:strCache>
            </c:strRef>
          </c:tx>
          <c:spPr>
            <a:ln w="28575" cap="rnd">
              <a:solidFill>
                <a:schemeClr val="accent1"/>
              </a:solidFill>
              <a:round/>
            </a:ln>
            <a:effectLst/>
          </c:spPr>
          <c:marker>
            <c:symbol val="none"/>
          </c:marker>
          <c:cat>
            <c:numRef>
              <c:f>照射後3sごと!$B$3:$B$1084</c:f>
              <c:numCache>
                <c:formatCode>General</c:formatCode>
                <c:ptCount val="1082"/>
                <c:pt idx="0">
                  <c:v>96</c:v>
                </c:pt>
                <c:pt idx="1">
                  <c:v>129</c:v>
                </c:pt>
                <c:pt idx="2">
                  <c:v>162</c:v>
                </c:pt>
                <c:pt idx="3">
                  <c:v>196</c:v>
                </c:pt>
                <c:pt idx="4">
                  <c:v>229</c:v>
                </c:pt>
                <c:pt idx="5">
                  <c:v>262</c:v>
                </c:pt>
                <c:pt idx="6">
                  <c:v>296</c:v>
                </c:pt>
                <c:pt idx="7">
                  <c:v>329</c:v>
                </c:pt>
                <c:pt idx="8">
                  <c:v>362</c:v>
                </c:pt>
                <c:pt idx="9">
                  <c:v>396</c:v>
                </c:pt>
                <c:pt idx="10">
                  <c:v>429</c:v>
                </c:pt>
                <c:pt idx="11">
                  <c:v>462</c:v>
                </c:pt>
                <c:pt idx="12">
                  <c:v>496</c:v>
                </c:pt>
                <c:pt idx="13">
                  <c:v>529</c:v>
                </c:pt>
                <c:pt idx="14">
                  <c:v>562</c:v>
                </c:pt>
                <c:pt idx="15">
                  <c:v>596</c:v>
                </c:pt>
                <c:pt idx="16">
                  <c:v>629</c:v>
                </c:pt>
                <c:pt idx="17">
                  <c:v>662</c:v>
                </c:pt>
                <c:pt idx="18">
                  <c:v>696</c:v>
                </c:pt>
                <c:pt idx="19">
                  <c:v>729</c:v>
                </c:pt>
                <c:pt idx="20">
                  <c:v>762</c:v>
                </c:pt>
                <c:pt idx="21">
                  <c:v>796</c:v>
                </c:pt>
                <c:pt idx="22">
                  <c:v>829</c:v>
                </c:pt>
                <c:pt idx="23">
                  <c:v>862</c:v>
                </c:pt>
                <c:pt idx="24">
                  <c:v>896</c:v>
                </c:pt>
                <c:pt idx="25">
                  <c:v>929</c:v>
                </c:pt>
                <c:pt idx="26">
                  <c:v>962</c:v>
                </c:pt>
                <c:pt idx="27">
                  <c:v>996</c:v>
                </c:pt>
                <c:pt idx="28">
                  <c:v>1029</c:v>
                </c:pt>
                <c:pt idx="29">
                  <c:v>1062</c:v>
                </c:pt>
                <c:pt idx="30">
                  <c:v>1096</c:v>
                </c:pt>
                <c:pt idx="31">
                  <c:v>1129</c:v>
                </c:pt>
                <c:pt idx="32">
                  <c:v>33</c:v>
                </c:pt>
                <c:pt idx="33">
                  <c:v>66</c:v>
                </c:pt>
                <c:pt idx="34">
                  <c:v>1232</c:v>
                </c:pt>
                <c:pt idx="35">
                  <c:v>1266</c:v>
                </c:pt>
                <c:pt idx="36">
                  <c:v>1299</c:v>
                </c:pt>
                <c:pt idx="37">
                  <c:v>1332</c:v>
                </c:pt>
                <c:pt idx="38">
                  <c:v>1366</c:v>
                </c:pt>
                <c:pt idx="39">
                  <c:v>1399</c:v>
                </c:pt>
                <c:pt idx="40">
                  <c:v>1432</c:v>
                </c:pt>
                <c:pt idx="41">
                  <c:v>1466</c:v>
                </c:pt>
                <c:pt idx="42">
                  <c:v>1499</c:v>
                </c:pt>
                <c:pt idx="43">
                  <c:v>1532</c:v>
                </c:pt>
                <c:pt idx="44">
                  <c:v>1566</c:v>
                </c:pt>
                <c:pt idx="45">
                  <c:v>1599</c:v>
                </c:pt>
                <c:pt idx="46">
                  <c:v>1632</c:v>
                </c:pt>
                <c:pt idx="47">
                  <c:v>1666</c:v>
                </c:pt>
                <c:pt idx="48">
                  <c:v>1699</c:v>
                </c:pt>
                <c:pt idx="49">
                  <c:v>1732</c:v>
                </c:pt>
                <c:pt idx="50">
                  <c:v>1766</c:v>
                </c:pt>
                <c:pt idx="51">
                  <c:v>1799</c:v>
                </c:pt>
                <c:pt idx="52">
                  <c:v>1832</c:v>
                </c:pt>
                <c:pt idx="53">
                  <c:v>1866</c:v>
                </c:pt>
                <c:pt idx="54">
                  <c:v>1899</c:v>
                </c:pt>
                <c:pt idx="55">
                  <c:v>1932</c:v>
                </c:pt>
                <c:pt idx="56">
                  <c:v>1966</c:v>
                </c:pt>
                <c:pt idx="57">
                  <c:v>1999</c:v>
                </c:pt>
                <c:pt idx="58">
                  <c:v>2032</c:v>
                </c:pt>
                <c:pt idx="59">
                  <c:v>2066</c:v>
                </c:pt>
                <c:pt idx="60">
                  <c:v>2099</c:v>
                </c:pt>
                <c:pt idx="61">
                  <c:v>2132</c:v>
                </c:pt>
                <c:pt idx="62">
                  <c:v>2166</c:v>
                </c:pt>
                <c:pt idx="63">
                  <c:v>2199</c:v>
                </c:pt>
                <c:pt idx="64">
                  <c:v>2232</c:v>
                </c:pt>
                <c:pt idx="65">
                  <c:v>2266</c:v>
                </c:pt>
                <c:pt idx="66">
                  <c:v>2299</c:v>
                </c:pt>
                <c:pt idx="67">
                  <c:v>2332</c:v>
                </c:pt>
                <c:pt idx="68">
                  <c:v>2366</c:v>
                </c:pt>
                <c:pt idx="69">
                  <c:v>2399</c:v>
                </c:pt>
                <c:pt idx="70">
                  <c:v>2432</c:v>
                </c:pt>
                <c:pt idx="71">
                  <c:v>2466</c:v>
                </c:pt>
                <c:pt idx="72">
                  <c:v>2499</c:v>
                </c:pt>
                <c:pt idx="73">
                  <c:v>2532</c:v>
                </c:pt>
                <c:pt idx="74">
                  <c:v>2566</c:v>
                </c:pt>
                <c:pt idx="75">
                  <c:v>2599</c:v>
                </c:pt>
                <c:pt idx="76">
                  <c:v>2632</c:v>
                </c:pt>
                <c:pt idx="77">
                  <c:v>2666</c:v>
                </c:pt>
                <c:pt idx="78">
                  <c:v>2699</c:v>
                </c:pt>
                <c:pt idx="79">
                  <c:v>2732</c:v>
                </c:pt>
                <c:pt idx="80">
                  <c:v>2766</c:v>
                </c:pt>
                <c:pt idx="81">
                  <c:v>2799</c:v>
                </c:pt>
                <c:pt idx="82">
                  <c:v>2832</c:v>
                </c:pt>
                <c:pt idx="83">
                  <c:v>2866</c:v>
                </c:pt>
                <c:pt idx="84">
                  <c:v>2899</c:v>
                </c:pt>
                <c:pt idx="85">
                  <c:v>2932</c:v>
                </c:pt>
                <c:pt idx="86">
                  <c:v>2966</c:v>
                </c:pt>
                <c:pt idx="87">
                  <c:v>2999</c:v>
                </c:pt>
                <c:pt idx="88">
                  <c:v>3032</c:v>
                </c:pt>
                <c:pt idx="89">
                  <c:v>3066</c:v>
                </c:pt>
                <c:pt idx="90">
                  <c:v>3099</c:v>
                </c:pt>
                <c:pt idx="91">
                  <c:v>3132</c:v>
                </c:pt>
                <c:pt idx="92">
                  <c:v>3166</c:v>
                </c:pt>
                <c:pt idx="93">
                  <c:v>3199</c:v>
                </c:pt>
                <c:pt idx="94">
                  <c:v>3232</c:v>
                </c:pt>
                <c:pt idx="95">
                  <c:v>3266</c:v>
                </c:pt>
                <c:pt idx="96">
                  <c:v>3299</c:v>
                </c:pt>
                <c:pt idx="97">
                  <c:v>3332</c:v>
                </c:pt>
                <c:pt idx="98">
                  <c:v>3366</c:v>
                </c:pt>
                <c:pt idx="99">
                  <c:v>3399</c:v>
                </c:pt>
                <c:pt idx="100">
                  <c:v>3432</c:v>
                </c:pt>
                <c:pt idx="101">
                  <c:v>3466</c:v>
                </c:pt>
                <c:pt idx="102">
                  <c:v>3499</c:v>
                </c:pt>
                <c:pt idx="103">
                  <c:v>3532</c:v>
                </c:pt>
                <c:pt idx="104">
                  <c:v>3566</c:v>
                </c:pt>
                <c:pt idx="105">
                  <c:v>3599</c:v>
                </c:pt>
                <c:pt idx="106">
                  <c:v>3632</c:v>
                </c:pt>
                <c:pt idx="107">
                  <c:v>3666</c:v>
                </c:pt>
                <c:pt idx="108">
                  <c:v>3699</c:v>
                </c:pt>
                <c:pt idx="109">
                  <c:v>3732</c:v>
                </c:pt>
                <c:pt idx="110">
                  <c:v>3766</c:v>
                </c:pt>
                <c:pt idx="111">
                  <c:v>3799</c:v>
                </c:pt>
                <c:pt idx="112">
                  <c:v>3832</c:v>
                </c:pt>
                <c:pt idx="113">
                  <c:v>3866</c:v>
                </c:pt>
                <c:pt idx="114">
                  <c:v>3899</c:v>
                </c:pt>
                <c:pt idx="115">
                  <c:v>3932</c:v>
                </c:pt>
                <c:pt idx="116">
                  <c:v>3966</c:v>
                </c:pt>
                <c:pt idx="117">
                  <c:v>3999</c:v>
                </c:pt>
                <c:pt idx="118">
                  <c:v>4032</c:v>
                </c:pt>
                <c:pt idx="119">
                  <c:v>4066</c:v>
                </c:pt>
                <c:pt idx="120">
                  <c:v>4099</c:v>
                </c:pt>
                <c:pt idx="121">
                  <c:v>4132</c:v>
                </c:pt>
                <c:pt idx="122">
                  <c:v>4166</c:v>
                </c:pt>
                <c:pt idx="123">
                  <c:v>4199</c:v>
                </c:pt>
                <c:pt idx="124">
                  <c:v>4232</c:v>
                </c:pt>
                <c:pt idx="125">
                  <c:v>4266</c:v>
                </c:pt>
                <c:pt idx="126">
                  <c:v>4299</c:v>
                </c:pt>
                <c:pt idx="127">
                  <c:v>4332</c:v>
                </c:pt>
                <c:pt idx="128">
                  <c:v>4366</c:v>
                </c:pt>
                <c:pt idx="129">
                  <c:v>4399</c:v>
                </c:pt>
                <c:pt idx="130">
                  <c:v>4432</c:v>
                </c:pt>
                <c:pt idx="131">
                  <c:v>4466</c:v>
                </c:pt>
                <c:pt idx="132">
                  <c:v>4499</c:v>
                </c:pt>
                <c:pt idx="133">
                  <c:v>4532</c:v>
                </c:pt>
                <c:pt idx="134">
                  <c:v>4566</c:v>
                </c:pt>
                <c:pt idx="135">
                  <c:v>4599</c:v>
                </c:pt>
                <c:pt idx="136">
                  <c:v>4632</c:v>
                </c:pt>
                <c:pt idx="137">
                  <c:v>4666</c:v>
                </c:pt>
                <c:pt idx="138">
                  <c:v>4699</c:v>
                </c:pt>
                <c:pt idx="139">
                  <c:v>4732</c:v>
                </c:pt>
                <c:pt idx="140">
                  <c:v>4766</c:v>
                </c:pt>
                <c:pt idx="141">
                  <c:v>4799</c:v>
                </c:pt>
                <c:pt idx="142">
                  <c:v>4832</c:v>
                </c:pt>
                <c:pt idx="143">
                  <c:v>4866</c:v>
                </c:pt>
                <c:pt idx="144">
                  <c:v>4899</c:v>
                </c:pt>
                <c:pt idx="145">
                  <c:v>4932</c:v>
                </c:pt>
                <c:pt idx="146">
                  <c:v>4966</c:v>
                </c:pt>
                <c:pt idx="147">
                  <c:v>4999</c:v>
                </c:pt>
                <c:pt idx="148">
                  <c:v>5032</c:v>
                </c:pt>
                <c:pt idx="149">
                  <c:v>5066</c:v>
                </c:pt>
                <c:pt idx="150">
                  <c:v>5099</c:v>
                </c:pt>
                <c:pt idx="151">
                  <c:v>5132</c:v>
                </c:pt>
                <c:pt idx="152">
                  <c:v>5166</c:v>
                </c:pt>
                <c:pt idx="153">
                  <c:v>5199</c:v>
                </c:pt>
                <c:pt idx="154">
                  <c:v>5232</c:v>
                </c:pt>
                <c:pt idx="155">
                  <c:v>5266</c:v>
                </c:pt>
                <c:pt idx="156">
                  <c:v>5299</c:v>
                </c:pt>
                <c:pt idx="157">
                  <c:v>5332</c:v>
                </c:pt>
                <c:pt idx="158">
                  <c:v>5366</c:v>
                </c:pt>
                <c:pt idx="159">
                  <c:v>5399</c:v>
                </c:pt>
                <c:pt idx="160">
                  <c:v>5432</c:v>
                </c:pt>
                <c:pt idx="161">
                  <c:v>5466</c:v>
                </c:pt>
                <c:pt idx="162">
                  <c:v>5499</c:v>
                </c:pt>
                <c:pt idx="163">
                  <c:v>5532</c:v>
                </c:pt>
                <c:pt idx="164">
                  <c:v>5566</c:v>
                </c:pt>
                <c:pt idx="165">
                  <c:v>5599</c:v>
                </c:pt>
                <c:pt idx="166">
                  <c:v>5632</c:v>
                </c:pt>
                <c:pt idx="167">
                  <c:v>5666</c:v>
                </c:pt>
                <c:pt idx="168">
                  <c:v>5699</c:v>
                </c:pt>
                <c:pt idx="169">
                  <c:v>5732</c:v>
                </c:pt>
                <c:pt idx="170">
                  <c:v>5766</c:v>
                </c:pt>
                <c:pt idx="171">
                  <c:v>5799</c:v>
                </c:pt>
                <c:pt idx="172">
                  <c:v>5832</c:v>
                </c:pt>
                <c:pt idx="173">
                  <c:v>5866</c:v>
                </c:pt>
                <c:pt idx="174">
                  <c:v>5899</c:v>
                </c:pt>
                <c:pt idx="175">
                  <c:v>5932</c:v>
                </c:pt>
                <c:pt idx="176">
                  <c:v>5966</c:v>
                </c:pt>
                <c:pt idx="177">
                  <c:v>5999</c:v>
                </c:pt>
                <c:pt idx="178">
                  <c:v>6032</c:v>
                </c:pt>
                <c:pt idx="179">
                  <c:v>6066</c:v>
                </c:pt>
                <c:pt idx="180">
                  <c:v>6099</c:v>
                </c:pt>
                <c:pt idx="181">
                  <c:v>6132</c:v>
                </c:pt>
                <c:pt idx="182">
                  <c:v>6166</c:v>
                </c:pt>
                <c:pt idx="183">
                  <c:v>6199</c:v>
                </c:pt>
                <c:pt idx="184">
                  <c:v>6232</c:v>
                </c:pt>
                <c:pt idx="185">
                  <c:v>6266</c:v>
                </c:pt>
                <c:pt idx="186">
                  <c:v>6299</c:v>
                </c:pt>
                <c:pt idx="187">
                  <c:v>6332</c:v>
                </c:pt>
                <c:pt idx="188">
                  <c:v>6366</c:v>
                </c:pt>
                <c:pt idx="189">
                  <c:v>6399</c:v>
                </c:pt>
                <c:pt idx="190">
                  <c:v>6432</c:v>
                </c:pt>
                <c:pt idx="191">
                  <c:v>6466</c:v>
                </c:pt>
                <c:pt idx="192">
                  <c:v>6499</c:v>
                </c:pt>
                <c:pt idx="193">
                  <c:v>6532</c:v>
                </c:pt>
                <c:pt idx="194">
                  <c:v>6566</c:v>
                </c:pt>
                <c:pt idx="195">
                  <c:v>6599</c:v>
                </c:pt>
                <c:pt idx="196">
                  <c:v>6632</c:v>
                </c:pt>
                <c:pt idx="197">
                  <c:v>6666</c:v>
                </c:pt>
                <c:pt idx="198">
                  <c:v>6699</c:v>
                </c:pt>
                <c:pt idx="199">
                  <c:v>6732</c:v>
                </c:pt>
                <c:pt idx="200">
                  <c:v>6766</c:v>
                </c:pt>
                <c:pt idx="201">
                  <c:v>6799</c:v>
                </c:pt>
                <c:pt idx="202">
                  <c:v>6832</c:v>
                </c:pt>
                <c:pt idx="203">
                  <c:v>6866</c:v>
                </c:pt>
                <c:pt idx="204">
                  <c:v>6899</c:v>
                </c:pt>
                <c:pt idx="205">
                  <c:v>6932</c:v>
                </c:pt>
                <c:pt idx="206">
                  <c:v>6966</c:v>
                </c:pt>
                <c:pt idx="207">
                  <c:v>6999</c:v>
                </c:pt>
                <c:pt idx="208">
                  <c:v>7032</c:v>
                </c:pt>
                <c:pt idx="209">
                  <c:v>7066</c:v>
                </c:pt>
                <c:pt idx="210">
                  <c:v>7099</c:v>
                </c:pt>
                <c:pt idx="211">
                  <c:v>7132</c:v>
                </c:pt>
                <c:pt idx="212">
                  <c:v>7166</c:v>
                </c:pt>
                <c:pt idx="213">
                  <c:v>7199</c:v>
                </c:pt>
                <c:pt idx="214">
                  <c:v>7232</c:v>
                </c:pt>
                <c:pt idx="215">
                  <c:v>7266</c:v>
                </c:pt>
                <c:pt idx="216">
                  <c:v>7299</c:v>
                </c:pt>
                <c:pt idx="217">
                  <c:v>7332</c:v>
                </c:pt>
                <c:pt idx="218">
                  <c:v>7366</c:v>
                </c:pt>
                <c:pt idx="219">
                  <c:v>7399</c:v>
                </c:pt>
                <c:pt idx="220">
                  <c:v>7432</c:v>
                </c:pt>
                <c:pt idx="221">
                  <c:v>7466</c:v>
                </c:pt>
                <c:pt idx="222">
                  <c:v>7499</c:v>
                </c:pt>
                <c:pt idx="223">
                  <c:v>7532</c:v>
                </c:pt>
                <c:pt idx="224">
                  <c:v>7566</c:v>
                </c:pt>
                <c:pt idx="225">
                  <c:v>7599</c:v>
                </c:pt>
                <c:pt idx="226">
                  <c:v>7632</c:v>
                </c:pt>
                <c:pt idx="227">
                  <c:v>7666</c:v>
                </c:pt>
                <c:pt idx="228">
                  <c:v>7699</c:v>
                </c:pt>
                <c:pt idx="229">
                  <c:v>7732</c:v>
                </c:pt>
                <c:pt idx="230">
                  <c:v>7766</c:v>
                </c:pt>
                <c:pt idx="231">
                  <c:v>7799</c:v>
                </c:pt>
                <c:pt idx="232">
                  <c:v>7832</c:v>
                </c:pt>
                <c:pt idx="233">
                  <c:v>7866</c:v>
                </c:pt>
                <c:pt idx="234">
                  <c:v>7899</c:v>
                </c:pt>
                <c:pt idx="235">
                  <c:v>7932</c:v>
                </c:pt>
                <c:pt idx="236">
                  <c:v>7966</c:v>
                </c:pt>
                <c:pt idx="237">
                  <c:v>7999</c:v>
                </c:pt>
                <c:pt idx="238">
                  <c:v>8032</c:v>
                </c:pt>
                <c:pt idx="239">
                  <c:v>8066</c:v>
                </c:pt>
                <c:pt idx="240">
                  <c:v>8099</c:v>
                </c:pt>
                <c:pt idx="241">
                  <c:v>8132</c:v>
                </c:pt>
                <c:pt idx="242">
                  <c:v>8166</c:v>
                </c:pt>
                <c:pt idx="243">
                  <c:v>8199</c:v>
                </c:pt>
                <c:pt idx="244">
                  <c:v>8232</c:v>
                </c:pt>
                <c:pt idx="245">
                  <c:v>8266</c:v>
                </c:pt>
                <c:pt idx="246">
                  <c:v>8299</c:v>
                </c:pt>
                <c:pt idx="247">
                  <c:v>8332</c:v>
                </c:pt>
                <c:pt idx="248">
                  <c:v>8366</c:v>
                </c:pt>
                <c:pt idx="249">
                  <c:v>8399</c:v>
                </c:pt>
                <c:pt idx="250">
                  <c:v>8432</c:v>
                </c:pt>
                <c:pt idx="251">
                  <c:v>8466</c:v>
                </c:pt>
                <c:pt idx="252">
                  <c:v>8499</c:v>
                </c:pt>
                <c:pt idx="253">
                  <c:v>8532</c:v>
                </c:pt>
                <c:pt idx="254">
                  <c:v>8566</c:v>
                </c:pt>
                <c:pt idx="255">
                  <c:v>8599</c:v>
                </c:pt>
                <c:pt idx="256">
                  <c:v>8632</c:v>
                </c:pt>
                <c:pt idx="257">
                  <c:v>8666</c:v>
                </c:pt>
                <c:pt idx="258">
                  <c:v>8699</c:v>
                </c:pt>
                <c:pt idx="259">
                  <c:v>8732</c:v>
                </c:pt>
                <c:pt idx="260">
                  <c:v>8766</c:v>
                </c:pt>
                <c:pt idx="261">
                  <c:v>8799</c:v>
                </c:pt>
                <c:pt idx="262">
                  <c:v>8832</c:v>
                </c:pt>
                <c:pt idx="263">
                  <c:v>8866</c:v>
                </c:pt>
                <c:pt idx="264">
                  <c:v>8899</c:v>
                </c:pt>
                <c:pt idx="265">
                  <c:v>8932</c:v>
                </c:pt>
                <c:pt idx="266">
                  <c:v>8966</c:v>
                </c:pt>
                <c:pt idx="267">
                  <c:v>8999</c:v>
                </c:pt>
                <c:pt idx="268">
                  <c:v>9032</c:v>
                </c:pt>
                <c:pt idx="269">
                  <c:v>9066</c:v>
                </c:pt>
                <c:pt idx="270">
                  <c:v>9099</c:v>
                </c:pt>
                <c:pt idx="271">
                  <c:v>9132</c:v>
                </c:pt>
                <c:pt idx="272">
                  <c:v>9166</c:v>
                </c:pt>
                <c:pt idx="273">
                  <c:v>9199</c:v>
                </c:pt>
                <c:pt idx="274">
                  <c:v>9232</c:v>
                </c:pt>
                <c:pt idx="275">
                  <c:v>9266</c:v>
                </c:pt>
                <c:pt idx="276">
                  <c:v>9299</c:v>
                </c:pt>
                <c:pt idx="277">
                  <c:v>9332</c:v>
                </c:pt>
                <c:pt idx="278">
                  <c:v>9366</c:v>
                </c:pt>
                <c:pt idx="279">
                  <c:v>9399</c:v>
                </c:pt>
                <c:pt idx="280">
                  <c:v>9432</c:v>
                </c:pt>
                <c:pt idx="281">
                  <c:v>9466</c:v>
                </c:pt>
                <c:pt idx="282">
                  <c:v>9499</c:v>
                </c:pt>
                <c:pt idx="283">
                  <c:v>9532</c:v>
                </c:pt>
                <c:pt idx="284">
                  <c:v>9566</c:v>
                </c:pt>
                <c:pt idx="285">
                  <c:v>9599</c:v>
                </c:pt>
                <c:pt idx="286">
                  <c:v>9632</c:v>
                </c:pt>
                <c:pt idx="287">
                  <c:v>9666</c:v>
                </c:pt>
                <c:pt idx="288">
                  <c:v>9699</c:v>
                </c:pt>
                <c:pt idx="289">
                  <c:v>9732</c:v>
                </c:pt>
                <c:pt idx="290">
                  <c:v>9766</c:v>
                </c:pt>
                <c:pt idx="291">
                  <c:v>9799</c:v>
                </c:pt>
                <c:pt idx="292">
                  <c:v>9832</c:v>
                </c:pt>
                <c:pt idx="293">
                  <c:v>9866</c:v>
                </c:pt>
                <c:pt idx="294">
                  <c:v>9899</c:v>
                </c:pt>
                <c:pt idx="295">
                  <c:v>9932</c:v>
                </c:pt>
                <c:pt idx="296">
                  <c:v>9966</c:v>
                </c:pt>
                <c:pt idx="297">
                  <c:v>9999</c:v>
                </c:pt>
                <c:pt idx="298">
                  <c:v>10032</c:v>
                </c:pt>
                <c:pt idx="299">
                  <c:v>10066</c:v>
                </c:pt>
                <c:pt idx="300">
                  <c:v>10099</c:v>
                </c:pt>
                <c:pt idx="301">
                  <c:v>10132</c:v>
                </c:pt>
                <c:pt idx="302">
                  <c:v>10166</c:v>
                </c:pt>
                <c:pt idx="303">
                  <c:v>10199</c:v>
                </c:pt>
                <c:pt idx="304">
                  <c:v>10232</c:v>
                </c:pt>
                <c:pt idx="305">
                  <c:v>10266</c:v>
                </c:pt>
                <c:pt idx="306">
                  <c:v>10299</c:v>
                </c:pt>
                <c:pt idx="307">
                  <c:v>10332</c:v>
                </c:pt>
                <c:pt idx="308">
                  <c:v>10366</c:v>
                </c:pt>
                <c:pt idx="309">
                  <c:v>10399</c:v>
                </c:pt>
                <c:pt idx="310">
                  <c:v>10432</c:v>
                </c:pt>
                <c:pt idx="311">
                  <c:v>10466</c:v>
                </c:pt>
                <c:pt idx="312">
                  <c:v>10499</c:v>
                </c:pt>
                <c:pt idx="313">
                  <c:v>10532</c:v>
                </c:pt>
                <c:pt idx="314">
                  <c:v>10566</c:v>
                </c:pt>
                <c:pt idx="315">
                  <c:v>10599</c:v>
                </c:pt>
                <c:pt idx="316">
                  <c:v>10632</c:v>
                </c:pt>
                <c:pt idx="317">
                  <c:v>10666</c:v>
                </c:pt>
                <c:pt idx="318">
                  <c:v>10699</c:v>
                </c:pt>
                <c:pt idx="319">
                  <c:v>10732</c:v>
                </c:pt>
                <c:pt idx="320">
                  <c:v>10766</c:v>
                </c:pt>
                <c:pt idx="321">
                  <c:v>10799</c:v>
                </c:pt>
                <c:pt idx="322">
                  <c:v>10832</c:v>
                </c:pt>
                <c:pt idx="323">
                  <c:v>10866</c:v>
                </c:pt>
                <c:pt idx="324">
                  <c:v>10899</c:v>
                </c:pt>
                <c:pt idx="325">
                  <c:v>10932</c:v>
                </c:pt>
                <c:pt idx="326">
                  <c:v>10966</c:v>
                </c:pt>
                <c:pt idx="327">
                  <c:v>10999</c:v>
                </c:pt>
                <c:pt idx="328">
                  <c:v>11032</c:v>
                </c:pt>
                <c:pt idx="329">
                  <c:v>11066</c:v>
                </c:pt>
                <c:pt idx="330">
                  <c:v>11099</c:v>
                </c:pt>
                <c:pt idx="331">
                  <c:v>11132</c:v>
                </c:pt>
                <c:pt idx="332">
                  <c:v>11166</c:v>
                </c:pt>
                <c:pt idx="333">
                  <c:v>11199</c:v>
                </c:pt>
                <c:pt idx="334">
                  <c:v>11232</c:v>
                </c:pt>
                <c:pt idx="335">
                  <c:v>11266</c:v>
                </c:pt>
                <c:pt idx="336">
                  <c:v>11299</c:v>
                </c:pt>
                <c:pt idx="337">
                  <c:v>11332</c:v>
                </c:pt>
                <c:pt idx="338">
                  <c:v>11366</c:v>
                </c:pt>
                <c:pt idx="339">
                  <c:v>11399</c:v>
                </c:pt>
                <c:pt idx="340">
                  <c:v>11432</c:v>
                </c:pt>
                <c:pt idx="341">
                  <c:v>11466</c:v>
                </c:pt>
                <c:pt idx="342">
                  <c:v>11499</c:v>
                </c:pt>
                <c:pt idx="343">
                  <c:v>11532</c:v>
                </c:pt>
                <c:pt idx="344">
                  <c:v>11566</c:v>
                </c:pt>
                <c:pt idx="345">
                  <c:v>11599</c:v>
                </c:pt>
                <c:pt idx="346">
                  <c:v>11632</c:v>
                </c:pt>
                <c:pt idx="347">
                  <c:v>11666</c:v>
                </c:pt>
                <c:pt idx="348">
                  <c:v>11699</c:v>
                </c:pt>
                <c:pt idx="349">
                  <c:v>11732</c:v>
                </c:pt>
                <c:pt idx="350">
                  <c:v>11766</c:v>
                </c:pt>
                <c:pt idx="351">
                  <c:v>11799</c:v>
                </c:pt>
                <c:pt idx="352">
                  <c:v>11832</c:v>
                </c:pt>
                <c:pt idx="353">
                  <c:v>11866</c:v>
                </c:pt>
                <c:pt idx="354">
                  <c:v>11899</c:v>
                </c:pt>
                <c:pt idx="355">
                  <c:v>11932</c:v>
                </c:pt>
                <c:pt idx="356">
                  <c:v>11966</c:v>
                </c:pt>
                <c:pt idx="357">
                  <c:v>11999</c:v>
                </c:pt>
                <c:pt idx="358">
                  <c:v>12032</c:v>
                </c:pt>
                <c:pt idx="359">
                  <c:v>12066</c:v>
                </c:pt>
                <c:pt idx="360">
                  <c:v>12099</c:v>
                </c:pt>
                <c:pt idx="361">
                  <c:v>12132</c:v>
                </c:pt>
                <c:pt idx="362">
                  <c:v>12166</c:v>
                </c:pt>
                <c:pt idx="363">
                  <c:v>12199</c:v>
                </c:pt>
                <c:pt idx="364">
                  <c:v>12232</c:v>
                </c:pt>
                <c:pt idx="365">
                  <c:v>12266</c:v>
                </c:pt>
                <c:pt idx="366">
                  <c:v>12299</c:v>
                </c:pt>
                <c:pt idx="367">
                  <c:v>12332</c:v>
                </c:pt>
                <c:pt idx="368">
                  <c:v>12366</c:v>
                </c:pt>
                <c:pt idx="369">
                  <c:v>12399</c:v>
                </c:pt>
                <c:pt idx="370">
                  <c:v>12432</c:v>
                </c:pt>
                <c:pt idx="371">
                  <c:v>12466</c:v>
                </c:pt>
                <c:pt idx="372">
                  <c:v>12499</c:v>
                </c:pt>
                <c:pt idx="373">
                  <c:v>12532</c:v>
                </c:pt>
                <c:pt idx="374">
                  <c:v>12566</c:v>
                </c:pt>
                <c:pt idx="375">
                  <c:v>12599</c:v>
                </c:pt>
                <c:pt idx="376">
                  <c:v>12632</c:v>
                </c:pt>
                <c:pt idx="377">
                  <c:v>12666</c:v>
                </c:pt>
                <c:pt idx="378">
                  <c:v>12699</c:v>
                </c:pt>
                <c:pt idx="379">
                  <c:v>12732</c:v>
                </c:pt>
                <c:pt idx="380">
                  <c:v>12766</c:v>
                </c:pt>
                <c:pt idx="381">
                  <c:v>12799</c:v>
                </c:pt>
                <c:pt idx="382">
                  <c:v>12832</c:v>
                </c:pt>
                <c:pt idx="383">
                  <c:v>12866</c:v>
                </c:pt>
                <c:pt idx="384">
                  <c:v>12899</c:v>
                </c:pt>
                <c:pt idx="385">
                  <c:v>12932</c:v>
                </c:pt>
                <c:pt idx="386">
                  <c:v>12966</c:v>
                </c:pt>
                <c:pt idx="387">
                  <c:v>12999</c:v>
                </c:pt>
                <c:pt idx="388">
                  <c:v>13032</c:v>
                </c:pt>
                <c:pt idx="389">
                  <c:v>13066</c:v>
                </c:pt>
                <c:pt idx="390">
                  <c:v>13099</c:v>
                </c:pt>
                <c:pt idx="391">
                  <c:v>13132</c:v>
                </c:pt>
                <c:pt idx="392">
                  <c:v>13166</c:v>
                </c:pt>
                <c:pt idx="393">
                  <c:v>13199</c:v>
                </c:pt>
                <c:pt idx="394">
                  <c:v>13232</c:v>
                </c:pt>
                <c:pt idx="395">
                  <c:v>13266</c:v>
                </c:pt>
                <c:pt idx="396">
                  <c:v>13299</c:v>
                </c:pt>
                <c:pt idx="397">
                  <c:v>13332</c:v>
                </c:pt>
                <c:pt idx="398">
                  <c:v>13366</c:v>
                </c:pt>
                <c:pt idx="399">
                  <c:v>13399</c:v>
                </c:pt>
                <c:pt idx="400">
                  <c:v>13432</c:v>
                </c:pt>
                <c:pt idx="401">
                  <c:v>13466</c:v>
                </c:pt>
                <c:pt idx="402">
                  <c:v>13499</c:v>
                </c:pt>
                <c:pt idx="403">
                  <c:v>13532</c:v>
                </c:pt>
                <c:pt idx="404">
                  <c:v>13566</c:v>
                </c:pt>
                <c:pt idx="405">
                  <c:v>13599</c:v>
                </c:pt>
                <c:pt idx="406">
                  <c:v>13632</c:v>
                </c:pt>
                <c:pt idx="407">
                  <c:v>13666</c:v>
                </c:pt>
                <c:pt idx="408">
                  <c:v>13699</c:v>
                </c:pt>
                <c:pt idx="409">
                  <c:v>13732</c:v>
                </c:pt>
                <c:pt idx="410">
                  <c:v>13766</c:v>
                </c:pt>
                <c:pt idx="411">
                  <c:v>13799</c:v>
                </c:pt>
                <c:pt idx="412">
                  <c:v>13832</c:v>
                </c:pt>
                <c:pt idx="413">
                  <c:v>13866</c:v>
                </c:pt>
                <c:pt idx="414">
                  <c:v>13899</c:v>
                </c:pt>
                <c:pt idx="415">
                  <c:v>13932</c:v>
                </c:pt>
                <c:pt idx="416">
                  <c:v>13966</c:v>
                </c:pt>
                <c:pt idx="417">
                  <c:v>13999</c:v>
                </c:pt>
                <c:pt idx="418">
                  <c:v>14032</c:v>
                </c:pt>
                <c:pt idx="419">
                  <c:v>14066</c:v>
                </c:pt>
                <c:pt idx="420">
                  <c:v>14099</c:v>
                </c:pt>
                <c:pt idx="421">
                  <c:v>14132</c:v>
                </c:pt>
                <c:pt idx="422">
                  <c:v>14166</c:v>
                </c:pt>
                <c:pt idx="423">
                  <c:v>14199</c:v>
                </c:pt>
                <c:pt idx="424">
                  <c:v>14232</c:v>
                </c:pt>
                <c:pt idx="425">
                  <c:v>14266</c:v>
                </c:pt>
                <c:pt idx="426">
                  <c:v>14299</c:v>
                </c:pt>
                <c:pt idx="427">
                  <c:v>14332</c:v>
                </c:pt>
                <c:pt idx="428">
                  <c:v>14366</c:v>
                </c:pt>
                <c:pt idx="429">
                  <c:v>14399</c:v>
                </c:pt>
                <c:pt idx="430">
                  <c:v>14432</c:v>
                </c:pt>
                <c:pt idx="431">
                  <c:v>14466</c:v>
                </c:pt>
                <c:pt idx="432">
                  <c:v>14499</c:v>
                </c:pt>
                <c:pt idx="433">
                  <c:v>14532</c:v>
                </c:pt>
                <c:pt idx="434">
                  <c:v>14566</c:v>
                </c:pt>
                <c:pt idx="435">
                  <c:v>14599</c:v>
                </c:pt>
                <c:pt idx="436">
                  <c:v>14632</c:v>
                </c:pt>
                <c:pt idx="437">
                  <c:v>14666</c:v>
                </c:pt>
                <c:pt idx="438">
                  <c:v>14699</c:v>
                </c:pt>
                <c:pt idx="439">
                  <c:v>14733</c:v>
                </c:pt>
                <c:pt idx="440">
                  <c:v>14766</c:v>
                </c:pt>
                <c:pt idx="441">
                  <c:v>14799</c:v>
                </c:pt>
                <c:pt idx="442">
                  <c:v>14833</c:v>
                </c:pt>
                <c:pt idx="443">
                  <c:v>14866</c:v>
                </c:pt>
                <c:pt idx="444">
                  <c:v>14899</c:v>
                </c:pt>
                <c:pt idx="445">
                  <c:v>14933</c:v>
                </c:pt>
                <c:pt idx="446">
                  <c:v>14966</c:v>
                </c:pt>
                <c:pt idx="447">
                  <c:v>14999</c:v>
                </c:pt>
                <c:pt idx="448">
                  <c:v>15033</c:v>
                </c:pt>
                <c:pt idx="449">
                  <c:v>15066</c:v>
                </c:pt>
                <c:pt idx="450">
                  <c:v>15099</c:v>
                </c:pt>
                <c:pt idx="451">
                  <c:v>15133</c:v>
                </c:pt>
                <c:pt idx="452">
                  <c:v>15166</c:v>
                </c:pt>
                <c:pt idx="453">
                  <c:v>15199</c:v>
                </c:pt>
                <c:pt idx="454">
                  <c:v>15233</c:v>
                </c:pt>
                <c:pt idx="455">
                  <c:v>15266</c:v>
                </c:pt>
                <c:pt idx="456">
                  <c:v>15299</c:v>
                </c:pt>
                <c:pt idx="457">
                  <c:v>15333</c:v>
                </c:pt>
                <c:pt idx="458">
                  <c:v>15366</c:v>
                </c:pt>
                <c:pt idx="459">
                  <c:v>15399</c:v>
                </c:pt>
                <c:pt idx="460">
                  <c:v>15433</c:v>
                </c:pt>
                <c:pt idx="461">
                  <c:v>15466</c:v>
                </c:pt>
                <c:pt idx="462">
                  <c:v>15499</c:v>
                </c:pt>
                <c:pt idx="463">
                  <c:v>15533</c:v>
                </c:pt>
                <c:pt idx="464">
                  <c:v>15566</c:v>
                </c:pt>
                <c:pt idx="465">
                  <c:v>15599</c:v>
                </c:pt>
                <c:pt idx="466">
                  <c:v>15633</c:v>
                </c:pt>
                <c:pt idx="467">
                  <c:v>15666</c:v>
                </c:pt>
                <c:pt idx="468">
                  <c:v>15699</c:v>
                </c:pt>
                <c:pt idx="469">
                  <c:v>15733</c:v>
                </c:pt>
                <c:pt idx="470">
                  <c:v>15766</c:v>
                </c:pt>
                <c:pt idx="471">
                  <c:v>15799</c:v>
                </c:pt>
                <c:pt idx="472">
                  <c:v>15833</c:v>
                </c:pt>
                <c:pt idx="473">
                  <c:v>15866</c:v>
                </c:pt>
                <c:pt idx="474">
                  <c:v>15899</c:v>
                </c:pt>
                <c:pt idx="475">
                  <c:v>15933</c:v>
                </c:pt>
                <c:pt idx="476">
                  <c:v>15966</c:v>
                </c:pt>
                <c:pt idx="477">
                  <c:v>15999</c:v>
                </c:pt>
                <c:pt idx="478">
                  <c:v>16033</c:v>
                </c:pt>
                <c:pt idx="479">
                  <c:v>16066</c:v>
                </c:pt>
                <c:pt idx="480">
                  <c:v>16099</c:v>
                </c:pt>
                <c:pt idx="481">
                  <c:v>16133</c:v>
                </c:pt>
                <c:pt idx="482">
                  <c:v>16166</c:v>
                </c:pt>
                <c:pt idx="483">
                  <c:v>16199</c:v>
                </c:pt>
                <c:pt idx="484">
                  <c:v>16233</c:v>
                </c:pt>
                <c:pt idx="485">
                  <c:v>16266</c:v>
                </c:pt>
                <c:pt idx="486">
                  <c:v>16299</c:v>
                </c:pt>
                <c:pt idx="487">
                  <c:v>16333</c:v>
                </c:pt>
                <c:pt idx="488">
                  <c:v>16366</c:v>
                </c:pt>
                <c:pt idx="489">
                  <c:v>16399</c:v>
                </c:pt>
                <c:pt idx="490">
                  <c:v>16433</c:v>
                </c:pt>
                <c:pt idx="491">
                  <c:v>16466</c:v>
                </c:pt>
                <c:pt idx="492">
                  <c:v>16499</c:v>
                </c:pt>
                <c:pt idx="493">
                  <c:v>16533</c:v>
                </c:pt>
                <c:pt idx="494">
                  <c:v>16566</c:v>
                </c:pt>
                <c:pt idx="495">
                  <c:v>16599</c:v>
                </c:pt>
                <c:pt idx="496">
                  <c:v>16633</c:v>
                </c:pt>
                <c:pt idx="497">
                  <c:v>16666</c:v>
                </c:pt>
                <c:pt idx="498">
                  <c:v>16699</c:v>
                </c:pt>
                <c:pt idx="499">
                  <c:v>16733</c:v>
                </c:pt>
                <c:pt idx="500">
                  <c:v>16766</c:v>
                </c:pt>
                <c:pt idx="501">
                  <c:v>16799</c:v>
                </c:pt>
                <c:pt idx="502">
                  <c:v>16833</c:v>
                </c:pt>
                <c:pt idx="503">
                  <c:v>16866</c:v>
                </c:pt>
                <c:pt idx="504">
                  <c:v>16899</c:v>
                </c:pt>
                <c:pt idx="505">
                  <c:v>16933</c:v>
                </c:pt>
                <c:pt idx="506">
                  <c:v>16966</c:v>
                </c:pt>
                <c:pt idx="507">
                  <c:v>16999</c:v>
                </c:pt>
                <c:pt idx="508">
                  <c:v>17033</c:v>
                </c:pt>
                <c:pt idx="509">
                  <c:v>17066</c:v>
                </c:pt>
                <c:pt idx="510">
                  <c:v>17099</c:v>
                </c:pt>
                <c:pt idx="511">
                  <c:v>17133</c:v>
                </c:pt>
                <c:pt idx="512">
                  <c:v>17166</c:v>
                </c:pt>
                <c:pt idx="513">
                  <c:v>17200</c:v>
                </c:pt>
                <c:pt idx="514">
                  <c:v>17233</c:v>
                </c:pt>
                <c:pt idx="515">
                  <c:v>17266</c:v>
                </c:pt>
                <c:pt idx="516">
                  <c:v>17300</c:v>
                </c:pt>
                <c:pt idx="517">
                  <c:v>17333</c:v>
                </c:pt>
                <c:pt idx="518">
                  <c:v>17366</c:v>
                </c:pt>
                <c:pt idx="519">
                  <c:v>17400</c:v>
                </c:pt>
                <c:pt idx="520">
                  <c:v>17433</c:v>
                </c:pt>
                <c:pt idx="521">
                  <c:v>17466</c:v>
                </c:pt>
                <c:pt idx="522">
                  <c:v>17500</c:v>
                </c:pt>
                <c:pt idx="523">
                  <c:v>17533</c:v>
                </c:pt>
                <c:pt idx="524">
                  <c:v>17566</c:v>
                </c:pt>
                <c:pt idx="525">
                  <c:v>17600</c:v>
                </c:pt>
                <c:pt idx="526">
                  <c:v>17633</c:v>
                </c:pt>
                <c:pt idx="527">
                  <c:v>17666</c:v>
                </c:pt>
                <c:pt idx="528">
                  <c:v>17700</c:v>
                </c:pt>
                <c:pt idx="529">
                  <c:v>17733</c:v>
                </c:pt>
                <c:pt idx="530">
                  <c:v>17766</c:v>
                </c:pt>
                <c:pt idx="531">
                  <c:v>17800</c:v>
                </c:pt>
                <c:pt idx="532">
                  <c:v>17833</c:v>
                </c:pt>
                <c:pt idx="533">
                  <c:v>17866</c:v>
                </c:pt>
                <c:pt idx="534">
                  <c:v>17900</c:v>
                </c:pt>
                <c:pt idx="535">
                  <c:v>17933</c:v>
                </c:pt>
                <c:pt idx="536">
                  <c:v>17966</c:v>
                </c:pt>
                <c:pt idx="537">
                  <c:v>18000</c:v>
                </c:pt>
                <c:pt idx="538">
                  <c:v>18033</c:v>
                </c:pt>
                <c:pt idx="539">
                  <c:v>18066</c:v>
                </c:pt>
                <c:pt idx="540">
                  <c:v>18100</c:v>
                </c:pt>
                <c:pt idx="541">
                  <c:v>18133</c:v>
                </c:pt>
                <c:pt idx="542">
                  <c:v>18166</c:v>
                </c:pt>
                <c:pt idx="543">
                  <c:v>18200</c:v>
                </c:pt>
                <c:pt idx="544">
                  <c:v>18233</c:v>
                </c:pt>
                <c:pt idx="545">
                  <c:v>18266</c:v>
                </c:pt>
                <c:pt idx="546">
                  <c:v>18300</c:v>
                </c:pt>
                <c:pt idx="547">
                  <c:v>18333</c:v>
                </c:pt>
                <c:pt idx="548">
                  <c:v>18366</c:v>
                </c:pt>
                <c:pt idx="549">
                  <c:v>18400</c:v>
                </c:pt>
                <c:pt idx="550">
                  <c:v>18433</c:v>
                </c:pt>
                <c:pt idx="551">
                  <c:v>18466</c:v>
                </c:pt>
                <c:pt idx="552">
                  <c:v>18500</c:v>
                </c:pt>
                <c:pt idx="553">
                  <c:v>18533</c:v>
                </c:pt>
                <c:pt idx="554">
                  <c:v>18566</c:v>
                </c:pt>
                <c:pt idx="555">
                  <c:v>18600</c:v>
                </c:pt>
                <c:pt idx="556">
                  <c:v>18633</c:v>
                </c:pt>
                <c:pt idx="557">
                  <c:v>18666</c:v>
                </c:pt>
                <c:pt idx="558">
                  <c:v>18700</c:v>
                </c:pt>
                <c:pt idx="559">
                  <c:v>18733</c:v>
                </c:pt>
                <c:pt idx="560">
                  <c:v>18766</c:v>
                </c:pt>
                <c:pt idx="561">
                  <c:v>18800</c:v>
                </c:pt>
                <c:pt idx="562">
                  <c:v>18833</c:v>
                </c:pt>
                <c:pt idx="563">
                  <c:v>18866</c:v>
                </c:pt>
                <c:pt idx="564">
                  <c:v>18900</c:v>
                </c:pt>
                <c:pt idx="565">
                  <c:v>18933</c:v>
                </c:pt>
                <c:pt idx="566">
                  <c:v>18966</c:v>
                </c:pt>
                <c:pt idx="567">
                  <c:v>19000</c:v>
                </c:pt>
                <c:pt idx="568">
                  <c:v>19033</c:v>
                </c:pt>
                <c:pt idx="569">
                  <c:v>19066</c:v>
                </c:pt>
                <c:pt idx="570">
                  <c:v>19100</c:v>
                </c:pt>
                <c:pt idx="571">
                  <c:v>19133</c:v>
                </c:pt>
                <c:pt idx="572">
                  <c:v>19166</c:v>
                </c:pt>
                <c:pt idx="573">
                  <c:v>19200</c:v>
                </c:pt>
                <c:pt idx="574">
                  <c:v>19233</c:v>
                </c:pt>
                <c:pt idx="575">
                  <c:v>19266</c:v>
                </c:pt>
                <c:pt idx="576">
                  <c:v>19300</c:v>
                </c:pt>
                <c:pt idx="577">
                  <c:v>19333</c:v>
                </c:pt>
                <c:pt idx="578">
                  <c:v>19366</c:v>
                </c:pt>
                <c:pt idx="579">
                  <c:v>19400</c:v>
                </c:pt>
                <c:pt idx="580">
                  <c:v>19433</c:v>
                </c:pt>
                <c:pt idx="581">
                  <c:v>19467</c:v>
                </c:pt>
                <c:pt idx="582">
                  <c:v>19500</c:v>
                </c:pt>
                <c:pt idx="583">
                  <c:v>19533</c:v>
                </c:pt>
                <c:pt idx="584">
                  <c:v>19567</c:v>
                </c:pt>
                <c:pt idx="585">
                  <c:v>19600</c:v>
                </c:pt>
                <c:pt idx="586">
                  <c:v>19633</c:v>
                </c:pt>
                <c:pt idx="587">
                  <c:v>19667</c:v>
                </c:pt>
                <c:pt idx="588">
                  <c:v>19700</c:v>
                </c:pt>
                <c:pt idx="589">
                  <c:v>19733</c:v>
                </c:pt>
                <c:pt idx="590">
                  <c:v>19767</c:v>
                </c:pt>
                <c:pt idx="591">
                  <c:v>19800</c:v>
                </c:pt>
                <c:pt idx="592">
                  <c:v>19833</c:v>
                </c:pt>
                <c:pt idx="593">
                  <c:v>19867</c:v>
                </c:pt>
                <c:pt idx="594">
                  <c:v>19900</c:v>
                </c:pt>
                <c:pt idx="595">
                  <c:v>19933</c:v>
                </c:pt>
                <c:pt idx="596">
                  <c:v>19967</c:v>
                </c:pt>
                <c:pt idx="597">
                  <c:v>20000</c:v>
                </c:pt>
                <c:pt idx="598">
                  <c:v>20033</c:v>
                </c:pt>
                <c:pt idx="599">
                  <c:v>20067</c:v>
                </c:pt>
                <c:pt idx="600">
                  <c:v>20100</c:v>
                </c:pt>
                <c:pt idx="601">
                  <c:v>20133</c:v>
                </c:pt>
                <c:pt idx="602">
                  <c:v>20167</c:v>
                </c:pt>
                <c:pt idx="603">
                  <c:v>20200</c:v>
                </c:pt>
                <c:pt idx="604">
                  <c:v>20233</c:v>
                </c:pt>
                <c:pt idx="605">
                  <c:v>20267</c:v>
                </c:pt>
                <c:pt idx="606">
                  <c:v>20300</c:v>
                </c:pt>
                <c:pt idx="607">
                  <c:v>20333</c:v>
                </c:pt>
                <c:pt idx="608">
                  <c:v>20367</c:v>
                </c:pt>
                <c:pt idx="609">
                  <c:v>20400</c:v>
                </c:pt>
                <c:pt idx="610">
                  <c:v>20433</c:v>
                </c:pt>
                <c:pt idx="611">
                  <c:v>20467</c:v>
                </c:pt>
                <c:pt idx="612">
                  <c:v>20500</c:v>
                </c:pt>
                <c:pt idx="613">
                  <c:v>20533</c:v>
                </c:pt>
                <c:pt idx="614">
                  <c:v>20567</c:v>
                </c:pt>
                <c:pt idx="615">
                  <c:v>20600</c:v>
                </c:pt>
                <c:pt idx="616">
                  <c:v>20633</c:v>
                </c:pt>
                <c:pt idx="617">
                  <c:v>20667</c:v>
                </c:pt>
                <c:pt idx="618">
                  <c:v>20700</c:v>
                </c:pt>
                <c:pt idx="619">
                  <c:v>20733</c:v>
                </c:pt>
                <c:pt idx="620">
                  <c:v>20767</c:v>
                </c:pt>
                <c:pt idx="621">
                  <c:v>20800</c:v>
                </c:pt>
                <c:pt idx="622">
                  <c:v>20833</c:v>
                </c:pt>
                <c:pt idx="623">
                  <c:v>20867</c:v>
                </c:pt>
                <c:pt idx="624">
                  <c:v>20900</c:v>
                </c:pt>
                <c:pt idx="625">
                  <c:v>20933</c:v>
                </c:pt>
                <c:pt idx="626">
                  <c:v>20967</c:v>
                </c:pt>
                <c:pt idx="627">
                  <c:v>21000</c:v>
                </c:pt>
                <c:pt idx="628">
                  <c:v>21033</c:v>
                </c:pt>
                <c:pt idx="629">
                  <c:v>21067</c:v>
                </c:pt>
                <c:pt idx="630">
                  <c:v>21100</c:v>
                </c:pt>
                <c:pt idx="631">
                  <c:v>21133</c:v>
                </c:pt>
                <c:pt idx="632">
                  <c:v>21167</c:v>
                </c:pt>
                <c:pt idx="633">
                  <c:v>21200</c:v>
                </c:pt>
                <c:pt idx="634">
                  <c:v>21233</c:v>
                </c:pt>
                <c:pt idx="635">
                  <c:v>21267</c:v>
                </c:pt>
                <c:pt idx="636">
                  <c:v>21300</c:v>
                </c:pt>
                <c:pt idx="637">
                  <c:v>21333</c:v>
                </c:pt>
                <c:pt idx="638">
                  <c:v>21367</c:v>
                </c:pt>
                <c:pt idx="639">
                  <c:v>21400</c:v>
                </c:pt>
                <c:pt idx="640">
                  <c:v>21433</c:v>
                </c:pt>
                <c:pt idx="641">
                  <c:v>21467</c:v>
                </c:pt>
                <c:pt idx="642">
                  <c:v>21500</c:v>
                </c:pt>
                <c:pt idx="643">
                  <c:v>21533</c:v>
                </c:pt>
                <c:pt idx="644">
                  <c:v>21567</c:v>
                </c:pt>
                <c:pt idx="645">
                  <c:v>21600</c:v>
                </c:pt>
                <c:pt idx="646">
                  <c:v>21634</c:v>
                </c:pt>
                <c:pt idx="647">
                  <c:v>21667</c:v>
                </c:pt>
                <c:pt idx="648">
                  <c:v>21700</c:v>
                </c:pt>
                <c:pt idx="649">
                  <c:v>21734</c:v>
                </c:pt>
                <c:pt idx="650">
                  <c:v>21767</c:v>
                </c:pt>
                <c:pt idx="651">
                  <c:v>21800</c:v>
                </c:pt>
                <c:pt idx="652">
                  <c:v>21834</c:v>
                </c:pt>
                <c:pt idx="653">
                  <c:v>21867</c:v>
                </c:pt>
                <c:pt idx="654">
                  <c:v>21900</c:v>
                </c:pt>
                <c:pt idx="655">
                  <c:v>21934</c:v>
                </c:pt>
                <c:pt idx="656">
                  <c:v>21967</c:v>
                </c:pt>
                <c:pt idx="657">
                  <c:v>22000</c:v>
                </c:pt>
                <c:pt idx="658">
                  <c:v>22034</c:v>
                </c:pt>
                <c:pt idx="659">
                  <c:v>22067</c:v>
                </c:pt>
                <c:pt idx="660">
                  <c:v>22100</c:v>
                </c:pt>
                <c:pt idx="661">
                  <c:v>22134</c:v>
                </c:pt>
                <c:pt idx="662">
                  <c:v>22167</c:v>
                </c:pt>
                <c:pt idx="663">
                  <c:v>22200</c:v>
                </c:pt>
                <c:pt idx="664">
                  <c:v>22234</c:v>
                </c:pt>
                <c:pt idx="665">
                  <c:v>22267</c:v>
                </c:pt>
                <c:pt idx="666">
                  <c:v>22300</c:v>
                </c:pt>
                <c:pt idx="667">
                  <c:v>22334</c:v>
                </c:pt>
                <c:pt idx="668">
                  <c:v>22367</c:v>
                </c:pt>
                <c:pt idx="669">
                  <c:v>22400</c:v>
                </c:pt>
                <c:pt idx="670">
                  <c:v>22434</c:v>
                </c:pt>
                <c:pt idx="671">
                  <c:v>22467</c:v>
                </c:pt>
                <c:pt idx="672">
                  <c:v>22500</c:v>
                </c:pt>
                <c:pt idx="673">
                  <c:v>22534</c:v>
                </c:pt>
                <c:pt idx="674">
                  <c:v>22567</c:v>
                </c:pt>
                <c:pt idx="675">
                  <c:v>22600</c:v>
                </c:pt>
                <c:pt idx="676">
                  <c:v>22634</c:v>
                </c:pt>
                <c:pt idx="677">
                  <c:v>22667</c:v>
                </c:pt>
                <c:pt idx="678">
                  <c:v>22700</c:v>
                </c:pt>
                <c:pt idx="679">
                  <c:v>22734</c:v>
                </c:pt>
                <c:pt idx="680">
                  <c:v>22767</c:v>
                </c:pt>
                <c:pt idx="681">
                  <c:v>22800</c:v>
                </c:pt>
                <c:pt idx="682">
                  <c:v>22834</c:v>
                </c:pt>
                <c:pt idx="683">
                  <c:v>22867</c:v>
                </c:pt>
                <c:pt idx="684">
                  <c:v>22900</c:v>
                </c:pt>
                <c:pt idx="685">
                  <c:v>22934</c:v>
                </c:pt>
                <c:pt idx="686">
                  <c:v>22967</c:v>
                </c:pt>
                <c:pt idx="687">
                  <c:v>23000</c:v>
                </c:pt>
                <c:pt idx="688">
                  <c:v>23034</c:v>
                </c:pt>
                <c:pt idx="689">
                  <c:v>23067</c:v>
                </c:pt>
                <c:pt idx="690">
                  <c:v>23100</c:v>
                </c:pt>
                <c:pt idx="691">
                  <c:v>23134</c:v>
                </c:pt>
                <c:pt idx="692">
                  <c:v>23167</c:v>
                </c:pt>
                <c:pt idx="693">
                  <c:v>23200</c:v>
                </c:pt>
                <c:pt idx="694">
                  <c:v>23234</c:v>
                </c:pt>
                <c:pt idx="695">
                  <c:v>23267</c:v>
                </c:pt>
                <c:pt idx="696">
                  <c:v>23300</c:v>
                </c:pt>
                <c:pt idx="697">
                  <c:v>23334</c:v>
                </c:pt>
                <c:pt idx="698">
                  <c:v>23367</c:v>
                </c:pt>
                <c:pt idx="699">
                  <c:v>23400</c:v>
                </c:pt>
                <c:pt idx="700">
                  <c:v>23434</c:v>
                </c:pt>
                <c:pt idx="701">
                  <c:v>23467</c:v>
                </c:pt>
                <c:pt idx="702">
                  <c:v>23500</c:v>
                </c:pt>
                <c:pt idx="703">
                  <c:v>23534</c:v>
                </c:pt>
                <c:pt idx="704">
                  <c:v>23567</c:v>
                </c:pt>
                <c:pt idx="705">
                  <c:v>23600</c:v>
                </c:pt>
                <c:pt idx="706">
                  <c:v>23634</c:v>
                </c:pt>
                <c:pt idx="707">
                  <c:v>23667</c:v>
                </c:pt>
                <c:pt idx="708">
                  <c:v>23700</c:v>
                </c:pt>
                <c:pt idx="709">
                  <c:v>23734</c:v>
                </c:pt>
                <c:pt idx="710">
                  <c:v>23767</c:v>
                </c:pt>
                <c:pt idx="711">
                  <c:v>23800</c:v>
                </c:pt>
                <c:pt idx="712">
                  <c:v>23834</c:v>
                </c:pt>
                <c:pt idx="713">
                  <c:v>23867</c:v>
                </c:pt>
                <c:pt idx="714">
                  <c:v>23901</c:v>
                </c:pt>
                <c:pt idx="715">
                  <c:v>23934</c:v>
                </c:pt>
                <c:pt idx="716">
                  <c:v>23967</c:v>
                </c:pt>
                <c:pt idx="717">
                  <c:v>24001</c:v>
                </c:pt>
                <c:pt idx="718">
                  <c:v>24034</c:v>
                </c:pt>
                <c:pt idx="719">
                  <c:v>24067</c:v>
                </c:pt>
                <c:pt idx="720">
                  <c:v>24101</c:v>
                </c:pt>
                <c:pt idx="721">
                  <c:v>24134</c:v>
                </c:pt>
                <c:pt idx="722">
                  <c:v>24167</c:v>
                </c:pt>
                <c:pt idx="723">
                  <c:v>24201</c:v>
                </c:pt>
                <c:pt idx="724">
                  <c:v>24234</c:v>
                </c:pt>
                <c:pt idx="725">
                  <c:v>24267</c:v>
                </c:pt>
                <c:pt idx="726">
                  <c:v>24301</c:v>
                </c:pt>
                <c:pt idx="727">
                  <c:v>24334</c:v>
                </c:pt>
                <c:pt idx="728">
                  <c:v>24367</c:v>
                </c:pt>
                <c:pt idx="729">
                  <c:v>24401</c:v>
                </c:pt>
                <c:pt idx="730">
                  <c:v>24434</c:v>
                </c:pt>
                <c:pt idx="731">
                  <c:v>24467</c:v>
                </c:pt>
                <c:pt idx="732">
                  <c:v>24501</c:v>
                </c:pt>
                <c:pt idx="733">
                  <c:v>24534</c:v>
                </c:pt>
                <c:pt idx="734">
                  <c:v>24567</c:v>
                </c:pt>
                <c:pt idx="735">
                  <c:v>24601</c:v>
                </c:pt>
                <c:pt idx="736">
                  <c:v>24634</c:v>
                </c:pt>
                <c:pt idx="737">
                  <c:v>24667</c:v>
                </c:pt>
                <c:pt idx="738">
                  <c:v>24701</c:v>
                </c:pt>
                <c:pt idx="739">
                  <c:v>24734</c:v>
                </c:pt>
                <c:pt idx="740">
                  <c:v>24767</c:v>
                </c:pt>
                <c:pt idx="741">
                  <c:v>24801</c:v>
                </c:pt>
                <c:pt idx="742">
                  <c:v>24834</c:v>
                </c:pt>
                <c:pt idx="743">
                  <c:v>24867</c:v>
                </c:pt>
                <c:pt idx="744">
                  <c:v>24901</c:v>
                </c:pt>
                <c:pt idx="745">
                  <c:v>24934</c:v>
                </c:pt>
                <c:pt idx="746">
                  <c:v>24967</c:v>
                </c:pt>
                <c:pt idx="747">
                  <c:v>25001</c:v>
                </c:pt>
                <c:pt idx="748">
                  <c:v>25034</c:v>
                </c:pt>
                <c:pt idx="749">
                  <c:v>25067</c:v>
                </c:pt>
                <c:pt idx="750">
                  <c:v>25101</c:v>
                </c:pt>
                <c:pt idx="751">
                  <c:v>25134</c:v>
                </c:pt>
                <c:pt idx="752">
                  <c:v>25167</c:v>
                </c:pt>
                <c:pt idx="753">
                  <c:v>25201</c:v>
                </c:pt>
                <c:pt idx="754">
                  <c:v>25234</c:v>
                </c:pt>
                <c:pt idx="755">
                  <c:v>25267</c:v>
                </c:pt>
                <c:pt idx="756">
                  <c:v>25301</c:v>
                </c:pt>
                <c:pt idx="757">
                  <c:v>25334</c:v>
                </c:pt>
                <c:pt idx="758">
                  <c:v>25367</c:v>
                </c:pt>
                <c:pt idx="759">
                  <c:v>25401</c:v>
                </c:pt>
                <c:pt idx="760">
                  <c:v>25434</c:v>
                </c:pt>
                <c:pt idx="761">
                  <c:v>25467</c:v>
                </c:pt>
                <c:pt idx="762">
                  <c:v>25501</c:v>
                </c:pt>
                <c:pt idx="763">
                  <c:v>25534</c:v>
                </c:pt>
                <c:pt idx="764">
                  <c:v>25567</c:v>
                </c:pt>
                <c:pt idx="765">
                  <c:v>25601</c:v>
                </c:pt>
                <c:pt idx="766">
                  <c:v>25634</c:v>
                </c:pt>
                <c:pt idx="767">
                  <c:v>25667</c:v>
                </c:pt>
                <c:pt idx="768">
                  <c:v>25701</c:v>
                </c:pt>
                <c:pt idx="769">
                  <c:v>25734</c:v>
                </c:pt>
                <c:pt idx="770">
                  <c:v>25767</c:v>
                </c:pt>
                <c:pt idx="771">
                  <c:v>25801</c:v>
                </c:pt>
                <c:pt idx="772">
                  <c:v>25834</c:v>
                </c:pt>
                <c:pt idx="773">
                  <c:v>25867</c:v>
                </c:pt>
                <c:pt idx="774">
                  <c:v>25901</c:v>
                </c:pt>
                <c:pt idx="775">
                  <c:v>25934</c:v>
                </c:pt>
                <c:pt idx="776">
                  <c:v>25967</c:v>
                </c:pt>
                <c:pt idx="777">
                  <c:v>26001</c:v>
                </c:pt>
                <c:pt idx="778">
                  <c:v>26034</c:v>
                </c:pt>
                <c:pt idx="779">
                  <c:v>26067</c:v>
                </c:pt>
                <c:pt idx="780">
                  <c:v>26101</c:v>
                </c:pt>
                <c:pt idx="781">
                  <c:v>26134</c:v>
                </c:pt>
                <c:pt idx="782">
                  <c:v>26168</c:v>
                </c:pt>
                <c:pt idx="783">
                  <c:v>26201</c:v>
                </c:pt>
                <c:pt idx="784">
                  <c:v>26234</c:v>
                </c:pt>
                <c:pt idx="785">
                  <c:v>26268</c:v>
                </c:pt>
                <c:pt idx="786">
                  <c:v>26301</c:v>
                </c:pt>
                <c:pt idx="787">
                  <c:v>26334</c:v>
                </c:pt>
                <c:pt idx="788">
                  <c:v>26368</c:v>
                </c:pt>
                <c:pt idx="789">
                  <c:v>26401</c:v>
                </c:pt>
                <c:pt idx="790">
                  <c:v>26434</c:v>
                </c:pt>
                <c:pt idx="791">
                  <c:v>26468</c:v>
                </c:pt>
                <c:pt idx="792">
                  <c:v>26501</c:v>
                </c:pt>
                <c:pt idx="793">
                  <c:v>26534</c:v>
                </c:pt>
                <c:pt idx="794">
                  <c:v>26568</c:v>
                </c:pt>
                <c:pt idx="795">
                  <c:v>26601</c:v>
                </c:pt>
                <c:pt idx="796">
                  <c:v>26634</c:v>
                </c:pt>
                <c:pt idx="797">
                  <c:v>26668</c:v>
                </c:pt>
                <c:pt idx="798">
                  <c:v>26701</c:v>
                </c:pt>
                <c:pt idx="799">
                  <c:v>26734</c:v>
                </c:pt>
                <c:pt idx="800">
                  <c:v>26768</c:v>
                </c:pt>
                <c:pt idx="801">
                  <c:v>26801</c:v>
                </c:pt>
                <c:pt idx="802">
                  <c:v>26834</c:v>
                </c:pt>
                <c:pt idx="803">
                  <c:v>26868</c:v>
                </c:pt>
                <c:pt idx="804">
                  <c:v>26901</c:v>
                </c:pt>
                <c:pt idx="805">
                  <c:v>26934</c:v>
                </c:pt>
                <c:pt idx="806">
                  <c:v>26968</c:v>
                </c:pt>
                <c:pt idx="807">
                  <c:v>27001</c:v>
                </c:pt>
                <c:pt idx="808">
                  <c:v>27034</c:v>
                </c:pt>
                <c:pt idx="809">
                  <c:v>27068</c:v>
                </c:pt>
                <c:pt idx="810">
                  <c:v>27101</c:v>
                </c:pt>
                <c:pt idx="811">
                  <c:v>27134</c:v>
                </c:pt>
                <c:pt idx="812">
                  <c:v>27168</c:v>
                </c:pt>
                <c:pt idx="813">
                  <c:v>27201</c:v>
                </c:pt>
                <c:pt idx="814">
                  <c:v>27234</c:v>
                </c:pt>
                <c:pt idx="815">
                  <c:v>27268</c:v>
                </c:pt>
                <c:pt idx="816">
                  <c:v>27301</c:v>
                </c:pt>
                <c:pt idx="817">
                  <c:v>27334</c:v>
                </c:pt>
                <c:pt idx="818">
                  <c:v>27368</c:v>
                </c:pt>
                <c:pt idx="819">
                  <c:v>27401</c:v>
                </c:pt>
                <c:pt idx="820">
                  <c:v>27434</c:v>
                </c:pt>
                <c:pt idx="821">
                  <c:v>27468</c:v>
                </c:pt>
                <c:pt idx="822">
                  <c:v>27501</c:v>
                </c:pt>
                <c:pt idx="823">
                  <c:v>27534</c:v>
                </c:pt>
                <c:pt idx="824">
                  <c:v>27568</c:v>
                </c:pt>
                <c:pt idx="825">
                  <c:v>27601</c:v>
                </c:pt>
                <c:pt idx="826">
                  <c:v>27634</c:v>
                </c:pt>
                <c:pt idx="827">
                  <c:v>27668</c:v>
                </c:pt>
                <c:pt idx="828">
                  <c:v>27701</c:v>
                </c:pt>
                <c:pt idx="829">
                  <c:v>27734</c:v>
                </c:pt>
                <c:pt idx="830">
                  <c:v>27768</c:v>
                </c:pt>
                <c:pt idx="831">
                  <c:v>27801</c:v>
                </c:pt>
                <c:pt idx="832">
                  <c:v>27834</c:v>
                </c:pt>
                <c:pt idx="833">
                  <c:v>27868</c:v>
                </c:pt>
                <c:pt idx="834">
                  <c:v>27901</c:v>
                </c:pt>
                <c:pt idx="835">
                  <c:v>27934</c:v>
                </c:pt>
                <c:pt idx="836">
                  <c:v>27968</c:v>
                </c:pt>
                <c:pt idx="837">
                  <c:v>28001</c:v>
                </c:pt>
                <c:pt idx="838">
                  <c:v>28034</c:v>
                </c:pt>
                <c:pt idx="839">
                  <c:v>28068</c:v>
                </c:pt>
                <c:pt idx="840">
                  <c:v>28101</c:v>
                </c:pt>
                <c:pt idx="841">
                  <c:v>28134</c:v>
                </c:pt>
                <c:pt idx="842">
                  <c:v>28168</c:v>
                </c:pt>
                <c:pt idx="843">
                  <c:v>28201</c:v>
                </c:pt>
                <c:pt idx="844">
                  <c:v>28234</c:v>
                </c:pt>
                <c:pt idx="845">
                  <c:v>28268</c:v>
                </c:pt>
                <c:pt idx="846">
                  <c:v>28301</c:v>
                </c:pt>
                <c:pt idx="847">
                  <c:v>28334</c:v>
                </c:pt>
                <c:pt idx="848">
                  <c:v>28368</c:v>
                </c:pt>
                <c:pt idx="849">
                  <c:v>28401</c:v>
                </c:pt>
                <c:pt idx="850">
                  <c:v>28435</c:v>
                </c:pt>
                <c:pt idx="851">
                  <c:v>28468</c:v>
                </c:pt>
                <c:pt idx="852">
                  <c:v>28501</c:v>
                </c:pt>
                <c:pt idx="853">
                  <c:v>28535</c:v>
                </c:pt>
                <c:pt idx="854">
                  <c:v>28568</c:v>
                </c:pt>
                <c:pt idx="855">
                  <c:v>28601</c:v>
                </c:pt>
                <c:pt idx="856">
                  <c:v>28635</c:v>
                </c:pt>
                <c:pt idx="857">
                  <c:v>28668</c:v>
                </c:pt>
                <c:pt idx="858">
                  <c:v>28701</c:v>
                </c:pt>
                <c:pt idx="859">
                  <c:v>28735</c:v>
                </c:pt>
                <c:pt idx="860">
                  <c:v>28768</c:v>
                </c:pt>
                <c:pt idx="861">
                  <c:v>28801</c:v>
                </c:pt>
                <c:pt idx="862">
                  <c:v>28835</c:v>
                </c:pt>
                <c:pt idx="863">
                  <c:v>28868</c:v>
                </c:pt>
                <c:pt idx="864">
                  <c:v>28901</c:v>
                </c:pt>
                <c:pt idx="865">
                  <c:v>28935</c:v>
                </c:pt>
                <c:pt idx="866">
                  <c:v>28968</c:v>
                </c:pt>
                <c:pt idx="867">
                  <c:v>29001</c:v>
                </c:pt>
                <c:pt idx="868">
                  <c:v>29035</c:v>
                </c:pt>
                <c:pt idx="869">
                  <c:v>29068</c:v>
                </c:pt>
                <c:pt idx="870">
                  <c:v>29101</c:v>
                </c:pt>
                <c:pt idx="871">
                  <c:v>29135</c:v>
                </c:pt>
                <c:pt idx="872">
                  <c:v>29168</c:v>
                </c:pt>
                <c:pt idx="873">
                  <c:v>29201</c:v>
                </c:pt>
                <c:pt idx="874">
                  <c:v>29235</c:v>
                </c:pt>
                <c:pt idx="875">
                  <c:v>29268</c:v>
                </c:pt>
                <c:pt idx="876">
                  <c:v>29301</c:v>
                </c:pt>
                <c:pt idx="877">
                  <c:v>29335</c:v>
                </c:pt>
                <c:pt idx="878">
                  <c:v>29368</c:v>
                </c:pt>
                <c:pt idx="879">
                  <c:v>29401</c:v>
                </c:pt>
                <c:pt idx="880">
                  <c:v>29435</c:v>
                </c:pt>
                <c:pt idx="881">
                  <c:v>29468</c:v>
                </c:pt>
                <c:pt idx="882">
                  <c:v>29501</c:v>
                </c:pt>
                <c:pt idx="883">
                  <c:v>29535</c:v>
                </c:pt>
                <c:pt idx="884">
                  <c:v>29568</c:v>
                </c:pt>
                <c:pt idx="885">
                  <c:v>29601</c:v>
                </c:pt>
                <c:pt idx="886">
                  <c:v>29635</c:v>
                </c:pt>
                <c:pt idx="887">
                  <c:v>29668</c:v>
                </c:pt>
                <c:pt idx="888">
                  <c:v>29701</c:v>
                </c:pt>
                <c:pt idx="889">
                  <c:v>29735</c:v>
                </c:pt>
                <c:pt idx="890">
                  <c:v>29768</c:v>
                </c:pt>
                <c:pt idx="891">
                  <c:v>29801</c:v>
                </c:pt>
                <c:pt idx="892">
                  <c:v>29835</c:v>
                </c:pt>
                <c:pt idx="893">
                  <c:v>29868</c:v>
                </c:pt>
                <c:pt idx="894">
                  <c:v>29901</c:v>
                </c:pt>
                <c:pt idx="895">
                  <c:v>29935</c:v>
                </c:pt>
                <c:pt idx="896">
                  <c:v>29968</c:v>
                </c:pt>
                <c:pt idx="897">
                  <c:v>30001</c:v>
                </c:pt>
                <c:pt idx="898">
                  <c:v>30035</c:v>
                </c:pt>
                <c:pt idx="899">
                  <c:v>30068</c:v>
                </c:pt>
                <c:pt idx="900">
                  <c:v>30101</c:v>
                </c:pt>
                <c:pt idx="901">
                  <c:v>30135</c:v>
                </c:pt>
                <c:pt idx="902">
                  <c:v>30168</c:v>
                </c:pt>
                <c:pt idx="903">
                  <c:v>30201</c:v>
                </c:pt>
                <c:pt idx="904">
                  <c:v>30235</c:v>
                </c:pt>
                <c:pt idx="905">
                  <c:v>30268</c:v>
                </c:pt>
                <c:pt idx="906">
                  <c:v>30301</c:v>
                </c:pt>
                <c:pt idx="907">
                  <c:v>30335</c:v>
                </c:pt>
                <c:pt idx="908">
                  <c:v>30368</c:v>
                </c:pt>
                <c:pt idx="909">
                  <c:v>30401</c:v>
                </c:pt>
                <c:pt idx="910">
                  <c:v>30435</c:v>
                </c:pt>
                <c:pt idx="911">
                  <c:v>30468</c:v>
                </c:pt>
                <c:pt idx="912">
                  <c:v>30501</c:v>
                </c:pt>
                <c:pt idx="913">
                  <c:v>30535</c:v>
                </c:pt>
                <c:pt idx="914">
                  <c:v>30568</c:v>
                </c:pt>
                <c:pt idx="915">
                  <c:v>30602</c:v>
                </c:pt>
                <c:pt idx="916">
                  <c:v>30635</c:v>
                </c:pt>
                <c:pt idx="917">
                  <c:v>30668</c:v>
                </c:pt>
                <c:pt idx="918">
                  <c:v>30702</c:v>
                </c:pt>
                <c:pt idx="919">
                  <c:v>30735</c:v>
                </c:pt>
                <c:pt idx="920">
                  <c:v>30768</c:v>
                </c:pt>
                <c:pt idx="921">
                  <c:v>30802</c:v>
                </c:pt>
                <c:pt idx="922">
                  <c:v>30835</c:v>
                </c:pt>
                <c:pt idx="923">
                  <c:v>30868</c:v>
                </c:pt>
                <c:pt idx="924">
                  <c:v>30902</c:v>
                </c:pt>
                <c:pt idx="925">
                  <c:v>30935</c:v>
                </c:pt>
                <c:pt idx="926">
                  <c:v>30968</c:v>
                </c:pt>
                <c:pt idx="927">
                  <c:v>31002</c:v>
                </c:pt>
                <c:pt idx="928">
                  <c:v>31035</c:v>
                </c:pt>
                <c:pt idx="929">
                  <c:v>31068</c:v>
                </c:pt>
                <c:pt idx="930">
                  <c:v>31102</c:v>
                </c:pt>
                <c:pt idx="931">
                  <c:v>31135</c:v>
                </c:pt>
                <c:pt idx="932">
                  <c:v>31168</c:v>
                </c:pt>
                <c:pt idx="933">
                  <c:v>31202</c:v>
                </c:pt>
                <c:pt idx="934">
                  <c:v>31235</c:v>
                </c:pt>
                <c:pt idx="935">
                  <c:v>31268</c:v>
                </c:pt>
                <c:pt idx="936">
                  <c:v>31302</c:v>
                </c:pt>
                <c:pt idx="937">
                  <c:v>31335</c:v>
                </c:pt>
                <c:pt idx="938">
                  <c:v>31368</c:v>
                </c:pt>
                <c:pt idx="939">
                  <c:v>31402</c:v>
                </c:pt>
                <c:pt idx="940">
                  <c:v>31435</c:v>
                </c:pt>
                <c:pt idx="941">
                  <c:v>31468</c:v>
                </c:pt>
                <c:pt idx="942">
                  <c:v>31502</c:v>
                </c:pt>
                <c:pt idx="943">
                  <c:v>31535</c:v>
                </c:pt>
                <c:pt idx="944">
                  <c:v>31568</c:v>
                </c:pt>
                <c:pt idx="945">
                  <c:v>31602</c:v>
                </c:pt>
                <c:pt idx="946">
                  <c:v>31635</c:v>
                </c:pt>
                <c:pt idx="947">
                  <c:v>31668</c:v>
                </c:pt>
                <c:pt idx="948">
                  <c:v>31702</c:v>
                </c:pt>
                <c:pt idx="949">
                  <c:v>31735</c:v>
                </c:pt>
                <c:pt idx="950">
                  <c:v>31768</c:v>
                </c:pt>
                <c:pt idx="951">
                  <c:v>31802</c:v>
                </c:pt>
                <c:pt idx="952">
                  <c:v>31835</c:v>
                </c:pt>
                <c:pt idx="953">
                  <c:v>31868</c:v>
                </c:pt>
                <c:pt idx="954">
                  <c:v>31902</c:v>
                </c:pt>
                <c:pt idx="955">
                  <c:v>31935</c:v>
                </c:pt>
                <c:pt idx="956">
                  <c:v>31968</c:v>
                </c:pt>
                <c:pt idx="957">
                  <c:v>32002</c:v>
                </c:pt>
                <c:pt idx="958">
                  <c:v>32035</c:v>
                </c:pt>
                <c:pt idx="959">
                  <c:v>32068</c:v>
                </c:pt>
                <c:pt idx="960">
                  <c:v>32102</c:v>
                </c:pt>
                <c:pt idx="961">
                  <c:v>32135</c:v>
                </c:pt>
                <c:pt idx="962">
                  <c:v>32168</c:v>
                </c:pt>
                <c:pt idx="963">
                  <c:v>32202</c:v>
                </c:pt>
                <c:pt idx="964">
                  <c:v>32235</c:v>
                </c:pt>
                <c:pt idx="965">
                  <c:v>32268</c:v>
                </c:pt>
                <c:pt idx="966">
                  <c:v>32302</c:v>
                </c:pt>
                <c:pt idx="967">
                  <c:v>32335</c:v>
                </c:pt>
                <c:pt idx="968">
                  <c:v>32368</c:v>
                </c:pt>
                <c:pt idx="969">
                  <c:v>32402</c:v>
                </c:pt>
                <c:pt idx="970">
                  <c:v>32435</c:v>
                </c:pt>
                <c:pt idx="971">
                  <c:v>32468</c:v>
                </c:pt>
                <c:pt idx="972">
                  <c:v>32502</c:v>
                </c:pt>
                <c:pt idx="973">
                  <c:v>32535</c:v>
                </c:pt>
                <c:pt idx="974">
                  <c:v>32568</c:v>
                </c:pt>
                <c:pt idx="975">
                  <c:v>32602</c:v>
                </c:pt>
                <c:pt idx="976">
                  <c:v>32635</c:v>
                </c:pt>
                <c:pt idx="977">
                  <c:v>32668</c:v>
                </c:pt>
                <c:pt idx="978">
                  <c:v>32702</c:v>
                </c:pt>
                <c:pt idx="979">
                  <c:v>32735</c:v>
                </c:pt>
                <c:pt idx="980">
                  <c:v>32768</c:v>
                </c:pt>
                <c:pt idx="981">
                  <c:v>32802</c:v>
                </c:pt>
                <c:pt idx="982">
                  <c:v>32835</c:v>
                </c:pt>
                <c:pt idx="983">
                  <c:v>32869</c:v>
                </c:pt>
                <c:pt idx="984">
                  <c:v>32902</c:v>
                </c:pt>
                <c:pt idx="985">
                  <c:v>32935</c:v>
                </c:pt>
                <c:pt idx="986">
                  <c:v>32969</c:v>
                </c:pt>
                <c:pt idx="987">
                  <c:v>33002</c:v>
                </c:pt>
                <c:pt idx="988">
                  <c:v>33035</c:v>
                </c:pt>
                <c:pt idx="989">
                  <c:v>33069</c:v>
                </c:pt>
                <c:pt idx="990">
                  <c:v>33102</c:v>
                </c:pt>
                <c:pt idx="991">
                  <c:v>33135</c:v>
                </c:pt>
                <c:pt idx="992">
                  <c:v>33169</c:v>
                </c:pt>
                <c:pt idx="993">
                  <c:v>33202</c:v>
                </c:pt>
                <c:pt idx="994">
                  <c:v>33235</c:v>
                </c:pt>
                <c:pt idx="995">
                  <c:v>33269</c:v>
                </c:pt>
                <c:pt idx="996">
                  <c:v>33302</c:v>
                </c:pt>
                <c:pt idx="997">
                  <c:v>33335</c:v>
                </c:pt>
                <c:pt idx="998">
                  <c:v>33369</c:v>
                </c:pt>
                <c:pt idx="999">
                  <c:v>33402</c:v>
                </c:pt>
                <c:pt idx="1000">
                  <c:v>33435</c:v>
                </c:pt>
                <c:pt idx="1001">
                  <c:v>33469</c:v>
                </c:pt>
                <c:pt idx="1002">
                  <c:v>33502</c:v>
                </c:pt>
                <c:pt idx="1003">
                  <c:v>33535</c:v>
                </c:pt>
                <c:pt idx="1004">
                  <c:v>33569</c:v>
                </c:pt>
                <c:pt idx="1005">
                  <c:v>33602</c:v>
                </c:pt>
                <c:pt idx="1006">
                  <c:v>33635</c:v>
                </c:pt>
                <c:pt idx="1007">
                  <c:v>33669</c:v>
                </c:pt>
                <c:pt idx="1008">
                  <c:v>33702</c:v>
                </c:pt>
                <c:pt idx="1009">
                  <c:v>33735</c:v>
                </c:pt>
                <c:pt idx="1010">
                  <c:v>33769</c:v>
                </c:pt>
                <c:pt idx="1011">
                  <c:v>33802</c:v>
                </c:pt>
                <c:pt idx="1012">
                  <c:v>33835</c:v>
                </c:pt>
                <c:pt idx="1013">
                  <c:v>33869</c:v>
                </c:pt>
                <c:pt idx="1014">
                  <c:v>33902</c:v>
                </c:pt>
                <c:pt idx="1015">
                  <c:v>33935</c:v>
                </c:pt>
                <c:pt idx="1016">
                  <c:v>33969</c:v>
                </c:pt>
                <c:pt idx="1017">
                  <c:v>34002</c:v>
                </c:pt>
                <c:pt idx="1018">
                  <c:v>34035</c:v>
                </c:pt>
                <c:pt idx="1019">
                  <c:v>34069</c:v>
                </c:pt>
                <c:pt idx="1020">
                  <c:v>34102</c:v>
                </c:pt>
                <c:pt idx="1021">
                  <c:v>34135</c:v>
                </c:pt>
                <c:pt idx="1022">
                  <c:v>34169</c:v>
                </c:pt>
                <c:pt idx="1023">
                  <c:v>34202</c:v>
                </c:pt>
                <c:pt idx="1024">
                  <c:v>34235</c:v>
                </c:pt>
                <c:pt idx="1025">
                  <c:v>34269</c:v>
                </c:pt>
                <c:pt idx="1026">
                  <c:v>34302</c:v>
                </c:pt>
                <c:pt idx="1027">
                  <c:v>34335</c:v>
                </c:pt>
                <c:pt idx="1028">
                  <c:v>34369</c:v>
                </c:pt>
                <c:pt idx="1029">
                  <c:v>34402</c:v>
                </c:pt>
                <c:pt idx="1030">
                  <c:v>34435</c:v>
                </c:pt>
                <c:pt idx="1031">
                  <c:v>34469</c:v>
                </c:pt>
                <c:pt idx="1032">
                  <c:v>34502</c:v>
                </c:pt>
                <c:pt idx="1033">
                  <c:v>34535</c:v>
                </c:pt>
                <c:pt idx="1034">
                  <c:v>34569</c:v>
                </c:pt>
                <c:pt idx="1035">
                  <c:v>34602</c:v>
                </c:pt>
                <c:pt idx="1036">
                  <c:v>34635</c:v>
                </c:pt>
                <c:pt idx="1037">
                  <c:v>34669</c:v>
                </c:pt>
                <c:pt idx="1038">
                  <c:v>34702</c:v>
                </c:pt>
                <c:pt idx="1039">
                  <c:v>34735</c:v>
                </c:pt>
                <c:pt idx="1040">
                  <c:v>34769</c:v>
                </c:pt>
                <c:pt idx="1041">
                  <c:v>34802</c:v>
                </c:pt>
                <c:pt idx="1042">
                  <c:v>34835</c:v>
                </c:pt>
                <c:pt idx="1043">
                  <c:v>34869</c:v>
                </c:pt>
                <c:pt idx="1044">
                  <c:v>34902</c:v>
                </c:pt>
                <c:pt idx="1045">
                  <c:v>34935</c:v>
                </c:pt>
                <c:pt idx="1046">
                  <c:v>34969</c:v>
                </c:pt>
                <c:pt idx="1047">
                  <c:v>35002</c:v>
                </c:pt>
                <c:pt idx="1048">
                  <c:v>35035</c:v>
                </c:pt>
                <c:pt idx="1049">
                  <c:v>35069</c:v>
                </c:pt>
                <c:pt idx="1050">
                  <c:v>35102</c:v>
                </c:pt>
                <c:pt idx="1051">
                  <c:v>35136</c:v>
                </c:pt>
                <c:pt idx="1052">
                  <c:v>35169</c:v>
                </c:pt>
                <c:pt idx="1053">
                  <c:v>35202</c:v>
                </c:pt>
                <c:pt idx="1054">
                  <c:v>35236</c:v>
                </c:pt>
                <c:pt idx="1055">
                  <c:v>35269</c:v>
                </c:pt>
                <c:pt idx="1056">
                  <c:v>35302</c:v>
                </c:pt>
                <c:pt idx="1057">
                  <c:v>35336</c:v>
                </c:pt>
                <c:pt idx="1058">
                  <c:v>35369</c:v>
                </c:pt>
                <c:pt idx="1059">
                  <c:v>35402</c:v>
                </c:pt>
                <c:pt idx="1060">
                  <c:v>35436</c:v>
                </c:pt>
                <c:pt idx="1061">
                  <c:v>35469</c:v>
                </c:pt>
                <c:pt idx="1062">
                  <c:v>35502</c:v>
                </c:pt>
                <c:pt idx="1063">
                  <c:v>35536</c:v>
                </c:pt>
                <c:pt idx="1064">
                  <c:v>35569</c:v>
                </c:pt>
                <c:pt idx="1065">
                  <c:v>35602</c:v>
                </c:pt>
                <c:pt idx="1066">
                  <c:v>35636</c:v>
                </c:pt>
                <c:pt idx="1067">
                  <c:v>35669</c:v>
                </c:pt>
                <c:pt idx="1068">
                  <c:v>35702</c:v>
                </c:pt>
                <c:pt idx="1069">
                  <c:v>35736</c:v>
                </c:pt>
                <c:pt idx="1070">
                  <c:v>35769</c:v>
                </c:pt>
                <c:pt idx="1071">
                  <c:v>35802</c:v>
                </c:pt>
                <c:pt idx="1072">
                  <c:v>35836</c:v>
                </c:pt>
                <c:pt idx="1073">
                  <c:v>35869</c:v>
                </c:pt>
                <c:pt idx="1074">
                  <c:v>35902</c:v>
                </c:pt>
                <c:pt idx="1075">
                  <c:v>35936</c:v>
                </c:pt>
                <c:pt idx="1076">
                  <c:v>35969</c:v>
                </c:pt>
                <c:pt idx="1077">
                  <c:v>36002</c:v>
                </c:pt>
                <c:pt idx="1078">
                  <c:v>36036</c:v>
                </c:pt>
                <c:pt idx="1079">
                  <c:v>36069</c:v>
                </c:pt>
                <c:pt idx="1080">
                  <c:v>36102</c:v>
                </c:pt>
                <c:pt idx="1081">
                  <c:v>36136</c:v>
                </c:pt>
              </c:numCache>
            </c:numRef>
          </c:cat>
          <c:val>
            <c:numRef>
              <c:f>照射後3sごと!$G$3:$G$1077</c:f>
              <c:numCache>
                <c:formatCode>General</c:formatCode>
                <c:ptCount val="1075"/>
                <c:pt idx="0">
                  <c:v>7954</c:v>
                </c:pt>
                <c:pt idx="1">
                  <c:v>7964</c:v>
                </c:pt>
                <c:pt idx="2">
                  <c:v>7962</c:v>
                </c:pt>
                <c:pt idx="3">
                  <c:v>7965</c:v>
                </c:pt>
                <c:pt idx="4">
                  <c:v>7960</c:v>
                </c:pt>
                <c:pt idx="5">
                  <c:v>7815</c:v>
                </c:pt>
                <c:pt idx="6">
                  <c:v>7806</c:v>
                </c:pt>
                <c:pt idx="7">
                  <c:v>7812</c:v>
                </c:pt>
                <c:pt idx="8">
                  <c:v>7873</c:v>
                </c:pt>
                <c:pt idx="9">
                  <c:v>7809</c:v>
                </c:pt>
                <c:pt idx="10">
                  <c:v>7868</c:v>
                </c:pt>
                <c:pt idx="11">
                  <c:v>7812</c:v>
                </c:pt>
                <c:pt idx="12">
                  <c:v>7810</c:v>
                </c:pt>
                <c:pt idx="13">
                  <c:v>7874</c:v>
                </c:pt>
                <c:pt idx="14">
                  <c:v>7635</c:v>
                </c:pt>
                <c:pt idx="15">
                  <c:v>7716</c:v>
                </c:pt>
                <c:pt idx="16">
                  <c:v>7716</c:v>
                </c:pt>
                <c:pt idx="17">
                  <c:v>7719.7368421052633</c:v>
                </c:pt>
                <c:pt idx="18">
                  <c:v>7723.4736842105267</c:v>
                </c:pt>
                <c:pt idx="19">
                  <c:v>7727.2105263157891</c:v>
                </c:pt>
                <c:pt idx="20">
                  <c:v>7730.9473684210525</c:v>
                </c:pt>
                <c:pt idx="21">
                  <c:v>7734.6842105263158</c:v>
                </c:pt>
                <c:pt idx="22">
                  <c:v>7738.4210526315792</c:v>
                </c:pt>
                <c:pt idx="23">
                  <c:v>7742.1578947368425</c:v>
                </c:pt>
                <c:pt idx="24">
                  <c:v>7745.894736842105</c:v>
                </c:pt>
                <c:pt idx="25">
                  <c:v>7749.6315789473683</c:v>
                </c:pt>
                <c:pt idx="26">
                  <c:v>7753.3684210526317</c:v>
                </c:pt>
                <c:pt idx="27">
                  <c:v>7757.105263157895</c:v>
                </c:pt>
                <c:pt idx="28">
                  <c:v>7760.8421052631575</c:v>
                </c:pt>
                <c:pt idx="29">
                  <c:v>7764.5789473684208</c:v>
                </c:pt>
                <c:pt idx="30">
                  <c:v>7768.3157894736842</c:v>
                </c:pt>
                <c:pt idx="31">
                  <c:v>7772.0526315789475</c:v>
                </c:pt>
                <c:pt idx="32">
                  <c:v>7775.7894736842109</c:v>
                </c:pt>
                <c:pt idx="33">
                  <c:v>7779.5263157894733</c:v>
                </c:pt>
                <c:pt idx="34">
                  <c:v>7783.2631578947367</c:v>
                </c:pt>
                <c:pt idx="35">
                  <c:v>7787</c:v>
                </c:pt>
                <c:pt idx="36">
                  <c:v>7787</c:v>
                </c:pt>
                <c:pt idx="37">
                  <c:v>7790</c:v>
                </c:pt>
                <c:pt idx="38">
                  <c:v>7876</c:v>
                </c:pt>
                <c:pt idx="39">
                  <c:v>7864</c:v>
                </c:pt>
                <c:pt idx="40">
                  <c:v>7872</c:v>
                </c:pt>
                <c:pt idx="41">
                  <c:v>7887</c:v>
                </c:pt>
                <c:pt idx="42">
                  <c:v>7875</c:v>
                </c:pt>
                <c:pt idx="43">
                  <c:v>7877</c:v>
                </c:pt>
                <c:pt idx="44">
                  <c:v>7893</c:v>
                </c:pt>
                <c:pt idx="45">
                  <c:v>7885</c:v>
                </c:pt>
                <c:pt idx="46">
                  <c:v>7885</c:v>
                </c:pt>
                <c:pt idx="47">
                  <c:v>7959</c:v>
                </c:pt>
                <c:pt idx="48">
                  <c:v>7873</c:v>
                </c:pt>
                <c:pt idx="49">
                  <c:v>7882</c:v>
                </c:pt>
                <c:pt idx="50">
                  <c:v>7884</c:v>
                </c:pt>
                <c:pt idx="51">
                  <c:v>7879</c:v>
                </c:pt>
                <c:pt idx="52">
                  <c:v>7871</c:v>
                </c:pt>
                <c:pt idx="53">
                  <c:v>7968</c:v>
                </c:pt>
                <c:pt idx="54">
                  <c:v>7883</c:v>
                </c:pt>
                <c:pt idx="55">
                  <c:v>7974</c:v>
                </c:pt>
                <c:pt idx="56">
                  <c:v>7880</c:v>
                </c:pt>
                <c:pt idx="57">
                  <c:v>7888</c:v>
                </c:pt>
                <c:pt idx="58">
                  <c:v>7890</c:v>
                </c:pt>
                <c:pt idx="59">
                  <c:v>7888</c:v>
                </c:pt>
                <c:pt idx="60">
                  <c:v>7967</c:v>
                </c:pt>
                <c:pt idx="61">
                  <c:v>7870</c:v>
                </c:pt>
                <c:pt idx="62">
                  <c:v>7974</c:v>
                </c:pt>
                <c:pt idx="63">
                  <c:v>7972</c:v>
                </c:pt>
                <c:pt idx="64">
                  <c:v>7980</c:v>
                </c:pt>
                <c:pt idx="65">
                  <c:v>8045</c:v>
                </c:pt>
                <c:pt idx="66">
                  <c:v>7893</c:v>
                </c:pt>
                <c:pt idx="67">
                  <c:v>7980</c:v>
                </c:pt>
                <c:pt idx="68">
                  <c:v>7971</c:v>
                </c:pt>
                <c:pt idx="69">
                  <c:v>8051</c:v>
                </c:pt>
                <c:pt idx="70">
                  <c:v>7981</c:v>
                </c:pt>
                <c:pt idx="71">
                  <c:v>7948</c:v>
                </c:pt>
                <c:pt idx="72">
                  <c:v>7963</c:v>
                </c:pt>
                <c:pt idx="73">
                  <c:v>7975</c:v>
                </c:pt>
                <c:pt idx="74">
                  <c:v>7974</c:v>
                </c:pt>
                <c:pt idx="75">
                  <c:v>7877</c:v>
                </c:pt>
                <c:pt idx="76">
                  <c:v>7958</c:v>
                </c:pt>
                <c:pt idx="77">
                  <c:v>7940</c:v>
                </c:pt>
                <c:pt idx="78">
                  <c:v>7940</c:v>
                </c:pt>
                <c:pt idx="79">
                  <c:v>7956</c:v>
                </c:pt>
                <c:pt idx="80">
                  <c:v>7965</c:v>
                </c:pt>
                <c:pt idx="81">
                  <c:v>7873</c:v>
                </c:pt>
                <c:pt idx="82">
                  <c:v>8041</c:v>
                </c:pt>
                <c:pt idx="83">
                  <c:v>7885</c:v>
                </c:pt>
                <c:pt idx="84">
                  <c:v>7974</c:v>
                </c:pt>
                <c:pt idx="85">
                  <c:v>8038</c:v>
                </c:pt>
                <c:pt idx="86">
                  <c:v>7877</c:v>
                </c:pt>
                <c:pt idx="87">
                  <c:v>7971</c:v>
                </c:pt>
                <c:pt idx="88">
                  <c:v>7967</c:v>
                </c:pt>
                <c:pt idx="89">
                  <c:v>8043</c:v>
                </c:pt>
                <c:pt idx="90">
                  <c:v>7876</c:v>
                </c:pt>
                <c:pt idx="91">
                  <c:v>7957</c:v>
                </c:pt>
                <c:pt idx="92">
                  <c:v>7960</c:v>
                </c:pt>
                <c:pt idx="93">
                  <c:v>7975</c:v>
                </c:pt>
                <c:pt idx="94">
                  <c:v>7973</c:v>
                </c:pt>
                <c:pt idx="95">
                  <c:v>7972</c:v>
                </c:pt>
                <c:pt idx="96">
                  <c:v>7971</c:v>
                </c:pt>
                <c:pt idx="97">
                  <c:v>7972</c:v>
                </c:pt>
                <c:pt idx="98">
                  <c:v>7971</c:v>
                </c:pt>
                <c:pt idx="99">
                  <c:v>7969</c:v>
                </c:pt>
                <c:pt idx="100">
                  <c:v>7887</c:v>
                </c:pt>
                <c:pt idx="101">
                  <c:v>7887</c:v>
                </c:pt>
                <c:pt idx="102">
                  <c:v>8045</c:v>
                </c:pt>
                <c:pt idx="103">
                  <c:v>7967</c:v>
                </c:pt>
                <c:pt idx="104">
                  <c:v>7968</c:v>
                </c:pt>
                <c:pt idx="105">
                  <c:v>7965</c:v>
                </c:pt>
                <c:pt idx="106">
                  <c:v>7877</c:v>
                </c:pt>
                <c:pt idx="107">
                  <c:v>7954</c:v>
                </c:pt>
                <c:pt idx="108">
                  <c:v>7959</c:v>
                </c:pt>
                <c:pt idx="109">
                  <c:v>7956</c:v>
                </c:pt>
                <c:pt idx="110">
                  <c:v>7957</c:v>
                </c:pt>
                <c:pt idx="111">
                  <c:v>7974</c:v>
                </c:pt>
                <c:pt idx="112">
                  <c:v>7800</c:v>
                </c:pt>
                <c:pt idx="113">
                  <c:v>7867</c:v>
                </c:pt>
                <c:pt idx="114">
                  <c:v>7790</c:v>
                </c:pt>
                <c:pt idx="115">
                  <c:v>7322</c:v>
                </c:pt>
                <c:pt idx="116">
                  <c:v>6435</c:v>
                </c:pt>
                <c:pt idx="117">
                  <c:v>6180</c:v>
                </c:pt>
                <c:pt idx="118">
                  <c:v>5986</c:v>
                </c:pt>
                <c:pt idx="119">
                  <c:v>5816</c:v>
                </c:pt>
                <c:pt idx="120">
                  <c:v>5623</c:v>
                </c:pt>
                <c:pt idx="121">
                  <c:v>5505</c:v>
                </c:pt>
                <c:pt idx="122">
                  <c:v>5231</c:v>
                </c:pt>
                <c:pt idx="123">
                  <c:v>4978</c:v>
                </c:pt>
                <c:pt idx="124">
                  <c:v>4646</c:v>
                </c:pt>
                <c:pt idx="125">
                  <c:v>4620</c:v>
                </c:pt>
                <c:pt idx="126">
                  <c:v>4499</c:v>
                </c:pt>
                <c:pt idx="127">
                  <c:v>4381</c:v>
                </c:pt>
                <c:pt idx="128">
                  <c:v>4209</c:v>
                </c:pt>
                <c:pt idx="129">
                  <c:v>4100</c:v>
                </c:pt>
                <c:pt idx="130">
                  <c:v>3975</c:v>
                </c:pt>
                <c:pt idx="131">
                  <c:v>3870</c:v>
                </c:pt>
                <c:pt idx="132">
                  <c:v>3761</c:v>
                </c:pt>
                <c:pt idx="133">
                  <c:v>3703</c:v>
                </c:pt>
                <c:pt idx="134">
                  <c:v>3546</c:v>
                </c:pt>
                <c:pt idx="135">
                  <c:v>3549</c:v>
                </c:pt>
                <c:pt idx="136">
                  <c:v>3496</c:v>
                </c:pt>
                <c:pt idx="137">
                  <c:v>3399</c:v>
                </c:pt>
                <c:pt idx="138">
                  <c:v>3348</c:v>
                </c:pt>
                <c:pt idx="139">
                  <c:v>3343</c:v>
                </c:pt>
                <c:pt idx="140">
                  <c:v>3241</c:v>
                </c:pt>
                <c:pt idx="141">
                  <c:v>3188</c:v>
                </c:pt>
                <c:pt idx="142">
                  <c:v>3136</c:v>
                </c:pt>
                <c:pt idx="143">
                  <c:v>3100.5</c:v>
                </c:pt>
                <c:pt idx="144">
                  <c:v>3065</c:v>
                </c:pt>
                <c:pt idx="145">
                  <c:v>3029.5</c:v>
                </c:pt>
                <c:pt idx="146">
                  <c:v>2994</c:v>
                </c:pt>
                <c:pt idx="147">
                  <c:v>2832</c:v>
                </c:pt>
                <c:pt idx="148">
                  <c:v>2790</c:v>
                </c:pt>
                <c:pt idx="149">
                  <c:v>2794</c:v>
                </c:pt>
                <c:pt idx="150">
                  <c:v>2703</c:v>
                </c:pt>
                <c:pt idx="151">
                  <c:v>2598</c:v>
                </c:pt>
                <c:pt idx="152">
                  <c:v>2559</c:v>
                </c:pt>
                <c:pt idx="153">
                  <c:v>2513</c:v>
                </c:pt>
                <c:pt idx="154">
                  <c:v>2516</c:v>
                </c:pt>
                <c:pt idx="155">
                  <c:v>2468</c:v>
                </c:pt>
                <c:pt idx="156">
                  <c:v>2470</c:v>
                </c:pt>
                <c:pt idx="157">
                  <c:v>2435</c:v>
                </c:pt>
                <c:pt idx="158">
                  <c:v>2420</c:v>
                </c:pt>
                <c:pt idx="159">
                  <c:v>2382</c:v>
                </c:pt>
                <c:pt idx="160">
                  <c:v>2382</c:v>
                </c:pt>
                <c:pt idx="161">
                  <c:v>2378</c:v>
                </c:pt>
                <c:pt idx="162">
                  <c:v>2380</c:v>
                </c:pt>
                <c:pt idx="163">
                  <c:v>2376</c:v>
                </c:pt>
                <c:pt idx="164">
                  <c:v>2384</c:v>
                </c:pt>
                <c:pt idx="165">
                  <c:v>2381</c:v>
                </c:pt>
                <c:pt idx="166">
                  <c:v>2381</c:v>
                </c:pt>
                <c:pt idx="167">
                  <c:v>2377</c:v>
                </c:pt>
                <c:pt idx="168">
                  <c:v>2381</c:v>
                </c:pt>
                <c:pt idx="169">
                  <c:v>2423</c:v>
                </c:pt>
                <c:pt idx="170">
                  <c:v>2425</c:v>
                </c:pt>
                <c:pt idx="171">
                  <c:v>2422</c:v>
                </c:pt>
                <c:pt idx="172">
                  <c:v>2422</c:v>
                </c:pt>
                <c:pt idx="173">
                  <c:v>2418</c:v>
                </c:pt>
                <c:pt idx="174">
                  <c:v>2424</c:v>
                </c:pt>
                <c:pt idx="175">
                  <c:v>2379</c:v>
                </c:pt>
                <c:pt idx="176">
                  <c:v>2384</c:v>
                </c:pt>
                <c:pt idx="177">
                  <c:v>2297</c:v>
                </c:pt>
                <c:pt idx="178">
                  <c:v>2206</c:v>
                </c:pt>
                <c:pt idx="179">
                  <c:v>2211</c:v>
                </c:pt>
                <c:pt idx="180">
                  <c:v>2149</c:v>
                </c:pt>
                <c:pt idx="181">
                  <c:v>2115</c:v>
                </c:pt>
                <c:pt idx="182">
                  <c:v>2033</c:v>
                </c:pt>
                <c:pt idx="183">
                  <c:v>2038</c:v>
                </c:pt>
                <c:pt idx="184">
                  <c:v>2035</c:v>
                </c:pt>
                <c:pt idx="185">
                  <c:v>2039</c:v>
                </c:pt>
                <c:pt idx="186">
                  <c:v>2040</c:v>
                </c:pt>
                <c:pt idx="187">
                  <c:v>2033</c:v>
                </c:pt>
                <c:pt idx="188">
                  <c:v>1993</c:v>
                </c:pt>
                <c:pt idx="189">
                  <c:v>1953</c:v>
                </c:pt>
                <c:pt idx="190">
                  <c:v>1956</c:v>
                </c:pt>
                <c:pt idx="191">
                  <c:v>1956</c:v>
                </c:pt>
                <c:pt idx="192">
                  <c:v>1953</c:v>
                </c:pt>
                <c:pt idx="193">
                  <c:v>2006</c:v>
                </c:pt>
                <c:pt idx="194">
                  <c:v>2001</c:v>
                </c:pt>
                <c:pt idx="195">
                  <c:v>2040</c:v>
                </c:pt>
                <c:pt idx="196">
                  <c:v>2032</c:v>
                </c:pt>
                <c:pt idx="197">
                  <c:v>2037</c:v>
                </c:pt>
                <c:pt idx="198">
                  <c:v>2086</c:v>
                </c:pt>
                <c:pt idx="199">
                  <c:v>2079</c:v>
                </c:pt>
                <c:pt idx="200">
                  <c:v>2113</c:v>
                </c:pt>
                <c:pt idx="201">
                  <c:v>2119</c:v>
                </c:pt>
                <c:pt idx="202">
                  <c:v>2085</c:v>
                </c:pt>
                <c:pt idx="203">
                  <c:v>2116</c:v>
                </c:pt>
                <c:pt idx="204">
                  <c:v>2118</c:v>
                </c:pt>
                <c:pt idx="205">
                  <c:v>2075</c:v>
                </c:pt>
                <c:pt idx="206">
                  <c:v>2038</c:v>
                </c:pt>
                <c:pt idx="207">
                  <c:v>2039</c:v>
                </c:pt>
                <c:pt idx="208">
                  <c:v>1968</c:v>
                </c:pt>
                <c:pt idx="209">
                  <c:v>1957</c:v>
                </c:pt>
                <c:pt idx="210">
                  <c:v>1882</c:v>
                </c:pt>
                <c:pt idx="211">
                  <c:v>1878</c:v>
                </c:pt>
                <c:pt idx="212">
                  <c:v>1879</c:v>
                </c:pt>
                <c:pt idx="213">
                  <c:v>1804</c:v>
                </c:pt>
                <c:pt idx="214">
                  <c:v>1805</c:v>
                </c:pt>
                <c:pt idx="215">
                  <c:v>1802</c:v>
                </c:pt>
                <c:pt idx="216">
                  <c:v>1806</c:v>
                </c:pt>
                <c:pt idx="217">
                  <c:v>1811</c:v>
                </c:pt>
                <c:pt idx="218">
                  <c:v>1806</c:v>
                </c:pt>
                <c:pt idx="219">
                  <c:v>1810</c:v>
                </c:pt>
                <c:pt idx="220">
                  <c:v>1804</c:v>
                </c:pt>
                <c:pt idx="221">
                  <c:v>1801</c:v>
                </c:pt>
                <c:pt idx="222">
                  <c:v>1775</c:v>
                </c:pt>
                <c:pt idx="223">
                  <c:v>1807</c:v>
                </c:pt>
                <c:pt idx="224">
                  <c:v>1810</c:v>
                </c:pt>
                <c:pt idx="225">
                  <c:v>1806</c:v>
                </c:pt>
                <c:pt idx="226">
                  <c:v>1880</c:v>
                </c:pt>
                <c:pt idx="227">
                  <c:v>1876</c:v>
                </c:pt>
                <c:pt idx="228">
                  <c:v>1879</c:v>
                </c:pt>
                <c:pt idx="229">
                  <c:v>1965</c:v>
                </c:pt>
                <c:pt idx="230">
                  <c:v>1963</c:v>
                </c:pt>
                <c:pt idx="231">
                  <c:v>1997</c:v>
                </c:pt>
                <c:pt idx="232">
                  <c:v>2000</c:v>
                </c:pt>
                <c:pt idx="233">
                  <c:v>2021</c:v>
                </c:pt>
                <c:pt idx="234">
                  <c:v>2063</c:v>
                </c:pt>
                <c:pt idx="235">
                  <c:v>2084</c:v>
                </c:pt>
                <c:pt idx="236">
                  <c:v>2037</c:v>
                </c:pt>
                <c:pt idx="237">
                  <c:v>2041</c:v>
                </c:pt>
                <c:pt idx="238">
                  <c:v>1955</c:v>
                </c:pt>
                <c:pt idx="239">
                  <c:v>1951</c:v>
                </c:pt>
                <c:pt idx="240">
                  <c:v>1917</c:v>
                </c:pt>
                <c:pt idx="241">
                  <c:v>1881</c:v>
                </c:pt>
                <c:pt idx="242">
                  <c:v>1877</c:v>
                </c:pt>
                <c:pt idx="243">
                  <c:v>1919</c:v>
                </c:pt>
                <c:pt idx="244">
                  <c:v>1877</c:v>
                </c:pt>
                <c:pt idx="245">
                  <c:v>1916</c:v>
                </c:pt>
                <c:pt idx="246">
                  <c:v>1916</c:v>
                </c:pt>
                <c:pt idx="247">
                  <c:v>1877</c:v>
                </c:pt>
                <c:pt idx="248">
                  <c:v>1881</c:v>
                </c:pt>
                <c:pt idx="249">
                  <c:v>1879</c:v>
                </c:pt>
                <c:pt idx="250">
                  <c:v>1877</c:v>
                </c:pt>
                <c:pt idx="251">
                  <c:v>1876</c:v>
                </c:pt>
                <c:pt idx="252">
                  <c:v>1876</c:v>
                </c:pt>
                <c:pt idx="253">
                  <c:v>1877</c:v>
                </c:pt>
                <c:pt idx="254">
                  <c:v>1958</c:v>
                </c:pt>
                <c:pt idx="255">
                  <c:v>1962</c:v>
                </c:pt>
                <c:pt idx="256">
                  <c:v>2038</c:v>
                </c:pt>
                <c:pt idx="257">
                  <c:v>2041</c:v>
                </c:pt>
                <c:pt idx="258">
                  <c:v>2109</c:v>
                </c:pt>
                <c:pt idx="259">
                  <c:v>2114</c:v>
                </c:pt>
                <c:pt idx="260">
                  <c:v>2129</c:v>
                </c:pt>
                <c:pt idx="261">
                  <c:v>2204</c:v>
                </c:pt>
                <c:pt idx="262">
                  <c:v>2208</c:v>
                </c:pt>
                <c:pt idx="263">
                  <c:v>2182.5</c:v>
                </c:pt>
                <c:pt idx="264">
                  <c:v>2157</c:v>
                </c:pt>
                <c:pt idx="265">
                  <c:v>2131.5</c:v>
                </c:pt>
                <c:pt idx="266">
                  <c:v>2106</c:v>
                </c:pt>
                <c:pt idx="267">
                  <c:v>2085</c:v>
                </c:pt>
                <c:pt idx="268">
                  <c:v>2037</c:v>
                </c:pt>
                <c:pt idx="269">
                  <c:v>1960</c:v>
                </c:pt>
                <c:pt idx="270">
                  <c:v>1961</c:v>
                </c:pt>
                <c:pt idx="271">
                  <c:v>1922</c:v>
                </c:pt>
                <c:pt idx="272">
                  <c:v>1916</c:v>
                </c:pt>
                <c:pt idx="273">
                  <c:v>1911.375</c:v>
                </c:pt>
                <c:pt idx="274">
                  <c:v>1906.75</c:v>
                </c:pt>
                <c:pt idx="275">
                  <c:v>1902.125</c:v>
                </c:pt>
                <c:pt idx="276">
                  <c:v>1897.5</c:v>
                </c:pt>
                <c:pt idx="277">
                  <c:v>1892.875</c:v>
                </c:pt>
                <c:pt idx="278">
                  <c:v>1888.25</c:v>
                </c:pt>
                <c:pt idx="279">
                  <c:v>1883.625</c:v>
                </c:pt>
                <c:pt idx="280">
                  <c:v>1879</c:v>
                </c:pt>
                <c:pt idx="281">
                  <c:v>1878</c:v>
                </c:pt>
                <c:pt idx="282">
                  <c:v>1884</c:v>
                </c:pt>
                <c:pt idx="283">
                  <c:v>1879</c:v>
                </c:pt>
                <c:pt idx="284">
                  <c:v>1878</c:v>
                </c:pt>
                <c:pt idx="285">
                  <c:v>1951</c:v>
                </c:pt>
                <c:pt idx="286">
                  <c:v>2038</c:v>
                </c:pt>
                <c:pt idx="287">
                  <c:v>2079</c:v>
                </c:pt>
                <c:pt idx="288">
                  <c:v>2116</c:v>
                </c:pt>
                <c:pt idx="289">
                  <c:v>2151</c:v>
                </c:pt>
                <c:pt idx="290">
                  <c:v>2215</c:v>
                </c:pt>
                <c:pt idx="291">
                  <c:v>2207</c:v>
                </c:pt>
                <c:pt idx="292">
                  <c:v>2189.875</c:v>
                </c:pt>
                <c:pt idx="293">
                  <c:v>2164.1875</c:v>
                </c:pt>
                <c:pt idx="294">
                  <c:v>2147.0625</c:v>
                </c:pt>
                <c:pt idx="295">
                  <c:v>2129.9375</c:v>
                </c:pt>
                <c:pt idx="296">
                  <c:v>2112.8125</c:v>
                </c:pt>
                <c:pt idx="297">
                  <c:v>2087.125</c:v>
                </c:pt>
                <c:pt idx="298">
                  <c:v>2070</c:v>
                </c:pt>
                <c:pt idx="299">
                  <c:v>2037</c:v>
                </c:pt>
                <c:pt idx="300">
                  <c:v>1988</c:v>
                </c:pt>
                <c:pt idx="301">
                  <c:v>1959</c:v>
                </c:pt>
                <c:pt idx="302">
                  <c:v>1957</c:v>
                </c:pt>
                <c:pt idx="303">
                  <c:v>1963</c:v>
                </c:pt>
                <c:pt idx="304">
                  <c:v>1952.5</c:v>
                </c:pt>
                <c:pt idx="305">
                  <c:v>1942</c:v>
                </c:pt>
                <c:pt idx="306">
                  <c:v>1931.5</c:v>
                </c:pt>
                <c:pt idx="307">
                  <c:v>1921</c:v>
                </c:pt>
                <c:pt idx="308">
                  <c:v>1973</c:v>
                </c:pt>
                <c:pt idx="309">
                  <c:v>1878</c:v>
                </c:pt>
                <c:pt idx="310">
                  <c:v>1880</c:v>
                </c:pt>
                <c:pt idx="311">
                  <c:v>1879</c:v>
                </c:pt>
                <c:pt idx="312">
                  <c:v>1876</c:v>
                </c:pt>
                <c:pt idx="313">
                  <c:v>1879</c:v>
                </c:pt>
                <c:pt idx="314">
                  <c:v>1878</c:v>
                </c:pt>
                <c:pt idx="315">
                  <c:v>1880</c:v>
                </c:pt>
                <c:pt idx="316">
                  <c:v>1961</c:v>
                </c:pt>
                <c:pt idx="317">
                  <c:v>1995</c:v>
                </c:pt>
                <c:pt idx="318">
                  <c:v>2031</c:v>
                </c:pt>
                <c:pt idx="319">
                  <c:v>2073</c:v>
                </c:pt>
                <c:pt idx="320">
                  <c:v>2109</c:v>
                </c:pt>
                <c:pt idx="321">
                  <c:v>2115</c:v>
                </c:pt>
                <c:pt idx="322">
                  <c:v>2090.75</c:v>
                </c:pt>
                <c:pt idx="323">
                  <c:v>2066.5</c:v>
                </c:pt>
                <c:pt idx="324">
                  <c:v>2042.25</c:v>
                </c:pt>
                <c:pt idx="325">
                  <c:v>2018</c:v>
                </c:pt>
                <c:pt idx="326">
                  <c:v>1993.75</c:v>
                </c:pt>
                <c:pt idx="327">
                  <c:v>1969.5</c:v>
                </c:pt>
                <c:pt idx="328">
                  <c:v>1945.25</c:v>
                </c:pt>
                <c:pt idx="329">
                  <c:v>1921</c:v>
                </c:pt>
                <c:pt idx="330">
                  <c:v>1875</c:v>
                </c:pt>
                <c:pt idx="331">
                  <c:v>1876</c:v>
                </c:pt>
                <c:pt idx="332">
                  <c:v>1879</c:v>
                </c:pt>
                <c:pt idx="333">
                  <c:v>1879</c:v>
                </c:pt>
                <c:pt idx="334">
                  <c:v>1879</c:v>
                </c:pt>
                <c:pt idx="335">
                  <c:v>1881</c:v>
                </c:pt>
                <c:pt idx="336">
                  <c:v>1878</c:v>
                </c:pt>
                <c:pt idx="337">
                  <c:v>1877</c:v>
                </c:pt>
                <c:pt idx="338">
                  <c:v>1885</c:v>
                </c:pt>
                <c:pt idx="339">
                  <c:v>1882</c:v>
                </c:pt>
                <c:pt idx="340">
                  <c:v>1804</c:v>
                </c:pt>
                <c:pt idx="341">
                  <c:v>1811</c:v>
                </c:pt>
                <c:pt idx="342">
                  <c:v>1804</c:v>
                </c:pt>
                <c:pt idx="343">
                  <c:v>1808</c:v>
                </c:pt>
                <c:pt idx="344">
                  <c:v>1801</c:v>
                </c:pt>
                <c:pt idx="345">
                  <c:v>1876</c:v>
                </c:pt>
                <c:pt idx="346">
                  <c:v>1878</c:v>
                </c:pt>
                <c:pt idx="347">
                  <c:v>1923</c:v>
                </c:pt>
                <c:pt idx="348">
                  <c:v>1966</c:v>
                </c:pt>
                <c:pt idx="349">
                  <c:v>1962</c:v>
                </c:pt>
                <c:pt idx="350">
                  <c:v>2033</c:v>
                </c:pt>
                <c:pt idx="351">
                  <c:v>2034</c:v>
                </c:pt>
                <c:pt idx="352">
                  <c:v>2087</c:v>
                </c:pt>
                <c:pt idx="353">
                  <c:v>2118</c:v>
                </c:pt>
                <c:pt idx="354">
                  <c:v>2116</c:v>
                </c:pt>
                <c:pt idx="355">
                  <c:v>2078</c:v>
                </c:pt>
                <c:pt idx="356">
                  <c:v>2039</c:v>
                </c:pt>
                <c:pt idx="357">
                  <c:v>1994</c:v>
                </c:pt>
                <c:pt idx="358">
                  <c:v>1913</c:v>
                </c:pt>
                <c:pt idx="359">
                  <c:v>1918</c:v>
                </c:pt>
                <c:pt idx="360">
                  <c:v>1885</c:v>
                </c:pt>
                <c:pt idx="361">
                  <c:v>1801</c:v>
                </c:pt>
                <c:pt idx="362">
                  <c:v>1803</c:v>
                </c:pt>
                <c:pt idx="363">
                  <c:v>1803</c:v>
                </c:pt>
                <c:pt idx="364">
                  <c:v>1808</c:v>
                </c:pt>
                <c:pt idx="365">
                  <c:v>1803</c:v>
                </c:pt>
                <c:pt idx="366">
                  <c:v>1808</c:v>
                </c:pt>
                <c:pt idx="367">
                  <c:v>1808</c:v>
                </c:pt>
                <c:pt idx="368">
                  <c:v>1802</c:v>
                </c:pt>
                <c:pt idx="369">
                  <c:v>1807</c:v>
                </c:pt>
                <c:pt idx="370">
                  <c:v>1880</c:v>
                </c:pt>
                <c:pt idx="371">
                  <c:v>1877</c:v>
                </c:pt>
                <c:pt idx="372">
                  <c:v>1926</c:v>
                </c:pt>
                <c:pt idx="373">
                  <c:v>1959</c:v>
                </c:pt>
                <c:pt idx="374">
                  <c:v>1961</c:v>
                </c:pt>
                <c:pt idx="375">
                  <c:v>2042</c:v>
                </c:pt>
                <c:pt idx="376">
                  <c:v>2036</c:v>
                </c:pt>
                <c:pt idx="377">
                  <c:v>2036</c:v>
                </c:pt>
                <c:pt idx="378">
                  <c:v>2038</c:v>
                </c:pt>
                <c:pt idx="379">
                  <c:v>2034</c:v>
                </c:pt>
                <c:pt idx="380">
                  <c:v>2024.875</c:v>
                </c:pt>
                <c:pt idx="381">
                  <c:v>2015.75</c:v>
                </c:pt>
                <c:pt idx="382">
                  <c:v>2006.625</c:v>
                </c:pt>
                <c:pt idx="383">
                  <c:v>1997.5</c:v>
                </c:pt>
                <c:pt idx="384">
                  <c:v>1988.375</c:v>
                </c:pt>
                <c:pt idx="385">
                  <c:v>1979.25</c:v>
                </c:pt>
                <c:pt idx="386">
                  <c:v>1970.125</c:v>
                </c:pt>
                <c:pt idx="387">
                  <c:v>1961</c:v>
                </c:pt>
                <c:pt idx="388">
                  <c:v>1892</c:v>
                </c:pt>
                <c:pt idx="389">
                  <c:v>1801</c:v>
                </c:pt>
                <c:pt idx="390">
                  <c:v>1809</c:v>
                </c:pt>
                <c:pt idx="391">
                  <c:v>1767</c:v>
                </c:pt>
                <c:pt idx="392">
                  <c:v>1733</c:v>
                </c:pt>
                <c:pt idx="393">
                  <c:v>1741.625</c:v>
                </c:pt>
                <c:pt idx="394">
                  <c:v>1758.875</c:v>
                </c:pt>
                <c:pt idx="395">
                  <c:v>1776.125</c:v>
                </c:pt>
                <c:pt idx="396">
                  <c:v>1793.375</c:v>
                </c:pt>
                <c:pt idx="397">
                  <c:v>1802</c:v>
                </c:pt>
                <c:pt idx="398">
                  <c:v>1806</c:v>
                </c:pt>
                <c:pt idx="399">
                  <c:v>1812</c:v>
                </c:pt>
                <c:pt idx="400">
                  <c:v>1885</c:v>
                </c:pt>
                <c:pt idx="401">
                  <c:v>1885</c:v>
                </c:pt>
                <c:pt idx="402">
                  <c:v>1920</c:v>
                </c:pt>
                <c:pt idx="403">
                  <c:v>1961</c:v>
                </c:pt>
                <c:pt idx="404">
                  <c:v>2038</c:v>
                </c:pt>
                <c:pt idx="405">
                  <c:v>2075</c:v>
                </c:pt>
                <c:pt idx="406">
                  <c:v>2118</c:v>
                </c:pt>
                <c:pt idx="407">
                  <c:v>2113</c:v>
                </c:pt>
                <c:pt idx="408">
                  <c:v>2117</c:v>
                </c:pt>
                <c:pt idx="409">
                  <c:v>2160</c:v>
                </c:pt>
                <c:pt idx="410">
                  <c:v>2209</c:v>
                </c:pt>
                <c:pt idx="411">
                  <c:v>2208</c:v>
                </c:pt>
                <c:pt idx="412">
                  <c:v>2209</c:v>
                </c:pt>
                <c:pt idx="413">
                  <c:v>2210</c:v>
                </c:pt>
                <c:pt idx="414">
                  <c:v>2248</c:v>
                </c:pt>
                <c:pt idx="415">
                  <c:v>2294</c:v>
                </c:pt>
                <c:pt idx="416">
                  <c:v>2379</c:v>
                </c:pt>
                <c:pt idx="417">
                  <c:v>2462</c:v>
                </c:pt>
                <c:pt idx="418">
                  <c:v>2467</c:v>
                </c:pt>
                <c:pt idx="419">
                  <c:v>2558</c:v>
                </c:pt>
                <c:pt idx="420">
                  <c:v>2705</c:v>
                </c:pt>
                <c:pt idx="421">
                  <c:v>2704</c:v>
                </c:pt>
                <c:pt idx="422">
                  <c:v>2706</c:v>
                </c:pt>
                <c:pt idx="423">
                  <c:v>2784</c:v>
                </c:pt>
                <c:pt idx="424">
                  <c:v>2830</c:v>
                </c:pt>
                <c:pt idx="425">
                  <c:v>2894</c:v>
                </c:pt>
                <c:pt idx="426">
                  <c:v>2930</c:v>
                </c:pt>
                <c:pt idx="427">
                  <c:v>2990</c:v>
                </c:pt>
                <c:pt idx="428">
                  <c:v>3040</c:v>
                </c:pt>
                <c:pt idx="429">
                  <c:v>3094</c:v>
                </c:pt>
                <c:pt idx="430">
                  <c:v>3094</c:v>
                </c:pt>
                <c:pt idx="431">
                  <c:v>3137</c:v>
                </c:pt>
                <c:pt idx="432">
                  <c:v>3134</c:v>
                </c:pt>
                <c:pt idx="433">
                  <c:v>3180</c:v>
                </c:pt>
                <c:pt idx="434">
                  <c:v>3186</c:v>
                </c:pt>
                <c:pt idx="435">
                  <c:v>3234</c:v>
                </c:pt>
                <c:pt idx="436">
                  <c:v>3248</c:v>
                </c:pt>
                <c:pt idx="437">
                  <c:v>3295</c:v>
                </c:pt>
                <c:pt idx="438">
                  <c:v>3348</c:v>
                </c:pt>
                <c:pt idx="439">
                  <c:v>3346</c:v>
                </c:pt>
                <c:pt idx="440">
                  <c:v>3395</c:v>
                </c:pt>
                <c:pt idx="441">
                  <c:v>3441</c:v>
                </c:pt>
                <c:pt idx="442">
                  <c:v>3440</c:v>
                </c:pt>
                <c:pt idx="443">
                  <c:v>3446</c:v>
                </c:pt>
                <c:pt idx="444">
                  <c:v>3503</c:v>
                </c:pt>
                <c:pt idx="445">
                  <c:v>3510</c:v>
                </c:pt>
                <c:pt idx="446">
                  <c:v>3606</c:v>
                </c:pt>
                <c:pt idx="447">
                  <c:v>3606</c:v>
                </c:pt>
                <c:pt idx="448">
                  <c:v>3605</c:v>
                </c:pt>
                <c:pt idx="449">
                  <c:v>3604</c:v>
                </c:pt>
                <c:pt idx="450">
                  <c:v>3723</c:v>
                </c:pt>
                <c:pt idx="451">
                  <c:v>3717</c:v>
                </c:pt>
                <c:pt idx="452">
                  <c:v>3776</c:v>
                </c:pt>
                <c:pt idx="453">
                  <c:v>3713</c:v>
                </c:pt>
                <c:pt idx="454">
                  <c:v>3771</c:v>
                </c:pt>
                <c:pt idx="455">
                  <c:v>3773</c:v>
                </c:pt>
                <c:pt idx="456">
                  <c:v>3822</c:v>
                </c:pt>
                <c:pt idx="457">
                  <c:v>3873</c:v>
                </c:pt>
                <c:pt idx="458">
                  <c:v>3874</c:v>
                </c:pt>
                <c:pt idx="459">
                  <c:v>3885</c:v>
                </c:pt>
                <c:pt idx="460">
                  <c:v>3939</c:v>
                </c:pt>
                <c:pt idx="461">
                  <c:v>3996</c:v>
                </c:pt>
                <c:pt idx="462">
                  <c:v>3992</c:v>
                </c:pt>
                <c:pt idx="463">
                  <c:v>3986</c:v>
                </c:pt>
                <c:pt idx="464">
                  <c:v>4045</c:v>
                </c:pt>
                <c:pt idx="465">
                  <c:v>4046</c:v>
                </c:pt>
                <c:pt idx="466">
                  <c:v>4046</c:v>
                </c:pt>
                <c:pt idx="467">
                  <c:v>4091</c:v>
                </c:pt>
                <c:pt idx="468">
                  <c:v>4157</c:v>
                </c:pt>
                <c:pt idx="469">
                  <c:v>4158</c:v>
                </c:pt>
                <c:pt idx="470">
                  <c:v>4164</c:v>
                </c:pt>
                <c:pt idx="471">
                  <c:v>4164</c:v>
                </c:pt>
                <c:pt idx="472">
                  <c:v>4222</c:v>
                </c:pt>
                <c:pt idx="473">
                  <c:v>4213</c:v>
                </c:pt>
                <c:pt idx="474">
                  <c:v>4269</c:v>
                </c:pt>
                <c:pt idx="475">
                  <c:v>4278</c:v>
                </c:pt>
                <c:pt idx="476">
                  <c:v>4267</c:v>
                </c:pt>
                <c:pt idx="477">
                  <c:v>4277</c:v>
                </c:pt>
                <c:pt idx="478">
                  <c:v>4274</c:v>
                </c:pt>
                <c:pt idx="479">
                  <c:v>4325</c:v>
                </c:pt>
                <c:pt idx="480">
                  <c:v>4399</c:v>
                </c:pt>
                <c:pt idx="481">
                  <c:v>4337</c:v>
                </c:pt>
                <c:pt idx="482">
                  <c:v>4397</c:v>
                </c:pt>
                <c:pt idx="483">
                  <c:v>4395</c:v>
                </c:pt>
                <c:pt idx="484">
                  <c:v>4390</c:v>
                </c:pt>
                <c:pt idx="485">
                  <c:v>4388</c:v>
                </c:pt>
                <c:pt idx="486">
                  <c:v>4391</c:v>
                </c:pt>
                <c:pt idx="487">
                  <c:v>4397</c:v>
                </c:pt>
                <c:pt idx="488">
                  <c:v>4391</c:v>
                </c:pt>
                <c:pt idx="489">
                  <c:v>4401</c:v>
                </c:pt>
                <c:pt idx="490">
                  <c:v>4448</c:v>
                </c:pt>
                <c:pt idx="491">
                  <c:v>4451</c:v>
                </c:pt>
                <c:pt idx="492">
                  <c:v>4455</c:v>
                </c:pt>
                <c:pt idx="493">
                  <c:v>4512</c:v>
                </c:pt>
                <c:pt idx="494">
                  <c:v>4454</c:v>
                </c:pt>
                <c:pt idx="495">
                  <c:v>4455</c:v>
                </c:pt>
                <c:pt idx="496">
                  <c:v>4514</c:v>
                </c:pt>
                <c:pt idx="497">
                  <c:v>4453</c:v>
                </c:pt>
                <c:pt idx="498">
                  <c:v>4503</c:v>
                </c:pt>
                <c:pt idx="499">
                  <c:v>4501</c:v>
                </c:pt>
                <c:pt idx="500">
                  <c:v>4565</c:v>
                </c:pt>
                <c:pt idx="501">
                  <c:v>4568</c:v>
                </c:pt>
                <c:pt idx="502">
                  <c:v>4509</c:v>
                </c:pt>
                <c:pt idx="503">
                  <c:v>4564</c:v>
                </c:pt>
                <c:pt idx="504">
                  <c:v>4497</c:v>
                </c:pt>
                <c:pt idx="505">
                  <c:v>4567</c:v>
                </c:pt>
                <c:pt idx="506">
                  <c:v>4562</c:v>
                </c:pt>
                <c:pt idx="507">
                  <c:v>4570</c:v>
                </c:pt>
                <c:pt idx="508">
                  <c:v>4566</c:v>
                </c:pt>
                <c:pt idx="509">
                  <c:v>4567</c:v>
                </c:pt>
                <c:pt idx="510">
                  <c:v>4565</c:v>
                </c:pt>
                <c:pt idx="511">
                  <c:v>4497</c:v>
                </c:pt>
                <c:pt idx="512">
                  <c:v>4495</c:v>
                </c:pt>
                <c:pt idx="513">
                  <c:v>4565</c:v>
                </c:pt>
                <c:pt idx="514">
                  <c:v>4501</c:v>
                </c:pt>
                <c:pt idx="515">
                  <c:v>4563</c:v>
                </c:pt>
                <c:pt idx="516">
                  <c:v>4620</c:v>
                </c:pt>
                <c:pt idx="517">
                  <c:v>4618</c:v>
                </c:pt>
                <c:pt idx="518">
                  <c:v>4623</c:v>
                </c:pt>
                <c:pt idx="519">
                  <c:v>4620</c:v>
                </c:pt>
                <c:pt idx="520">
                  <c:v>4616</c:v>
                </c:pt>
                <c:pt idx="521">
                  <c:v>4671</c:v>
                </c:pt>
                <c:pt idx="522">
                  <c:v>4741</c:v>
                </c:pt>
                <c:pt idx="523">
                  <c:v>4738</c:v>
                </c:pt>
                <c:pt idx="524">
                  <c:v>4678</c:v>
                </c:pt>
                <c:pt idx="525">
                  <c:v>4749</c:v>
                </c:pt>
                <c:pt idx="526">
                  <c:v>4798</c:v>
                </c:pt>
                <c:pt idx="527">
                  <c:v>4797</c:v>
                </c:pt>
                <c:pt idx="528">
                  <c:v>4804</c:v>
                </c:pt>
                <c:pt idx="529">
                  <c:v>4800</c:v>
                </c:pt>
                <c:pt idx="530">
                  <c:v>4801</c:v>
                </c:pt>
                <c:pt idx="531">
                  <c:v>4802</c:v>
                </c:pt>
                <c:pt idx="532">
                  <c:v>4795</c:v>
                </c:pt>
                <c:pt idx="533">
                  <c:v>4803</c:v>
                </c:pt>
                <c:pt idx="534">
                  <c:v>4854</c:v>
                </c:pt>
                <c:pt idx="535">
                  <c:v>4852</c:v>
                </c:pt>
                <c:pt idx="536">
                  <c:v>4861</c:v>
                </c:pt>
                <c:pt idx="537">
                  <c:v>4853</c:v>
                </c:pt>
                <c:pt idx="538">
                  <c:v>4862</c:v>
                </c:pt>
                <c:pt idx="539">
                  <c:v>4918</c:v>
                </c:pt>
                <c:pt idx="540">
                  <c:v>4915</c:v>
                </c:pt>
                <c:pt idx="541">
                  <c:v>4918</c:v>
                </c:pt>
                <c:pt idx="542">
                  <c:v>4918</c:v>
                </c:pt>
                <c:pt idx="543">
                  <c:v>4980</c:v>
                </c:pt>
                <c:pt idx="544">
                  <c:v>4983</c:v>
                </c:pt>
                <c:pt idx="545">
                  <c:v>5040</c:v>
                </c:pt>
                <c:pt idx="546">
                  <c:v>5041</c:v>
                </c:pt>
                <c:pt idx="547">
                  <c:v>5041</c:v>
                </c:pt>
                <c:pt idx="548">
                  <c:v>5039</c:v>
                </c:pt>
                <c:pt idx="549">
                  <c:v>5041</c:v>
                </c:pt>
                <c:pt idx="550">
                  <c:v>5049</c:v>
                </c:pt>
                <c:pt idx="551">
                  <c:v>5094</c:v>
                </c:pt>
                <c:pt idx="552">
                  <c:v>5101</c:v>
                </c:pt>
                <c:pt idx="553">
                  <c:v>5038</c:v>
                </c:pt>
                <c:pt idx="554">
                  <c:v>5030</c:v>
                </c:pt>
                <c:pt idx="555">
                  <c:v>5096</c:v>
                </c:pt>
                <c:pt idx="556">
                  <c:v>5029</c:v>
                </c:pt>
                <c:pt idx="557">
                  <c:v>5040</c:v>
                </c:pt>
                <c:pt idx="558">
                  <c:v>5100</c:v>
                </c:pt>
                <c:pt idx="559">
                  <c:v>5090</c:v>
                </c:pt>
                <c:pt idx="560">
                  <c:v>5090</c:v>
                </c:pt>
                <c:pt idx="561">
                  <c:v>5105</c:v>
                </c:pt>
                <c:pt idx="562">
                  <c:v>5096</c:v>
                </c:pt>
                <c:pt idx="563">
                  <c:v>5098</c:v>
                </c:pt>
                <c:pt idx="564">
                  <c:v>5096</c:v>
                </c:pt>
                <c:pt idx="565">
                  <c:v>5097</c:v>
                </c:pt>
                <c:pt idx="566">
                  <c:v>5040</c:v>
                </c:pt>
                <c:pt idx="567">
                  <c:v>5031</c:v>
                </c:pt>
                <c:pt idx="568">
                  <c:v>5031</c:v>
                </c:pt>
                <c:pt idx="569">
                  <c:v>5086</c:v>
                </c:pt>
                <c:pt idx="570">
                  <c:v>5091</c:v>
                </c:pt>
                <c:pt idx="571">
                  <c:v>5099</c:v>
                </c:pt>
                <c:pt idx="572">
                  <c:v>5101</c:v>
                </c:pt>
                <c:pt idx="573">
                  <c:v>5100</c:v>
                </c:pt>
                <c:pt idx="574">
                  <c:v>5097</c:v>
                </c:pt>
                <c:pt idx="575">
                  <c:v>5165</c:v>
                </c:pt>
                <c:pt idx="576">
                  <c:v>5172</c:v>
                </c:pt>
                <c:pt idx="577">
                  <c:v>5175</c:v>
                </c:pt>
                <c:pt idx="578">
                  <c:v>5172</c:v>
                </c:pt>
                <c:pt idx="579">
                  <c:v>5174</c:v>
                </c:pt>
                <c:pt idx="580">
                  <c:v>5230</c:v>
                </c:pt>
                <c:pt idx="581">
                  <c:v>5235</c:v>
                </c:pt>
                <c:pt idx="582">
                  <c:v>5231</c:v>
                </c:pt>
                <c:pt idx="583">
                  <c:v>5235</c:v>
                </c:pt>
                <c:pt idx="584">
                  <c:v>5233</c:v>
                </c:pt>
                <c:pt idx="585">
                  <c:v>5227</c:v>
                </c:pt>
                <c:pt idx="586">
                  <c:v>5287</c:v>
                </c:pt>
                <c:pt idx="587">
                  <c:v>5295</c:v>
                </c:pt>
                <c:pt idx="588">
                  <c:v>5280</c:v>
                </c:pt>
                <c:pt idx="589">
                  <c:v>5359</c:v>
                </c:pt>
                <c:pt idx="590">
                  <c:v>5359</c:v>
                </c:pt>
                <c:pt idx="591">
                  <c:v>5352</c:v>
                </c:pt>
                <c:pt idx="592">
                  <c:v>5363</c:v>
                </c:pt>
                <c:pt idx="593">
                  <c:v>5359</c:v>
                </c:pt>
                <c:pt idx="594">
                  <c:v>5365</c:v>
                </c:pt>
                <c:pt idx="595">
                  <c:v>5350</c:v>
                </c:pt>
                <c:pt idx="596">
                  <c:v>5415</c:v>
                </c:pt>
                <c:pt idx="597">
                  <c:v>5414</c:v>
                </c:pt>
                <c:pt idx="598">
                  <c:v>5413</c:v>
                </c:pt>
                <c:pt idx="599">
                  <c:v>5421</c:v>
                </c:pt>
                <c:pt idx="600">
                  <c:v>5412</c:v>
                </c:pt>
                <c:pt idx="601">
                  <c:v>5415</c:v>
                </c:pt>
                <c:pt idx="602">
                  <c:v>5410</c:v>
                </c:pt>
                <c:pt idx="603">
                  <c:v>5408</c:v>
                </c:pt>
                <c:pt idx="604">
                  <c:v>5485</c:v>
                </c:pt>
                <c:pt idx="605">
                  <c:v>5488</c:v>
                </c:pt>
                <c:pt idx="606">
                  <c:v>5483</c:v>
                </c:pt>
                <c:pt idx="607">
                  <c:v>5479</c:v>
                </c:pt>
                <c:pt idx="608">
                  <c:v>5485</c:v>
                </c:pt>
                <c:pt idx="609">
                  <c:v>5545</c:v>
                </c:pt>
                <c:pt idx="610">
                  <c:v>5476</c:v>
                </c:pt>
                <c:pt idx="611">
                  <c:v>5544</c:v>
                </c:pt>
                <c:pt idx="612">
                  <c:v>5542</c:v>
                </c:pt>
                <c:pt idx="613">
                  <c:v>5540</c:v>
                </c:pt>
                <c:pt idx="614">
                  <c:v>5541</c:v>
                </c:pt>
                <c:pt idx="615">
                  <c:v>5538</c:v>
                </c:pt>
                <c:pt idx="616">
                  <c:v>5548</c:v>
                </c:pt>
                <c:pt idx="617">
                  <c:v>5539</c:v>
                </c:pt>
                <c:pt idx="618">
                  <c:v>5539</c:v>
                </c:pt>
                <c:pt idx="619">
                  <c:v>5616</c:v>
                </c:pt>
                <c:pt idx="620">
                  <c:v>5539</c:v>
                </c:pt>
                <c:pt idx="621">
                  <c:v>5537</c:v>
                </c:pt>
                <c:pt idx="622">
                  <c:v>5530</c:v>
                </c:pt>
                <c:pt idx="623">
                  <c:v>5541</c:v>
                </c:pt>
                <c:pt idx="624">
                  <c:v>5595</c:v>
                </c:pt>
                <c:pt idx="625">
                  <c:v>5598</c:v>
                </c:pt>
                <c:pt idx="626">
                  <c:v>5611</c:v>
                </c:pt>
                <c:pt idx="627">
                  <c:v>5607</c:v>
                </c:pt>
                <c:pt idx="628">
                  <c:v>5606</c:v>
                </c:pt>
                <c:pt idx="629">
                  <c:v>5602</c:v>
                </c:pt>
                <c:pt idx="630">
                  <c:v>5676</c:v>
                </c:pt>
                <c:pt idx="631">
                  <c:v>5730</c:v>
                </c:pt>
                <c:pt idx="632">
                  <c:v>5733</c:v>
                </c:pt>
                <c:pt idx="633">
                  <c:v>5733</c:v>
                </c:pt>
                <c:pt idx="634">
                  <c:v>5738</c:v>
                </c:pt>
                <c:pt idx="635">
                  <c:v>5732</c:v>
                </c:pt>
                <c:pt idx="636">
                  <c:v>5736</c:v>
                </c:pt>
                <c:pt idx="637">
                  <c:v>5800</c:v>
                </c:pt>
                <c:pt idx="638">
                  <c:v>5807</c:v>
                </c:pt>
                <c:pt idx="639">
                  <c:v>5801</c:v>
                </c:pt>
                <c:pt idx="640">
                  <c:v>5805</c:v>
                </c:pt>
                <c:pt idx="641">
                  <c:v>5799</c:v>
                </c:pt>
                <c:pt idx="642">
                  <c:v>5869</c:v>
                </c:pt>
                <c:pt idx="643">
                  <c:v>5867</c:v>
                </c:pt>
                <c:pt idx="644">
                  <c:v>5880</c:v>
                </c:pt>
                <c:pt idx="645">
                  <c:v>5873</c:v>
                </c:pt>
                <c:pt idx="646">
                  <c:v>5932</c:v>
                </c:pt>
                <c:pt idx="647">
                  <c:v>6022</c:v>
                </c:pt>
                <c:pt idx="648">
                  <c:v>6013</c:v>
                </c:pt>
                <c:pt idx="649">
                  <c:v>6011</c:v>
                </c:pt>
                <c:pt idx="650">
                  <c:v>6007</c:v>
                </c:pt>
                <c:pt idx="651">
                  <c:v>5942</c:v>
                </c:pt>
                <c:pt idx="652">
                  <c:v>6007</c:v>
                </c:pt>
                <c:pt idx="653">
                  <c:v>6008</c:v>
                </c:pt>
                <c:pt idx="654">
                  <c:v>6008</c:v>
                </c:pt>
                <c:pt idx="655">
                  <c:v>6079</c:v>
                </c:pt>
                <c:pt idx="656">
                  <c:v>6069</c:v>
                </c:pt>
                <c:pt idx="657">
                  <c:v>6075</c:v>
                </c:pt>
                <c:pt idx="658">
                  <c:v>6068</c:v>
                </c:pt>
                <c:pt idx="659">
                  <c:v>6076</c:v>
                </c:pt>
                <c:pt idx="660">
                  <c:v>6072</c:v>
                </c:pt>
                <c:pt idx="661">
                  <c:v>6070</c:v>
                </c:pt>
                <c:pt idx="662">
                  <c:v>6072</c:v>
                </c:pt>
                <c:pt idx="663">
                  <c:v>6072</c:v>
                </c:pt>
                <c:pt idx="664">
                  <c:v>6065</c:v>
                </c:pt>
                <c:pt idx="665">
                  <c:v>6069</c:v>
                </c:pt>
                <c:pt idx="666">
                  <c:v>6144</c:v>
                </c:pt>
                <c:pt idx="667">
                  <c:v>6068</c:v>
                </c:pt>
                <c:pt idx="668">
                  <c:v>6141</c:v>
                </c:pt>
                <c:pt idx="669">
                  <c:v>6209</c:v>
                </c:pt>
                <c:pt idx="670">
                  <c:v>6207</c:v>
                </c:pt>
                <c:pt idx="671">
                  <c:v>6217</c:v>
                </c:pt>
                <c:pt idx="672">
                  <c:v>6211</c:v>
                </c:pt>
                <c:pt idx="673">
                  <c:v>6214</c:v>
                </c:pt>
                <c:pt idx="674">
                  <c:v>6217</c:v>
                </c:pt>
                <c:pt idx="675">
                  <c:v>6209</c:v>
                </c:pt>
                <c:pt idx="676">
                  <c:v>6222</c:v>
                </c:pt>
                <c:pt idx="677">
                  <c:v>6217</c:v>
                </c:pt>
                <c:pt idx="678">
                  <c:v>6211</c:v>
                </c:pt>
                <c:pt idx="679">
                  <c:v>6216</c:v>
                </c:pt>
                <c:pt idx="680">
                  <c:v>6293</c:v>
                </c:pt>
                <c:pt idx="681">
                  <c:v>6206</c:v>
                </c:pt>
                <c:pt idx="682">
                  <c:v>6214</c:v>
                </c:pt>
                <c:pt idx="683">
                  <c:v>6276</c:v>
                </c:pt>
                <c:pt idx="684">
                  <c:v>6291</c:v>
                </c:pt>
                <c:pt idx="685">
                  <c:v>6212</c:v>
                </c:pt>
                <c:pt idx="686">
                  <c:v>6288</c:v>
                </c:pt>
                <c:pt idx="687">
                  <c:v>6287</c:v>
                </c:pt>
                <c:pt idx="688">
                  <c:v>6283</c:v>
                </c:pt>
                <c:pt idx="689">
                  <c:v>6355</c:v>
                </c:pt>
                <c:pt idx="690">
                  <c:v>6348</c:v>
                </c:pt>
                <c:pt idx="691">
                  <c:v>6275</c:v>
                </c:pt>
                <c:pt idx="692">
                  <c:v>6287</c:v>
                </c:pt>
                <c:pt idx="693">
                  <c:v>6353</c:v>
                </c:pt>
                <c:pt idx="694">
                  <c:v>6274</c:v>
                </c:pt>
                <c:pt idx="695">
                  <c:v>6283</c:v>
                </c:pt>
                <c:pt idx="696">
                  <c:v>6283</c:v>
                </c:pt>
                <c:pt idx="697">
                  <c:v>6285</c:v>
                </c:pt>
                <c:pt idx="698">
                  <c:v>6280</c:v>
                </c:pt>
                <c:pt idx="699">
                  <c:v>6289</c:v>
                </c:pt>
                <c:pt idx="700">
                  <c:v>6285</c:v>
                </c:pt>
                <c:pt idx="701">
                  <c:v>6275</c:v>
                </c:pt>
                <c:pt idx="702">
                  <c:v>6279</c:v>
                </c:pt>
                <c:pt idx="703">
                  <c:v>6277</c:v>
                </c:pt>
                <c:pt idx="704">
                  <c:v>6281</c:v>
                </c:pt>
                <c:pt idx="705">
                  <c:v>6282</c:v>
                </c:pt>
                <c:pt idx="706">
                  <c:v>6275</c:v>
                </c:pt>
                <c:pt idx="707">
                  <c:v>6262</c:v>
                </c:pt>
                <c:pt idx="708">
                  <c:v>6266</c:v>
                </c:pt>
                <c:pt idx="709">
                  <c:v>6273</c:v>
                </c:pt>
                <c:pt idx="710">
                  <c:v>6209</c:v>
                </c:pt>
                <c:pt idx="711">
                  <c:v>6197</c:v>
                </c:pt>
                <c:pt idx="712">
                  <c:v>6210</c:v>
                </c:pt>
                <c:pt idx="713">
                  <c:v>6268</c:v>
                </c:pt>
                <c:pt idx="714">
                  <c:v>6206</c:v>
                </c:pt>
                <c:pt idx="715">
                  <c:v>6208</c:v>
                </c:pt>
                <c:pt idx="716">
                  <c:v>6207</c:v>
                </c:pt>
                <c:pt idx="717">
                  <c:v>6205</c:v>
                </c:pt>
                <c:pt idx="718">
                  <c:v>6200</c:v>
                </c:pt>
                <c:pt idx="719">
                  <c:v>6203</c:v>
                </c:pt>
                <c:pt idx="720">
                  <c:v>6207</c:v>
                </c:pt>
                <c:pt idx="721">
                  <c:v>6262</c:v>
                </c:pt>
                <c:pt idx="722">
                  <c:v>6205</c:v>
                </c:pt>
                <c:pt idx="723">
                  <c:v>6253</c:v>
                </c:pt>
                <c:pt idx="724">
                  <c:v>6268</c:v>
                </c:pt>
                <c:pt idx="725">
                  <c:v>6266</c:v>
                </c:pt>
                <c:pt idx="726">
                  <c:v>6267</c:v>
                </c:pt>
                <c:pt idx="727">
                  <c:v>6269</c:v>
                </c:pt>
                <c:pt idx="728">
                  <c:v>6341</c:v>
                </c:pt>
                <c:pt idx="729">
                  <c:v>6266</c:v>
                </c:pt>
                <c:pt idx="730">
                  <c:v>6334</c:v>
                </c:pt>
                <c:pt idx="731">
                  <c:v>6346</c:v>
                </c:pt>
                <c:pt idx="732">
                  <c:v>6345</c:v>
                </c:pt>
                <c:pt idx="733">
                  <c:v>6259</c:v>
                </c:pt>
                <c:pt idx="734">
                  <c:v>6275</c:v>
                </c:pt>
                <c:pt idx="735">
                  <c:v>6198</c:v>
                </c:pt>
                <c:pt idx="736">
                  <c:v>6263</c:v>
                </c:pt>
                <c:pt idx="737">
                  <c:v>6262</c:v>
                </c:pt>
                <c:pt idx="738">
                  <c:v>6266</c:v>
                </c:pt>
                <c:pt idx="739">
                  <c:v>6264</c:v>
                </c:pt>
                <c:pt idx="740">
                  <c:v>6263</c:v>
                </c:pt>
                <c:pt idx="741">
                  <c:v>6269</c:v>
                </c:pt>
                <c:pt idx="742">
                  <c:v>6338</c:v>
                </c:pt>
                <c:pt idx="743">
                  <c:v>6279</c:v>
                </c:pt>
                <c:pt idx="744">
                  <c:v>6344</c:v>
                </c:pt>
                <c:pt idx="745">
                  <c:v>6338</c:v>
                </c:pt>
                <c:pt idx="746">
                  <c:v>6261</c:v>
                </c:pt>
                <c:pt idx="747">
                  <c:v>6338</c:v>
                </c:pt>
                <c:pt idx="748">
                  <c:v>6340</c:v>
                </c:pt>
                <c:pt idx="749">
                  <c:v>6329</c:v>
                </c:pt>
                <c:pt idx="750">
                  <c:v>6340</c:v>
                </c:pt>
                <c:pt idx="751">
                  <c:v>6345</c:v>
                </c:pt>
                <c:pt idx="752">
                  <c:v>6340</c:v>
                </c:pt>
                <c:pt idx="753">
                  <c:v>6343</c:v>
                </c:pt>
                <c:pt idx="754">
                  <c:v>6348</c:v>
                </c:pt>
                <c:pt idx="755">
                  <c:v>6412</c:v>
                </c:pt>
                <c:pt idx="756">
                  <c:v>6423</c:v>
                </c:pt>
                <c:pt idx="757">
                  <c:v>6500</c:v>
                </c:pt>
                <c:pt idx="758">
                  <c:v>6501</c:v>
                </c:pt>
                <c:pt idx="759">
                  <c:v>6565</c:v>
                </c:pt>
                <c:pt idx="760">
                  <c:v>6579</c:v>
                </c:pt>
                <c:pt idx="761">
                  <c:v>6566</c:v>
                </c:pt>
                <c:pt idx="762">
                  <c:v>6567</c:v>
                </c:pt>
                <c:pt idx="763">
                  <c:v>6581</c:v>
                </c:pt>
                <c:pt idx="764">
                  <c:v>6637</c:v>
                </c:pt>
                <c:pt idx="765">
                  <c:v>6641</c:v>
                </c:pt>
                <c:pt idx="766">
                  <c:v>6654</c:v>
                </c:pt>
                <c:pt idx="767">
                  <c:v>6649</c:v>
                </c:pt>
                <c:pt idx="768">
                  <c:v>6654</c:v>
                </c:pt>
                <c:pt idx="769">
                  <c:v>6655</c:v>
                </c:pt>
                <c:pt idx="770">
                  <c:v>6721</c:v>
                </c:pt>
                <c:pt idx="771">
                  <c:v>6721</c:v>
                </c:pt>
                <c:pt idx="772">
                  <c:v>6727</c:v>
                </c:pt>
                <c:pt idx="773">
                  <c:v>6717</c:v>
                </c:pt>
                <c:pt idx="774">
                  <c:v>6733</c:v>
                </c:pt>
                <c:pt idx="775">
                  <c:v>6723</c:v>
                </c:pt>
                <c:pt idx="776">
                  <c:v>6723.7558139534885</c:v>
                </c:pt>
                <c:pt idx="777">
                  <c:v>6724.5116279069771</c:v>
                </c:pt>
                <c:pt idx="778">
                  <c:v>6725.2674418604647</c:v>
                </c:pt>
                <c:pt idx="779">
                  <c:v>6726.0232558139533</c:v>
                </c:pt>
                <c:pt idx="780">
                  <c:v>6726.7790697674418</c:v>
                </c:pt>
                <c:pt idx="781">
                  <c:v>6727.5348837209303</c:v>
                </c:pt>
                <c:pt idx="782">
                  <c:v>6728.2906976744189</c:v>
                </c:pt>
                <c:pt idx="783">
                  <c:v>6729.0465116279074</c:v>
                </c:pt>
                <c:pt idx="784">
                  <c:v>6729.8023255813951</c:v>
                </c:pt>
                <c:pt idx="785">
                  <c:v>6730.5581395348836</c:v>
                </c:pt>
                <c:pt idx="786">
                  <c:v>6731.3139534883721</c:v>
                </c:pt>
                <c:pt idx="787">
                  <c:v>6732.0697674418607</c:v>
                </c:pt>
                <c:pt idx="788">
                  <c:v>6732.8255813953492</c:v>
                </c:pt>
                <c:pt idx="789">
                  <c:v>6733.5813953488368</c:v>
                </c:pt>
                <c:pt idx="790">
                  <c:v>6734.3372093023254</c:v>
                </c:pt>
                <c:pt idx="791">
                  <c:v>6735.0930232558139</c:v>
                </c:pt>
                <c:pt idx="792">
                  <c:v>6735.8488372093025</c:v>
                </c:pt>
                <c:pt idx="793">
                  <c:v>6736.604651162791</c:v>
                </c:pt>
                <c:pt idx="794">
                  <c:v>6737.3604651162786</c:v>
                </c:pt>
                <c:pt idx="795">
                  <c:v>6738.1162790697672</c:v>
                </c:pt>
                <c:pt idx="796">
                  <c:v>6738.8720930232557</c:v>
                </c:pt>
                <c:pt idx="797">
                  <c:v>6739.6279069767443</c:v>
                </c:pt>
                <c:pt idx="798">
                  <c:v>6740.3837209302328</c:v>
                </c:pt>
                <c:pt idx="799">
                  <c:v>6741.1395348837214</c:v>
                </c:pt>
                <c:pt idx="800">
                  <c:v>6741.895348837209</c:v>
                </c:pt>
                <c:pt idx="801">
                  <c:v>6742.6511627906975</c:v>
                </c:pt>
                <c:pt idx="802">
                  <c:v>6743.4069767441861</c:v>
                </c:pt>
                <c:pt idx="803">
                  <c:v>6744.1627906976746</c:v>
                </c:pt>
                <c:pt idx="804">
                  <c:v>6744.9186046511632</c:v>
                </c:pt>
                <c:pt idx="805">
                  <c:v>6745.6744186046508</c:v>
                </c:pt>
                <c:pt idx="806">
                  <c:v>6746.4302325581393</c:v>
                </c:pt>
                <c:pt idx="807">
                  <c:v>6747.1860465116279</c:v>
                </c:pt>
                <c:pt idx="808">
                  <c:v>6747.9418604651164</c:v>
                </c:pt>
                <c:pt idx="809">
                  <c:v>6748.6976744186049</c:v>
                </c:pt>
                <c:pt idx="810">
                  <c:v>6749.4534883720926</c:v>
                </c:pt>
                <c:pt idx="811">
                  <c:v>6750.2093023255811</c:v>
                </c:pt>
                <c:pt idx="812">
                  <c:v>6750.9651162790697</c:v>
                </c:pt>
                <c:pt idx="813">
                  <c:v>6751.7209302325582</c:v>
                </c:pt>
                <c:pt idx="814">
                  <c:v>6752.4767441860467</c:v>
                </c:pt>
                <c:pt idx="815">
                  <c:v>6753.2325581395353</c:v>
                </c:pt>
                <c:pt idx="816">
                  <c:v>6753.9883720930229</c:v>
                </c:pt>
                <c:pt idx="817">
                  <c:v>6754.7441860465115</c:v>
                </c:pt>
                <c:pt idx="818">
                  <c:v>6755.5</c:v>
                </c:pt>
                <c:pt idx="819">
                  <c:v>6756.2558139534885</c:v>
                </c:pt>
                <c:pt idx="820">
                  <c:v>6757.0116279069771</c:v>
                </c:pt>
                <c:pt idx="821">
                  <c:v>6757.7674418604647</c:v>
                </c:pt>
                <c:pt idx="822">
                  <c:v>6758.5232558139533</c:v>
                </c:pt>
                <c:pt idx="823">
                  <c:v>6759.2790697674418</c:v>
                </c:pt>
                <c:pt idx="824">
                  <c:v>6760.0348837209303</c:v>
                </c:pt>
                <c:pt idx="825">
                  <c:v>6760.7906976744189</c:v>
                </c:pt>
                <c:pt idx="826">
                  <c:v>6761.5465116279074</c:v>
                </c:pt>
                <c:pt idx="827">
                  <c:v>6762.3023255813951</c:v>
                </c:pt>
                <c:pt idx="828">
                  <c:v>6763.0581395348836</c:v>
                </c:pt>
                <c:pt idx="829">
                  <c:v>6763.8139534883721</c:v>
                </c:pt>
                <c:pt idx="830">
                  <c:v>6764.5697674418607</c:v>
                </c:pt>
                <c:pt idx="831">
                  <c:v>6765.3255813953492</c:v>
                </c:pt>
                <c:pt idx="832">
                  <c:v>6766.0813953488368</c:v>
                </c:pt>
                <c:pt idx="833">
                  <c:v>6766.8372093023254</c:v>
                </c:pt>
                <c:pt idx="834">
                  <c:v>6767.5930232558139</c:v>
                </c:pt>
                <c:pt idx="835">
                  <c:v>6768.3488372093025</c:v>
                </c:pt>
                <c:pt idx="836">
                  <c:v>6769.104651162791</c:v>
                </c:pt>
                <c:pt idx="837">
                  <c:v>6769.8604651162786</c:v>
                </c:pt>
                <c:pt idx="838">
                  <c:v>6770.6162790697672</c:v>
                </c:pt>
                <c:pt idx="839">
                  <c:v>6771.3720930232557</c:v>
                </c:pt>
                <c:pt idx="840">
                  <c:v>6772.1279069767443</c:v>
                </c:pt>
                <c:pt idx="841">
                  <c:v>6772.8837209302328</c:v>
                </c:pt>
                <c:pt idx="842">
                  <c:v>6773.6395348837214</c:v>
                </c:pt>
                <c:pt idx="843">
                  <c:v>6774.395348837209</c:v>
                </c:pt>
                <c:pt idx="844">
                  <c:v>6775.1511627906975</c:v>
                </c:pt>
                <c:pt idx="845">
                  <c:v>6775.9069767441861</c:v>
                </c:pt>
                <c:pt idx="846">
                  <c:v>6776.6627906976746</c:v>
                </c:pt>
                <c:pt idx="847">
                  <c:v>6777.4186046511632</c:v>
                </c:pt>
                <c:pt idx="848">
                  <c:v>6778.1744186046508</c:v>
                </c:pt>
                <c:pt idx="849">
                  <c:v>6778.9302325581393</c:v>
                </c:pt>
                <c:pt idx="850">
                  <c:v>6779.6860465116279</c:v>
                </c:pt>
                <c:pt idx="851">
                  <c:v>6780.4418604651164</c:v>
                </c:pt>
                <c:pt idx="852">
                  <c:v>6781.1976744186049</c:v>
                </c:pt>
                <c:pt idx="853">
                  <c:v>6781.9534883720926</c:v>
                </c:pt>
                <c:pt idx="854">
                  <c:v>6782.7093023255811</c:v>
                </c:pt>
                <c:pt idx="855">
                  <c:v>6783.4651162790697</c:v>
                </c:pt>
                <c:pt idx="856">
                  <c:v>6784.2209302325582</c:v>
                </c:pt>
                <c:pt idx="857">
                  <c:v>6784.9767441860467</c:v>
                </c:pt>
                <c:pt idx="858">
                  <c:v>6785.7325581395353</c:v>
                </c:pt>
                <c:pt idx="859">
                  <c:v>6786.4883720930229</c:v>
                </c:pt>
                <c:pt idx="860">
                  <c:v>6787.2441860465115</c:v>
                </c:pt>
                <c:pt idx="861">
                  <c:v>6788</c:v>
                </c:pt>
                <c:pt idx="862">
                  <c:v>6788</c:v>
                </c:pt>
                <c:pt idx="863">
                  <c:v>6786</c:v>
                </c:pt>
                <c:pt idx="864">
                  <c:v>6755</c:v>
                </c:pt>
                <c:pt idx="865">
                  <c:v>6778</c:v>
                </c:pt>
                <c:pt idx="866">
                  <c:v>6773</c:v>
                </c:pt>
                <c:pt idx="867">
                  <c:v>6690</c:v>
                </c:pt>
                <c:pt idx="868">
                  <c:v>6682</c:v>
                </c:pt>
                <c:pt idx="869">
                  <c:v>6676</c:v>
                </c:pt>
                <c:pt idx="870">
                  <c:v>6682</c:v>
                </c:pt>
                <c:pt idx="871">
                  <c:v>6681</c:v>
                </c:pt>
                <c:pt idx="872">
                  <c:v>6689</c:v>
                </c:pt>
                <c:pt idx="873">
                  <c:v>6708</c:v>
                </c:pt>
                <c:pt idx="874">
                  <c:v>6692</c:v>
                </c:pt>
                <c:pt idx="875">
                  <c:v>6695</c:v>
                </c:pt>
                <c:pt idx="876">
                  <c:v>6777</c:v>
                </c:pt>
                <c:pt idx="877">
                  <c:v>6693</c:v>
                </c:pt>
                <c:pt idx="878">
                  <c:v>6691</c:v>
                </c:pt>
                <c:pt idx="879">
                  <c:v>6779</c:v>
                </c:pt>
                <c:pt idx="880">
                  <c:v>6671</c:v>
                </c:pt>
                <c:pt idx="881">
                  <c:v>6701</c:v>
                </c:pt>
                <c:pt idx="882">
                  <c:v>6766</c:v>
                </c:pt>
                <c:pt idx="883">
                  <c:v>6764</c:v>
                </c:pt>
                <c:pt idx="884">
                  <c:v>6764</c:v>
                </c:pt>
                <c:pt idx="885">
                  <c:v>6684</c:v>
                </c:pt>
                <c:pt idx="886">
                  <c:v>6764</c:v>
                </c:pt>
                <c:pt idx="887">
                  <c:v>6773</c:v>
                </c:pt>
                <c:pt idx="888">
                  <c:v>6763</c:v>
                </c:pt>
                <c:pt idx="889">
                  <c:v>6777</c:v>
                </c:pt>
                <c:pt idx="890">
                  <c:v>6767</c:v>
                </c:pt>
                <c:pt idx="891">
                  <c:v>6843</c:v>
                </c:pt>
                <c:pt idx="892">
                  <c:v>6754</c:v>
                </c:pt>
                <c:pt idx="893">
                  <c:v>6839</c:v>
                </c:pt>
                <c:pt idx="894">
                  <c:v>6844</c:v>
                </c:pt>
                <c:pt idx="895">
                  <c:v>6847</c:v>
                </c:pt>
                <c:pt idx="896">
                  <c:v>6854</c:v>
                </c:pt>
                <c:pt idx="897">
                  <c:v>6923</c:v>
                </c:pt>
                <c:pt idx="898">
                  <c:v>6833</c:v>
                </c:pt>
                <c:pt idx="899">
                  <c:v>6918</c:v>
                </c:pt>
                <c:pt idx="900">
                  <c:v>6919</c:v>
                </c:pt>
                <c:pt idx="901">
                  <c:v>6830</c:v>
                </c:pt>
                <c:pt idx="902">
                  <c:v>6834</c:v>
                </c:pt>
                <c:pt idx="903">
                  <c:v>6922</c:v>
                </c:pt>
                <c:pt idx="904">
                  <c:v>6919</c:v>
                </c:pt>
                <c:pt idx="905">
                  <c:v>6916</c:v>
                </c:pt>
                <c:pt idx="906">
                  <c:v>6837</c:v>
                </c:pt>
                <c:pt idx="907">
                  <c:v>6918</c:v>
                </c:pt>
                <c:pt idx="908">
                  <c:v>6863</c:v>
                </c:pt>
                <c:pt idx="909">
                  <c:v>6919</c:v>
                </c:pt>
                <c:pt idx="910">
                  <c:v>6927</c:v>
                </c:pt>
                <c:pt idx="911">
                  <c:v>6998</c:v>
                </c:pt>
                <c:pt idx="912">
                  <c:v>6837</c:v>
                </c:pt>
                <c:pt idx="913">
                  <c:v>6912</c:v>
                </c:pt>
                <c:pt idx="914">
                  <c:v>6846</c:v>
                </c:pt>
                <c:pt idx="915">
                  <c:v>6941</c:v>
                </c:pt>
                <c:pt idx="916">
                  <c:v>6923</c:v>
                </c:pt>
                <c:pt idx="917">
                  <c:v>6923</c:v>
                </c:pt>
                <c:pt idx="918">
                  <c:v>6924</c:v>
                </c:pt>
                <c:pt idx="919">
                  <c:v>6947</c:v>
                </c:pt>
                <c:pt idx="920">
                  <c:v>6929</c:v>
                </c:pt>
                <c:pt idx="921">
                  <c:v>6926</c:v>
                </c:pt>
                <c:pt idx="922">
                  <c:v>6933</c:v>
                </c:pt>
                <c:pt idx="923">
                  <c:v>6928</c:v>
                </c:pt>
                <c:pt idx="924">
                  <c:v>6927</c:v>
                </c:pt>
                <c:pt idx="925">
                  <c:v>6931</c:v>
                </c:pt>
                <c:pt idx="926">
                  <c:v>6924</c:v>
                </c:pt>
                <c:pt idx="927">
                  <c:v>6927</c:v>
                </c:pt>
                <c:pt idx="928">
                  <c:v>6925</c:v>
                </c:pt>
                <c:pt idx="929">
                  <c:v>6939</c:v>
                </c:pt>
                <c:pt idx="930">
                  <c:v>6925</c:v>
                </c:pt>
                <c:pt idx="931">
                  <c:v>6920</c:v>
                </c:pt>
                <c:pt idx="932">
                  <c:v>6932</c:v>
                </c:pt>
                <c:pt idx="933">
                  <c:v>6931</c:v>
                </c:pt>
                <c:pt idx="934">
                  <c:v>6928</c:v>
                </c:pt>
                <c:pt idx="935">
                  <c:v>7014</c:v>
                </c:pt>
                <c:pt idx="936">
                  <c:v>7096</c:v>
                </c:pt>
                <c:pt idx="937">
                  <c:v>7098</c:v>
                </c:pt>
                <c:pt idx="938">
                  <c:v>7097</c:v>
                </c:pt>
                <c:pt idx="939">
                  <c:v>7087</c:v>
                </c:pt>
                <c:pt idx="940">
                  <c:v>7095</c:v>
                </c:pt>
                <c:pt idx="941">
                  <c:v>7015</c:v>
                </c:pt>
                <c:pt idx="942">
                  <c:v>7012</c:v>
                </c:pt>
                <c:pt idx="943">
                  <c:v>7093</c:v>
                </c:pt>
                <c:pt idx="944">
                  <c:v>7018</c:v>
                </c:pt>
                <c:pt idx="945">
                  <c:v>7020</c:v>
                </c:pt>
                <c:pt idx="946">
                  <c:v>7017</c:v>
                </c:pt>
                <c:pt idx="947">
                  <c:v>7029</c:v>
                </c:pt>
                <c:pt idx="948">
                  <c:v>7011</c:v>
                </c:pt>
                <c:pt idx="949">
                  <c:v>7034</c:v>
                </c:pt>
                <c:pt idx="950">
                  <c:v>7023</c:v>
                </c:pt>
                <c:pt idx="951">
                  <c:v>7007</c:v>
                </c:pt>
                <c:pt idx="952">
                  <c:v>6937</c:v>
                </c:pt>
                <c:pt idx="953">
                  <c:v>7021</c:v>
                </c:pt>
                <c:pt idx="954">
                  <c:v>7013</c:v>
                </c:pt>
                <c:pt idx="955">
                  <c:v>6944</c:v>
                </c:pt>
                <c:pt idx="956">
                  <c:v>6931</c:v>
                </c:pt>
                <c:pt idx="957">
                  <c:v>7009</c:v>
                </c:pt>
                <c:pt idx="958">
                  <c:v>7011</c:v>
                </c:pt>
                <c:pt idx="959">
                  <c:v>6938</c:v>
                </c:pt>
                <c:pt idx="960">
                  <c:v>6929</c:v>
                </c:pt>
                <c:pt idx="961">
                  <c:v>6931</c:v>
                </c:pt>
                <c:pt idx="962">
                  <c:v>6940</c:v>
                </c:pt>
                <c:pt idx="963">
                  <c:v>7017</c:v>
                </c:pt>
                <c:pt idx="964">
                  <c:v>6933</c:v>
                </c:pt>
                <c:pt idx="965">
                  <c:v>6939</c:v>
                </c:pt>
                <c:pt idx="966">
                  <c:v>6927</c:v>
                </c:pt>
                <c:pt idx="967">
                  <c:v>6925</c:v>
                </c:pt>
                <c:pt idx="968">
                  <c:v>6930</c:v>
                </c:pt>
                <c:pt idx="969">
                  <c:v>6917</c:v>
                </c:pt>
                <c:pt idx="970">
                  <c:v>6936</c:v>
                </c:pt>
                <c:pt idx="971">
                  <c:v>6922</c:v>
                </c:pt>
                <c:pt idx="972">
                  <c:v>6931</c:v>
                </c:pt>
                <c:pt idx="973">
                  <c:v>6934</c:v>
                </c:pt>
                <c:pt idx="974">
                  <c:v>6918</c:v>
                </c:pt>
                <c:pt idx="975">
                  <c:v>6934</c:v>
                </c:pt>
                <c:pt idx="976">
                  <c:v>6926</c:v>
                </c:pt>
                <c:pt idx="977">
                  <c:v>6938</c:v>
                </c:pt>
                <c:pt idx="978">
                  <c:v>6918</c:v>
                </c:pt>
                <c:pt idx="979">
                  <c:v>6922</c:v>
                </c:pt>
                <c:pt idx="980">
                  <c:v>6921</c:v>
                </c:pt>
                <c:pt idx="981">
                  <c:v>6930</c:v>
                </c:pt>
                <c:pt idx="982">
                  <c:v>6926</c:v>
                </c:pt>
                <c:pt idx="983">
                  <c:v>6933</c:v>
                </c:pt>
                <c:pt idx="984">
                  <c:v>6839</c:v>
                </c:pt>
                <c:pt idx="985">
                  <c:v>6849</c:v>
                </c:pt>
                <c:pt idx="986">
                  <c:v>6933</c:v>
                </c:pt>
                <c:pt idx="987">
                  <c:v>6933</c:v>
                </c:pt>
                <c:pt idx="988">
                  <c:v>6839</c:v>
                </c:pt>
                <c:pt idx="989">
                  <c:v>6869</c:v>
                </c:pt>
                <c:pt idx="990">
                  <c:v>6922</c:v>
                </c:pt>
                <c:pt idx="991">
                  <c:v>6841</c:v>
                </c:pt>
                <c:pt idx="992">
                  <c:v>6845</c:v>
                </c:pt>
                <c:pt idx="993">
                  <c:v>6767</c:v>
                </c:pt>
                <c:pt idx="994">
                  <c:v>6835</c:v>
                </c:pt>
                <c:pt idx="995">
                  <c:v>6845</c:v>
                </c:pt>
                <c:pt idx="996">
                  <c:v>6849</c:v>
                </c:pt>
                <c:pt idx="997">
                  <c:v>6866</c:v>
                </c:pt>
                <c:pt idx="998">
                  <c:v>6856</c:v>
                </c:pt>
                <c:pt idx="999">
                  <c:v>6849</c:v>
                </c:pt>
                <c:pt idx="1000">
                  <c:v>6767</c:v>
                </c:pt>
                <c:pt idx="1001">
                  <c:v>6852</c:v>
                </c:pt>
                <c:pt idx="1002">
                  <c:v>6759</c:v>
                </c:pt>
                <c:pt idx="1003">
                  <c:v>6847</c:v>
                </c:pt>
                <c:pt idx="1004">
                  <c:v>6930</c:v>
                </c:pt>
                <c:pt idx="1005">
                  <c:v>6854</c:v>
                </c:pt>
                <c:pt idx="1006">
                  <c:v>6933</c:v>
                </c:pt>
                <c:pt idx="1007">
                  <c:v>6853</c:v>
                </c:pt>
                <c:pt idx="1008">
                  <c:v>6850</c:v>
                </c:pt>
                <c:pt idx="1009">
                  <c:v>6932</c:v>
                </c:pt>
                <c:pt idx="1010">
                  <c:v>6847</c:v>
                </c:pt>
                <c:pt idx="1011">
                  <c:v>6776</c:v>
                </c:pt>
                <c:pt idx="1012">
                  <c:v>6781</c:v>
                </c:pt>
                <c:pt idx="1013">
                  <c:v>6763</c:v>
                </c:pt>
                <c:pt idx="1014">
                  <c:v>6783</c:v>
                </c:pt>
                <c:pt idx="1015">
                  <c:v>6850</c:v>
                </c:pt>
                <c:pt idx="1016">
                  <c:v>6782</c:v>
                </c:pt>
                <c:pt idx="1017">
                  <c:v>6781</c:v>
                </c:pt>
                <c:pt idx="1018">
                  <c:v>6788</c:v>
                </c:pt>
                <c:pt idx="1019">
                  <c:v>6778</c:v>
                </c:pt>
                <c:pt idx="1020">
                  <c:v>6777</c:v>
                </c:pt>
                <c:pt idx="1021">
                  <c:v>6777</c:v>
                </c:pt>
                <c:pt idx="1022">
                  <c:v>6784</c:v>
                </c:pt>
                <c:pt idx="1023">
                  <c:v>6778</c:v>
                </c:pt>
                <c:pt idx="1024">
                  <c:v>6768</c:v>
                </c:pt>
                <c:pt idx="1025">
                  <c:v>6780</c:v>
                </c:pt>
                <c:pt idx="1026">
                  <c:v>6782</c:v>
                </c:pt>
                <c:pt idx="1027">
                  <c:v>6767</c:v>
                </c:pt>
                <c:pt idx="1028">
                  <c:v>6774</c:v>
                </c:pt>
                <c:pt idx="1029">
                  <c:v>6773</c:v>
                </c:pt>
                <c:pt idx="1030">
                  <c:v>6774</c:v>
                </c:pt>
                <c:pt idx="1031">
                  <c:v>6768</c:v>
                </c:pt>
                <c:pt idx="1032">
                  <c:v>6775</c:v>
                </c:pt>
                <c:pt idx="1033">
                  <c:v>6766</c:v>
                </c:pt>
                <c:pt idx="1034">
                  <c:v>6775</c:v>
                </c:pt>
                <c:pt idx="1035">
                  <c:v>6765</c:v>
                </c:pt>
                <c:pt idx="1036">
                  <c:v>6772</c:v>
                </c:pt>
                <c:pt idx="1037">
                  <c:v>6781</c:v>
                </c:pt>
                <c:pt idx="1038">
                  <c:v>6674</c:v>
                </c:pt>
                <c:pt idx="1039">
                  <c:v>6753</c:v>
                </c:pt>
                <c:pt idx="1040">
                  <c:v>6773</c:v>
                </c:pt>
                <c:pt idx="1041">
                  <c:v>6761</c:v>
                </c:pt>
                <c:pt idx="1042">
                  <c:v>6673</c:v>
                </c:pt>
                <c:pt idx="1043">
                  <c:v>6763</c:v>
                </c:pt>
                <c:pt idx="1044">
                  <c:v>6777</c:v>
                </c:pt>
                <c:pt idx="1045">
                  <c:v>6780</c:v>
                </c:pt>
                <c:pt idx="1046">
                  <c:v>6779</c:v>
                </c:pt>
                <c:pt idx="1047">
                  <c:v>6730</c:v>
                </c:pt>
                <c:pt idx="1048">
                  <c:v>6775</c:v>
                </c:pt>
                <c:pt idx="1049">
                  <c:v>6782</c:v>
                </c:pt>
                <c:pt idx="1050">
                  <c:v>6777</c:v>
                </c:pt>
                <c:pt idx="1051">
                  <c:v>6780</c:v>
                </c:pt>
                <c:pt idx="1052">
                  <c:v>6679</c:v>
                </c:pt>
                <c:pt idx="1053">
                  <c:v>6832</c:v>
                </c:pt>
                <c:pt idx="1054">
                  <c:v>6755</c:v>
                </c:pt>
                <c:pt idx="1055">
                  <c:v>6767</c:v>
                </c:pt>
                <c:pt idx="1056">
                  <c:v>6761</c:v>
                </c:pt>
                <c:pt idx="1057">
                  <c:v>6849</c:v>
                </c:pt>
                <c:pt idx="1058">
                  <c:v>6925</c:v>
                </c:pt>
                <c:pt idx="1059">
                  <c:v>6849</c:v>
                </c:pt>
                <c:pt idx="1060">
                  <c:v>6846</c:v>
                </c:pt>
                <c:pt idx="1061">
                  <c:v>6848</c:v>
                </c:pt>
                <c:pt idx="1062">
                  <c:v>6853</c:v>
                </c:pt>
                <c:pt idx="1063">
                  <c:v>6764</c:v>
                </c:pt>
                <c:pt idx="1064">
                  <c:v>6770</c:v>
                </c:pt>
                <c:pt idx="1065">
                  <c:v>6773</c:v>
                </c:pt>
                <c:pt idx="1066">
                  <c:v>6757</c:v>
                </c:pt>
                <c:pt idx="1067">
                  <c:v>6778</c:v>
                </c:pt>
                <c:pt idx="1068">
                  <c:v>6841</c:v>
                </c:pt>
                <c:pt idx="1069">
                  <c:v>6778</c:v>
                </c:pt>
                <c:pt idx="1070">
                  <c:v>6780</c:v>
                </c:pt>
                <c:pt idx="1071">
                  <c:v>6678</c:v>
                </c:pt>
                <c:pt idx="1072">
                  <c:v>6755</c:v>
                </c:pt>
                <c:pt idx="1073">
                  <c:v>6777</c:v>
                </c:pt>
                <c:pt idx="1074">
                  <c:v>6780</c:v>
                </c:pt>
              </c:numCache>
            </c:numRef>
          </c:val>
          <c:smooth val="0"/>
          <c:extLst>
            <c:ext xmlns:c16="http://schemas.microsoft.com/office/drawing/2014/chart" uri="{C3380CC4-5D6E-409C-BE32-E72D297353CC}">
              <c16:uniqueId val="{00000000-9BF3-4E8C-96EC-ABCD03B65EF9}"/>
            </c:ext>
          </c:extLst>
        </c:ser>
        <c:dLbls>
          <c:showLegendKey val="0"/>
          <c:showVal val="0"/>
          <c:showCatName val="0"/>
          <c:showSerName val="0"/>
          <c:showPercent val="0"/>
          <c:showBubbleSize val="0"/>
        </c:dLbls>
        <c:smooth val="0"/>
        <c:axId val="310470144"/>
        <c:axId val="310482624"/>
      </c:lineChart>
      <c:catAx>
        <c:axId val="3104701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310482624"/>
        <c:crosses val="autoZero"/>
        <c:auto val="1"/>
        <c:lblAlgn val="ctr"/>
        <c:lblOffset val="100"/>
        <c:noMultiLvlLbl val="0"/>
      </c:catAx>
      <c:valAx>
        <c:axId val="31048262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31047014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userShapes r:id="rId4"/>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ja-JP" dirty="0"/>
              <a:t>3</a:t>
            </a:r>
            <a:r>
              <a:rPr lang="ja-JP" altLang="en-US" dirty="0"/>
              <a:t>秒ごとの平均縮瞳率</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ja-JP"/>
        </a:p>
      </c:txPr>
    </c:title>
    <c:autoTitleDeleted val="0"/>
    <c:plotArea>
      <c:layout/>
      <c:lineChart>
        <c:grouping val="standard"/>
        <c:varyColors val="0"/>
        <c:ser>
          <c:idx val="0"/>
          <c:order val="0"/>
          <c:tx>
            <c:strRef>
              <c:f>'割合 (2)'!$T$22</c:f>
              <c:strCache>
                <c:ptCount val="1"/>
                <c:pt idx="0">
                  <c:v>17.97cd/m²</c:v>
                </c:pt>
              </c:strCache>
            </c:strRef>
          </c:tx>
          <c:spPr>
            <a:ln w="28575" cap="rnd">
              <a:solidFill>
                <a:schemeClr val="accent1"/>
              </a:solidFill>
              <a:round/>
            </a:ln>
            <a:effectLst/>
          </c:spPr>
          <c:marker>
            <c:symbol val="none"/>
          </c:marker>
          <c:cat>
            <c:strRef>
              <c:f>'割合 (2)'!$U$21:$Z$21</c:f>
              <c:strCache>
                <c:ptCount val="6"/>
                <c:pt idx="0">
                  <c:v>3s</c:v>
                </c:pt>
                <c:pt idx="1">
                  <c:v>6s</c:v>
                </c:pt>
                <c:pt idx="2">
                  <c:v>9s</c:v>
                </c:pt>
                <c:pt idx="3">
                  <c:v>12s</c:v>
                </c:pt>
                <c:pt idx="4">
                  <c:v>15s</c:v>
                </c:pt>
                <c:pt idx="5">
                  <c:v>18s</c:v>
                </c:pt>
              </c:strCache>
            </c:strRef>
          </c:cat>
          <c:val>
            <c:numRef>
              <c:f>'割合 (2)'!$U$22:$Z$22</c:f>
              <c:numCache>
                <c:formatCode>General</c:formatCode>
                <c:ptCount val="6"/>
                <c:pt idx="0">
                  <c:v>0.29530270053831087</c:v>
                </c:pt>
                <c:pt idx="1">
                  <c:v>0.18054137820251018</c:v>
                </c:pt>
                <c:pt idx="2">
                  <c:v>0.12010897436917166</c:v>
                </c:pt>
                <c:pt idx="3">
                  <c:v>9.4943312910319141E-2</c:v>
                </c:pt>
                <c:pt idx="4">
                  <c:v>8.370542916151423E-2</c:v>
                </c:pt>
                <c:pt idx="5">
                  <c:v>7.0532082925775758E-2</c:v>
                </c:pt>
              </c:numCache>
            </c:numRef>
          </c:val>
          <c:smooth val="0"/>
          <c:extLst>
            <c:ext xmlns:c16="http://schemas.microsoft.com/office/drawing/2014/chart" uri="{C3380CC4-5D6E-409C-BE32-E72D297353CC}">
              <c16:uniqueId val="{00000000-0A87-449A-8A13-E97FF9815266}"/>
            </c:ext>
          </c:extLst>
        </c:ser>
        <c:ser>
          <c:idx val="1"/>
          <c:order val="1"/>
          <c:tx>
            <c:strRef>
              <c:f>'割合 (2)'!$T$23</c:f>
              <c:strCache>
                <c:ptCount val="1"/>
                <c:pt idx="0">
                  <c:v>53.08cd/m²</c:v>
                </c:pt>
              </c:strCache>
            </c:strRef>
          </c:tx>
          <c:spPr>
            <a:ln w="28575" cap="rnd">
              <a:solidFill>
                <a:schemeClr val="accent2"/>
              </a:solidFill>
              <a:round/>
            </a:ln>
            <a:effectLst/>
          </c:spPr>
          <c:marker>
            <c:symbol val="none"/>
          </c:marker>
          <c:cat>
            <c:strRef>
              <c:f>'割合 (2)'!$U$21:$Z$21</c:f>
              <c:strCache>
                <c:ptCount val="6"/>
                <c:pt idx="0">
                  <c:v>3s</c:v>
                </c:pt>
                <c:pt idx="1">
                  <c:v>6s</c:v>
                </c:pt>
                <c:pt idx="2">
                  <c:v>9s</c:v>
                </c:pt>
                <c:pt idx="3">
                  <c:v>12s</c:v>
                </c:pt>
                <c:pt idx="4">
                  <c:v>15s</c:v>
                </c:pt>
                <c:pt idx="5">
                  <c:v>18s</c:v>
                </c:pt>
              </c:strCache>
            </c:strRef>
          </c:cat>
          <c:val>
            <c:numRef>
              <c:f>'割合 (2)'!$U$23:$Z$23</c:f>
              <c:numCache>
                <c:formatCode>General</c:formatCode>
                <c:ptCount val="6"/>
                <c:pt idx="0">
                  <c:v>0.34350518439197253</c:v>
                </c:pt>
                <c:pt idx="1">
                  <c:v>0.22900165648784532</c:v>
                </c:pt>
                <c:pt idx="2">
                  <c:v>0.17197331683033262</c:v>
                </c:pt>
                <c:pt idx="3">
                  <c:v>0.13961290083635139</c:v>
                </c:pt>
                <c:pt idx="4">
                  <c:v>0.13841748899138551</c:v>
                </c:pt>
                <c:pt idx="5">
                  <c:v>0.1211886180648197</c:v>
                </c:pt>
              </c:numCache>
            </c:numRef>
          </c:val>
          <c:smooth val="0"/>
          <c:extLst>
            <c:ext xmlns:c16="http://schemas.microsoft.com/office/drawing/2014/chart" uri="{C3380CC4-5D6E-409C-BE32-E72D297353CC}">
              <c16:uniqueId val="{00000001-0A87-449A-8A13-E97FF9815266}"/>
            </c:ext>
          </c:extLst>
        </c:ser>
        <c:ser>
          <c:idx val="2"/>
          <c:order val="2"/>
          <c:tx>
            <c:strRef>
              <c:f>'割合 (2)'!$T$24</c:f>
              <c:strCache>
                <c:ptCount val="1"/>
                <c:pt idx="0">
                  <c:v>80.22cd/m²</c:v>
                </c:pt>
              </c:strCache>
            </c:strRef>
          </c:tx>
          <c:spPr>
            <a:ln w="28575" cap="rnd">
              <a:solidFill>
                <a:schemeClr val="accent3"/>
              </a:solidFill>
              <a:round/>
            </a:ln>
            <a:effectLst/>
          </c:spPr>
          <c:marker>
            <c:symbol val="none"/>
          </c:marker>
          <c:cat>
            <c:strRef>
              <c:f>'割合 (2)'!$U$21:$Z$21</c:f>
              <c:strCache>
                <c:ptCount val="6"/>
                <c:pt idx="0">
                  <c:v>3s</c:v>
                </c:pt>
                <c:pt idx="1">
                  <c:v>6s</c:v>
                </c:pt>
                <c:pt idx="2">
                  <c:v>9s</c:v>
                </c:pt>
                <c:pt idx="3">
                  <c:v>12s</c:v>
                </c:pt>
                <c:pt idx="4">
                  <c:v>15s</c:v>
                </c:pt>
                <c:pt idx="5">
                  <c:v>18s</c:v>
                </c:pt>
              </c:strCache>
            </c:strRef>
          </c:cat>
          <c:val>
            <c:numRef>
              <c:f>'割合 (2)'!$U$24:$Z$24</c:f>
              <c:numCache>
                <c:formatCode>General</c:formatCode>
                <c:ptCount val="6"/>
                <c:pt idx="0">
                  <c:v>0.33775500562166899</c:v>
                </c:pt>
                <c:pt idx="1">
                  <c:v>0.21302992093915377</c:v>
                </c:pt>
                <c:pt idx="2">
                  <c:v>0.14662380830323352</c:v>
                </c:pt>
                <c:pt idx="3">
                  <c:v>0.11872319219706419</c:v>
                </c:pt>
                <c:pt idx="4">
                  <c:v>0.10582326997002496</c:v>
                </c:pt>
                <c:pt idx="5">
                  <c:v>9.3867730088252638E-2</c:v>
                </c:pt>
              </c:numCache>
            </c:numRef>
          </c:val>
          <c:smooth val="0"/>
          <c:extLst>
            <c:ext xmlns:c16="http://schemas.microsoft.com/office/drawing/2014/chart" uri="{C3380CC4-5D6E-409C-BE32-E72D297353CC}">
              <c16:uniqueId val="{00000002-0A87-449A-8A13-E97FF9815266}"/>
            </c:ext>
          </c:extLst>
        </c:ser>
        <c:dLbls>
          <c:showLegendKey val="0"/>
          <c:showVal val="0"/>
          <c:showCatName val="0"/>
          <c:showSerName val="0"/>
          <c:showPercent val="0"/>
          <c:showBubbleSize val="0"/>
        </c:dLbls>
        <c:smooth val="0"/>
        <c:axId val="1179180831"/>
        <c:axId val="1179182751"/>
      </c:lineChart>
      <c:catAx>
        <c:axId val="11791808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ja-JP"/>
          </a:p>
        </c:txPr>
        <c:crossAx val="1179182751"/>
        <c:crosses val="autoZero"/>
        <c:auto val="1"/>
        <c:lblAlgn val="ctr"/>
        <c:lblOffset val="100"/>
        <c:noMultiLvlLbl val="0"/>
      </c:catAx>
      <c:valAx>
        <c:axId val="1179182751"/>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17918083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chart>
  <c:spPr>
    <a:noFill/>
    <a:ln>
      <a:noFill/>
    </a:ln>
    <a:effectLst/>
  </c:spPr>
  <c:txPr>
    <a:bodyPr/>
    <a:lstStyle/>
    <a:p>
      <a:pPr>
        <a:defRPr/>
      </a:pPr>
      <a:endParaRPr lang="ja-JP"/>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0.89525</cdr:x>
      <cdr:y>0.84031</cdr:y>
    </cdr:from>
    <cdr:to>
      <cdr:x>1</cdr:x>
      <cdr:y>0.94871</cdr:y>
    </cdr:to>
    <cdr:sp macro="" textlink="">
      <cdr:nvSpPr>
        <cdr:cNvPr id="2" name="テキスト ボックス 1"/>
        <cdr:cNvSpPr txBox="1"/>
      </cdr:nvSpPr>
      <cdr:spPr>
        <a:xfrm xmlns:a="http://schemas.openxmlformats.org/drawingml/2006/main">
          <a:off x="4834394" y="1693628"/>
          <a:ext cx="565646" cy="218494"/>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ja-JP" altLang="en-US" sz="1100" kern="1200"/>
        </a:p>
      </cdr:txBody>
    </cdr:sp>
  </cdr:relSizeAnchor>
  <cdr:relSizeAnchor xmlns:cdr="http://schemas.openxmlformats.org/drawingml/2006/chartDrawing">
    <cdr:from>
      <cdr:x>0.62727</cdr:x>
      <cdr:y>0.78507</cdr:y>
    </cdr:from>
    <cdr:to>
      <cdr:x>1</cdr:x>
      <cdr:y>1</cdr:y>
    </cdr:to>
    <cdr:sp macro="" textlink="">
      <cdr:nvSpPr>
        <cdr:cNvPr id="3" name="テキスト ボックス 2"/>
        <cdr:cNvSpPr txBox="1"/>
      </cdr:nvSpPr>
      <cdr:spPr>
        <a:xfrm xmlns:a="http://schemas.openxmlformats.org/drawingml/2006/main">
          <a:off x="3387257" y="1582309"/>
          <a:ext cx="2012783" cy="433181"/>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ja-JP" altLang="en-US" sz="1100" kern="1200"/>
        </a:p>
      </cdr:txBody>
    </cdr:sp>
  </cdr:relSizeAnchor>
  <cdr:relSizeAnchor xmlns:cdr="http://schemas.openxmlformats.org/drawingml/2006/chartDrawing">
    <cdr:from>
      <cdr:x>0.15332</cdr:x>
      <cdr:y>0.20312</cdr:y>
    </cdr:from>
    <cdr:to>
      <cdr:x>0.15332</cdr:x>
      <cdr:y>0.62691</cdr:y>
    </cdr:to>
    <cdr:cxnSp macro="">
      <cdr:nvCxnSpPr>
        <cdr:cNvPr id="4" name="直線コネクタ 3">
          <a:extLst xmlns:a="http://schemas.openxmlformats.org/drawingml/2006/main">
            <a:ext uri="{FF2B5EF4-FFF2-40B4-BE49-F238E27FC236}">
              <a16:creationId xmlns:a16="http://schemas.microsoft.com/office/drawing/2014/main" id="{47CF599A-25CB-CC76-29DE-8B0FD3540739}"/>
            </a:ext>
          </a:extLst>
        </cdr:cNvPr>
        <cdr:cNvCxnSpPr/>
      </cdr:nvCxnSpPr>
      <cdr:spPr>
        <a:xfrm xmlns:a="http://schemas.openxmlformats.org/drawingml/2006/main">
          <a:off x="1716535" y="467995"/>
          <a:ext cx="0" cy="976403"/>
        </a:xfrm>
        <a:prstGeom xmlns:a="http://schemas.openxmlformats.org/drawingml/2006/main" prst="line">
          <a:avLst/>
        </a:prstGeom>
        <a:ln xmlns:a="http://schemas.openxmlformats.org/drawingml/2006/main">
          <a:solidFill>
            <a:schemeClr val="bg1">
              <a:lumMod val="85000"/>
            </a:schemeClr>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2.xml><?xml version="1.0" encoding="utf-8"?>
<c:userShapes xmlns:c="http://schemas.openxmlformats.org/drawingml/2006/chart">
  <cdr:relSizeAnchor xmlns:cdr="http://schemas.openxmlformats.org/drawingml/2006/chartDrawing">
    <cdr:from>
      <cdr:x>0.15377</cdr:x>
      <cdr:y>0.15682</cdr:y>
    </cdr:from>
    <cdr:to>
      <cdr:x>0.15377</cdr:x>
      <cdr:y>0.58061</cdr:y>
    </cdr:to>
    <cdr:cxnSp macro="">
      <cdr:nvCxnSpPr>
        <cdr:cNvPr id="2" name="直線コネクタ 1">
          <a:extLst xmlns:a="http://schemas.openxmlformats.org/drawingml/2006/main">
            <a:ext uri="{FF2B5EF4-FFF2-40B4-BE49-F238E27FC236}">
              <a16:creationId xmlns:a16="http://schemas.microsoft.com/office/drawing/2014/main" id="{2EB4717D-7EC3-9F8D-3C7A-67049F97FE91}"/>
            </a:ext>
          </a:extLst>
        </cdr:cNvPr>
        <cdr:cNvCxnSpPr/>
      </cdr:nvCxnSpPr>
      <cdr:spPr>
        <a:xfrm xmlns:a="http://schemas.openxmlformats.org/drawingml/2006/main">
          <a:off x="1721615" y="361315"/>
          <a:ext cx="0" cy="976403"/>
        </a:xfrm>
        <a:prstGeom xmlns:a="http://schemas.openxmlformats.org/drawingml/2006/main" prst="line">
          <a:avLst/>
        </a:prstGeom>
        <a:ln xmlns:a="http://schemas.openxmlformats.org/drawingml/2006/main">
          <a:solidFill>
            <a:schemeClr val="bg1">
              <a:lumMod val="85000"/>
            </a:schemeClr>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3.xml><?xml version="1.0" encoding="utf-8"?>
<c:userShapes xmlns:c="http://schemas.openxmlformats.org/drawingml/2006/chart">
  <cdr:relSizeAnchor xmlns:cdr="http://schemas.openxmlformats.org/drawingml/2006/chartDrawing">
    <cdr:from>
      <cdr:x>0.15332</cdr:x>
      <cdr:y>0.17666</cdr:y>
    </cdr:from>
    <cdr:to>
      <cdr:x>0.15332</cdr:x>
      <cdr:y>0.60045</cdr:y>
    </cdr:to>
    <cdr:cxnSp macro="">
      <cdr:nvCxnSpPr>
        <cdr:cNvPr id="2" name="直線コネクタ 1">
          <a:extLst xmlns:a="http://schemas.openxmlformats.org/drawingml/2006/main">
            <a:ext uri="{FF2B5EF4-FFF2-40B4-BE49-F238E27FC236}">
              <a16:creationId xmlns:a16="http://schemas.microsoft.com/office/drawing/2014/main" id="{2EB4717D-7EC3-9F8D-3C7A-67049F97FE91}"/>
            </a:ext>
          </a:extLst>
        </cdr:cNvPr>
        <cdr:cNvCxnSpPr/>
      </cdr:nvCxnSpPr>
      <cdr:spPr>
        <a:xfrm xmlns:a="http://schemas.openxmlformats.org/drawingml/2006/main">
          <a:off x="1716535" y="407035"/>
          <a:ext cx="0" cy="976403"/>
        </a:xfrm>
        <a:prstGeom xmlns:a="http://schemas.openxmlformats.org/drawingml/2006/main" prst="line">
          <a:avLst/>
        </a:prstGeom>
        <a:ln xmlns:a="http://schemas.openxmlformats.org/drawingml/2006/main">
          <a:solidFill>
            <a:schemeClr val="bg1">
              <a:lumMod val="85000"/>
            </a:schemeClr>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4.xml><?xml version="1.0" encoding="utf-8"?>
<c:userShapes xmlns:c="http://schemas.openxmlformats.org/drawingml/2006/chart">
  <cdr:relSizeAnchor xmlns:cdr="http://schemas.openxmlformats.org/drawingml/2006/chartDrawing">
    <cdr:from>
      <cdr:x>0.48238</cdr:x>
      <cdr:y>0.14233</cdr:y>
    </cdr:from>
    <cdr:to>
      <cdr:x>0.48238</cdr:x>
      <cdr:y>0.42292</cdr:y>
    </cdr:to>
    <cdr:cxnSp macro="">
      <cdr:nvCxnSpPr>
        <cdr:cNvPr id="3" name="直線矢印コネクタ 2">
          <a:extLst xmlns:a="http://schemas.openxmlformats.org/drawingml/2006/main">
            <a:ext uri="{FF2B5EF4-FFF2-40B4-BE49-F238E27FC236}">
              <a16:creationId xmlns:a16="http://schemas.microsoft.com/office/drawing/2014/main" id="{7BCCCF92-9218-57E0-E3E5-8162AF8AA4B4}"/>
            </a:ext>
          </a:extLst>
        </cdr:cNvPr>
        <cdr:cNvCxnSpPr/>
      </cdr:nvCxnSpPr>
      <cdr:spPr>
        <a:xfrm xmlns:a="http://schemas.openxmlformats.org/drawingml/2006/main">
          <a:off x="4832109" y="390436"/>
          <a:ext cx="0" cy="769717"/>
        </a:xfrm>
        <a:prstGeom xmlns:a="http://schemas.openxmlformats.org/drawingml/2006/main" prst="straightConnector1">
          <a:avLst/>
        </a:prstGeom>
        <a:ln xmlns:a="http://schemas.openxmlformats.org/drawingml/2006/main" w="19050" cap="flat" cmpd="sng" algn="ctr">
          <a:solidFill>
            <a:schemeClr val="accent2"/>
          </a:solidFill>
          <a:prstDash val="solid"/>
          <a:round/>
          <a:headEnd type="arrow" w="med" len="med"/>
          <a:tailEnd type="arrow" w="med" len="med"/>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cxnSp>
  </cdr:relSizeAnchor>
  <cdr:relSizeAnchor xmlns:cdr="http://schemas.openxmlformats.org/drawingml/2006/chartDrawing">
    <cdr:from>
      <cdr:x>0.56269</cdr:x>
      <cdr:y>0.14233</cdr:y>
    </cdr:from>
    <cdr:to>
      <cdr:x>0.56269</cdr:x>
      <cdr:y>0.36778</cdr:y>
    </cdr:to>
    <cdr:cxnSp macro="">
      <cdr:nvCxnSpPr>
        <cdr:cNvPr id="10" name="直線矢印コネクタ 9">
          <a:extLst xmlns:a="http://schemas.openxmlformats.org/drawingml/2006/main">
            <a:ext uri="{FF2B5EF4-FFF2-40B4-BE49-F238E27FC236}">
              <a16:creationId xmlns:a16="http://schemas.microsoft.com/office/drawing/2014/main" id="{8BCF1110-C683-4B70-6F56-74C4F8CF875B}"/>
            </a:ext>
          </a:extLst>
        </cdr:cNvPr>
        <cdr:cNvCxnSpPr/>
      </cdr:nvCxnSpPr>
      <cdr:spPr>
        <a:xfrm xmlns:a="http://schemas.openxmlformats.org/drawingml/2006/main">
          <a:off x="5636506" y="390436"/>
          <a:ext cx="0" cy="618463"/>
        </a:xfrm>
        <a:prstGeom xmlns:a="http://schemas.openxmlformats.org/drawingml/2006/main" prst="straightConnector1">
          <a:avLst/>
        </a:prstGeom>
        <a:ln xmlns:a="http://schemas.openxmlformats.org/drawingml/2006/main" w="19050" cap="flat" cmpd="sng" algn="ctr">
          <a:solidFill>
            <a:schemeClr val="accent2"/>
          </a:solidFill>
          <a:prstDash val="solid"/>
          <a:round/>
          <a:headEnd type="arrow" w="med" len="med"/>
          <a:tailEnd type="arrow" w="med" len="med"/>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cxnSp>
  </cdr:relSizeAnchor>
  <cdr:relSizeAnchor xmlns:cdr="http://schemas.openxmlformats.org/drawingml/2006/chartDrawing">
    <cdr:from>
      <cdr:x>0.63956</cdr:x>
      <cdr:y>0.14233</cdr:y>
    </cdr:from>
    <cdr:to>
      <cdr:x>0.63956</cdr:x>
      <cdr:y>0.2961</cdr:y>
    </cdr:to>
    <cdr:cxnSp macro="">
      <cdr:nvCxnSpPr>
        <cdr:cNvPr id="13" name="直線矢印コネクタ 12">
          <a:extLst xmlns:a="http://schemas.openxmlformats.org/drawingml/2006/main">
            <a:ext uri="{FF2B5EF4-FFF2-40B4-BE49-F238E27FC236}">
              <a16:creationId xmlns:a16="http://schemas.microsoft.com/office/drawing/2014/main" id="{3E801E99-4B13-0ABB-6247-A7C27EF1623B}"/>
            </a:ext>
          </a:extLst>
        </cdr:cNvPr>
        <cdr:cNvCxnSpPr/>
      </cdr:nvCxnSpPr>
      <cdr:spPr>
        <a:xfrm xmlns:a="http://schemas.openxmlformats.org/drawingml/2006/main">
          <a:off x="6406527" y="390436"/>
          <a:ext cx="0" cy="421819"/>
        </a:xfrm>
        <a:prstGeom xmlns:a="http://schemas.openxmlformats.org/drawingml/2006/main" prst="straightConnector1">
          <a:avLst/>
        </a:prstGeom>
        <a:ln xmlns:a="http://schemas.openxmlformats.org/drawingml/2006/main" w="19050" cap="flat" cmpd="sng" algn="ctr">
          <a:solidFill>
            <a:schemeClr val="accent2"/>
          </a:solidFill>
          <a:prstDash val="solid"/>
          <a:round/>
          <a:headEnd type="arrow" w="med" len="med"/>
          <a:tailEnd type="arrow" w="med" len="med"/>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cxnSp>
  </cdr:relSizeAnchor>
  <cdr:relSizeAnchor xmlns:cdr="http://schemas.openxmlformats.org/drawingml/2006/chartDrawing">
    <cdr:from>
      <cdr:x>0.71643</cdr:x>
      <cdr:y>0.14233</cdr:y>
    </cdr:from>
    <cdr:to>
      <cdr:x>0.71643</cdr:x>
      <cdr:y>0.24999</cdr:y>
    </cdr:to>
    <cdr:cxnSp macro="">
      <cdr:nvCxnSpPr>
        <cdr:cNvPr id="17" name="直線矢印コネクタ 16">
          <a:extLst xmlns:a="http://schemas.openxmlformats.org/drawingml/2006/main">
            <a:ext uri="{FF2B5EF4-FFF2-40B4-BE49-F238E27FC236}">
              <a16:creationId xmlns:a16="http://schemas.microsoft.com/office/drawing/2014/main" id="{0A50B363-52AF-F920-1B22-5B262C2D1957}"/>
            </a:ext>
          </a:extLst>
        </cdr:cNvPr>
        <cdr:cNvCxnSpPr/>
      </cdr:nvCxnSpPr>
      <cdr:spPr>
        <a:xfrm xmlns:a="http://schemas.openxmlformats.org/drawingml/2006/main">
          <a:off x="7176548" y="390436"/>
          <a:ext cx="0" cy="295329"/>
        </a:xfrm>
        <a:prstGeom xmlns:a="http://schemas.openxmlformats.org/drawingml/2006/main" prst="straightConnector1">
          <a:avLst/>
        </a:prstGeom>
        <a:ln xmlns:a="http://schemas.openxmlformats.org/drawingml/2006/main" w="19050" cap="flat" cmpd="sng" algn="ctr">
          <a:solidFill>
            <a:schemeClr val="accent2"/>
          </a:solidFill>
          <a:prstDash val="solid"/>
          <a:round/>
          <a:headEnd type="arrow" w="med" len="med"/>
          <a:tailEnd type="arrow" w="med" len="med"/>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cxnSp>
  </cdr:relSizeAnchor>
  <cdr:relSizeAnchor xmlns:cdr="http://schemas.openxmlformats.org/drawingml/2006/chartDrawing">
    <cdr:from>
      <cdr:x>0.79673</cdr:x>
      <cdr:y>0.14233</cdr:y>
    </cdr:from>
    <cdr:to>
      <cdr:x>0.79673</cdr:x>
      <cdr:y>0.25249</cdr:y>
    </cdr:to>
    <cdr:cxnSp macro="">
      <cdr:nvCxnSpPr>
        <cdr:cNvPr id="21" name="直線矢印コネクタ 20">
          <a:extLst xmlns:a="http://schemas.openxmlformats.org/drawingml/2006/main">
            <a:ext uri="{FF2B5EF4-FFF2-40B4-BE49-F238E27FC236}">
              <a16:creationId xmlns:a16="http://schemas.microsoft.com/office/drawing/2014/main" id="{8B4AA2F8-7E05-265C-01D9-6D4280AF0A51}"/>
            </a:ext>
          </a:extLst>
        </cdr:cNvPr>
        <cdr:cNvCxnSpPr/>
      </cdr:nvCxnSpPr>
      <cdr:spPr>
        <a:xfrm xmlns:a="http://schemas.openxmlformats.org/drawingml/2006/main">
          <a:off x="7980945" y="390436"/>
          <a:ext cx="0" cy="302204"/>
        </a:xfrm>
        <a:prstGeom xmlns:a="http://schemas.openxmlformats.org/drawingml/2006/main" prst="straightConnector1">
          <a:avLst/>
        </a:prstGeom>
        <a:ln xmlns:a="http://schemas.openxmlformats.org/drawingml/2006/main" w="19050" cap="flat" cmpd="sng" algn="ctr">
          <a:solidFill>
            <a:schemeClr val="accent2"/>
          </a:solidFill>
          <a:prstDash val="solid"/>
          <a:round/>
          <a:headEnd type="arrow" w="med" len="med"/>
          <a:tailEnd type="arrow" w="med" len="med"/>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cxnSp>
  </cdr:relSizeAnchor>
  <cdr:relSizeAnchor xmlns:cdr="http://schemas.openxmlformats.org/drawingml/2006/chartDrawing">
    <cdr:from>
      <cdr:x>0.87634</cdr:x>
      <cdr:y>0.14233</cdr:y>
    </cdr:from>
    <cdr:to>
      <cdr:x>0.87634</cdr:x>
      <cdr:y>0.22743</cdr:y>
    </cdr:to>
    <cdr:cxnSp macro="">
      <cdr:nvCxnSpPr>
        <cdr:cNvPr id="24" name="直線矢印コネクタ 23">
          <a:extLst xmlns:a="http://schemas.openxmlformats.org/drawingml/2006/main">
            <a:ext uri="{FF2B5EF4-FFF2-40B4-BE49-F238E27FC236}">
              <a16:creationId xmlns:a16="http://schemas.microsoft.com/office/drawing/2014/main" id="{69AF2FD7-3629-355D-58B2-52C03CEE4A44}"/>
            </a:ext>
          </a:extLst>
        </cdr:cNvPr>
        <cdr:cNvCxnSpPr/>
      </cdr:nvCxnSpPr>
      <cdr:spPr>
        <a:xfrm xmlns:a="http://schemas.openxmlformats.org/drawingml/2006/main">
          <a:off x="8778467" y="390436"/>
          <a:ext cx="0" cy="233452"/>
        </a:xfrm>
        <a:prstGeom xmlns:a="http://schemas.openxmlformats.org/drawingml/2006/main" prst="straightConnector1">
          <a:avLst/>
        </a:prstGeom>
        <a:ln xmlns:a="http://schemas.openxmlformats.org/drawingml/2006/main" w="19050" cap="flat" cmpd="sng" algn="ctr">
          <a:solidFill>
            <a:schemeClr val="accent2"/>
          </a:solidFill>
          <a:prstDash val="solid"/>
          <a:round/>
          <a:headEnd type="arrow" w="med" len="med"/>
          <a:tailEnd type="arrow" w="med" len="med"/>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cxnSp>
  </cdr:relSizeAnchor>
</c:userShapes>
</file>

<file path=ppt/drawings/drawing5.xml><?xml version="1.0" encoding="utf-8"?>
<c:userShapes xmlns:c="http://schemas.openxmlformats.org/drawingml/2006/chart">
  <cdr:relSizeAnchor xmlns:cdr="http://schemas.openxmlformats.org/drawingml/2006/chartDrawing">
    <cdr:from>
      <cdr:x>0.07735</cdr:x>
      <cdr:y>0.18769</cdr:y>
    </cdr:from>
    <cdr:to>
      <cdr:x>0.07735</cdr:x>
      <cdr:y>0.66439</cdr:y>
    </cdr:to>
    <cdr:cxnSp macro="">
      <cdr:nvCxnSpPr>
        <cdr:cNvPr id="2" name="直線コネクタ 1">
          <a:extLst xmlns:a="http://schemas.openxmlformats.org/drawingml/2006/main">
            <a:ext uri="{FF2B5EF4-FFF2-40B4-BE49-F238E27FC236}">
              <a16:creationId xmlns:a16="http://schemas.microsoft.com/office/drawing/2014/main" id="{2EB4717D-7EC3-9F8D-3C7A-67049F97FE91}"/>
            </a:ext>
          </a:extLst>
        </cdr:cNvPr>
        <cdr:cNvCxnSpPr/>
      </cdr:nvCxnSpPr>
      <cdr:spPr>
        <a:xfrm xmlns:a="http://schemas.openxmlformats.org/drawingml/2006/main">
          <a:off x="832615" y="432435"/>
          <a:ext cx="0" cy="1098323"/>
        </a:xfrm>
        <a:prstGeom xmlns:a="http://schemas.openxmlformats.org/drawingml/2006/main" prst="line">
          <a:avLst/>
        </a:prstGeom>
        <a:ln xmlns:a="http://schemas.openxmlformats.org/drawingml/2006/main">
          <a:solidFill>
            <a:schemeClr val="bg1">
              <a:lumMod val="85000"/>
            </a:schemeClr>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6.xml><?xml version="1.0" encoding="utf-8"?>
<c:userShapes xmlns:c="http://schemas.openxmlformats.org/drawingml/2006/chart">
  <cdr:relSizeAnchor xmlns:cdr="http://schemas.openxmlformats.org/drawingml/2006/chartDrawing">
    <cdr:from>
      <cdr:x>0.07782</cdr:x>
      <cdr:y>0.18548</cdr:y>
    </cdr:from>
    <cdr:to>
      <cdr:x>0.07782</cdr:x>
      <cdr:y>0.66219</cdr:y>
    </cdr:to>
    <cdr:cxnSp macro="">
      <cdr:nvCxnSpPr>
        <cdr:cNvPr id="2" name="直線コネクタ 1">
          <a:extLst xmlns:a="http://schemas.openxmlformats.org/drawingml/2006/main">
            <a:ext uri="{FF2B5EF4-FFF2-40B4-BE49-F238E27FC236}">
              <a16:creationId xmlns:a16="http://schemas.microsoft.com/office/drawing/2014/main" id="{E8C01003-B146-885F-2A7E-D5E1A3ABD6DC}"/>
            </a:ext>
          </a:extLst>
        </cdr:cNvPr>
        <cdr:cNvCxnSpPr/>
      </cdr:nvCxnSpPr>
      <cdr:spPr>
        <a:xfrm xmlns:a="http://schemas.openxmlformats.org/drawingml/2006/main">
          <a:off x="837695" y="427355"/>
          <a:ext cx="0" cy="1098323"/>
        </a:xfrm>
        <a:prstGeom xmlns:a="http://schemas.openxmlformats.org/drawingml/2006/main" prst="line">
          <a:avLst/>
        </a:prstGeom>
        <a:ln xmlns:a="http://schemas.openxmlformats.org/drawingml/2006/main">
          <a:solidFill>
            <a:schemeClr val="bg1">
              <a:lumMod val="85000"/>
            </a:schemeClr>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7.xml><?xml version="1.0" encoding="utf-8"?>
<c:userShapes xmlns:c="http://schemas.openxmlformats.org/drawingml/2006/chart">
  <cdr:relSizeAnchor xmlns:cdr="http://schemas.openxmlformats.org/drawingml/2006/chartDrawing">
    <cdr:from>
      <cdr:x>0.07688</cdr:x>
      <cdr:y>0.18989</cdr:y>
    </cdr:from>
    <cdr:to>
      <cdr:x>0.07688</cdr:x>
      <cdr:y>0.6666</cdr:y>
    </cdr:to>
    <cdr:cxnSp macro="">
      <cdr:nvCxnSpPr>
        <cdr:cNvPr id="2" name="直線コネクタ 1">
          <a:extLst xmlns:a="http://schemas.openxmlformats.org/drawingml/2006/main">
            <a:ext uri="{FF2B5EF4-FFF2-40B4-BE49-F238E27FC236}">
              <a16:creationId xmlns:a16="http://schemas.microsoft.com/office/drawing/2014/main" id="{E8C01003-B146-885F-2A7E-D5E1A3ABD6DC}"/>
            </a:ext>
          </a:extLst>
        </cdr:cNvPr>
        <cdr:cNvCxnSpPr/>
      </cdr:nvCxnSpPr>
      <cdr:spPr>
        <a:xfrm xmlns:a="http://schemas.openxmlformats.org/drawingml/2006/main">
          <a:off x="827535" y="437515"/>
          <a:ext cx="0" cy="1098323"/>
        </a:xfrm>
        <a:prstGeom xmlns:a="http://schemas.openxmlformats.org/drawingml/2006/main" prst="line">
          <a:avLst/>
        </a:prstGeom>
        <a:ln xmlns:a="http://schemas.openxmlformats.org/drawingml/2006/main">
          <a:solidFill>
            <a:schemeClr val="bg1">
              <a:lumMod val="85000"/>
            </a:schemeClr>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8.xml><?xml version="1.0" encoding="utf-8"?>
<c:userShapes xmlns:c="http://schemas.openxmlformats.org/drawingml/2006/chart">
  <cdr:relSizeAnchor xmlns:cdr="http://schemas.openxmlformats.org/drawingml/2006/chartDrawing">
    <cdr:from>
      <cdr:x>0.48238</cdr:x>
      <cdr:y>0.14233</cdr:y>
    </cdr:from>
    <cdr:to>
      <cdr:x>0.48238</cdr:x>
      <cdr:y>0.42292</cdr:y>
    </cdr:to>
    <cdr:cxnSp macro="">
      <cdr:nvCxnSpPr>
        <cdr:cNvPr id="3" name="直線矢印コネクタ 2">
          <a:extLst xmlns:a="http://schemas.openxmlformats.org/drawingml/2006/main">
            <a:ext uri="{FF2B5EF4-FFF2-40B4-BE49-F238E27FC236}">
              <a16:creationId xmlns:a16="http://schemas.microsoft.com/office/drawing/2014/main" id="{7BCCCF92-9218-57E0-E3E5-8162AF8AA4B4}"/>
            </a:ext>
          </a:extLst>
        </cdr:cNvPr>
        <cdr:cNvCxnSpPr/>
      </cdr:nvCxnSpPr>
      <cdr:spPr>
        <a:xfrm xmlns:a="http://schemas.openxmlformats.org/drawingml/2006/main">
          <a:off x="4832109" y="390436"/>
          <a:ext cx="0" cy="769717"/>
        </a:xfrm>
        <a:prstGeom xmlns:a="http://schemas.openxmlformats.org/drawingml/2006/main" prst="straightConnector1">
          <a:avLst/>
        </a:prstGeom>
        <a:ln xmlns:a="http://schemas.openxmlformats.org/drawingml/2006/main" w="19050" cap="flat" cmpd="sng" algn="ctr">
          <a:solidFill>
            <a:schemeClr val="accent2"/>
          </a:solidFill>
          <a:prstDash val="solid"/>
          <a:round/>
          <a:headEnd type="arrow" w="med" len="med"/>
          <a:tailEnd type="arrow" w="med" len="med"/>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cxnSp>
  </cdr:relSizeAnchor>
  <cdr:relSizeAnchor xmlns:cdr="http://schemas.openxmlformats.org/drawingml/2006/chartDrawing">
    <cdr:from>
      <cdr:x>0.56269</cdr:x>
      <cdr:y>0.14233</cdr:y>
    </cdr:from>
    <cdr:to>
      <cdr:x>0.56269</cdr:x>
      <cdr:y>0.36778</cdr:y>
    </cdr:to>
    <cdr:cxnSp macro="">
      <cdr:nvCxnSpPr>
        <cdr:cNvPr id="10" name="直線矢印コネクタ 9">
          <a:extLst xmlns:a="http://schemas.openxmlformats.org/drawingml/2006/main">
            <a:ext uri="{FF2B5EF4-FFF2-40B4-BE49-F238E27FC236}">
              <a16:creationId xmlns:a16="http://schemas.microsoft.com/office/drawing/2014/main" id="{8BCF1110-C683-4B70-6F56-74C4F8CF875B}"/>
            </a:ext>
          </a:extLst>
        </cdr:cNvPr>
        <cdr:cNvCxnSpPr/>
      </cdr:nvCxnSpPr>
      <cdr:spPr>
        <a:xfrm xmlns:a="http://schemas.openxmlformats.org/drawingml/2006/main">
          <a:off x="5636506" y="390436"/>
          <a:ext cx="0" cy="618463"/>
        </a:xfrm>
        <a:prstGeom xmlns:a="http://schemas.openxmlformats.org/drawingml/2006/main" prst="straightConnector1">
          <a:avLst/>
        </a:prstGeom>
        <a:ln xmlns:a="http://schemas.openxmlformats.org/drawingml/2006/main" w="19050" cap="flat" cmpd="sng" algn="ctr">
          <a:solidFill>
            <a:schemeClr val="accent2"/>
          </a:solidFill>
          <a:prstDash val="solid"/>
          <a:round/>
          <a:headEnd type="arrow" w="med" len="med"/>
          <a:tailEnd type="arrow" w="med" len="med"/>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cxnSp>
  </cdr:relSizeAnchor>
  <cdr:relSizeAnchor xmlns:cdr="http://schemas.openxmlformats.org/drawingml/2006/chartDrawing">
    <cdr:from>
      <cdr:x>0.63956</cdr:x>
      <cdr:y>0.14233</cdr:y>
    </cdr:from>
    <cdr:to>
      <cdr:x>0.63956</cdr:x>
      <cdr:y>0.2961</cdr:y>
    </cdr:to>
    <cdr:cxnSp macro="">
      <cdr:nvCxnSpPr>
        <cdr:cNvPr id="13" name="直線矢印コネクタ 12">
          <a:extLst xmlns:a="http://schemas.openxmlformats.org/drawingml/2006/main">
            <a:ext uri="{FF2B5EF4-FFF2-40B4-BE49-F238E27FC236}">
              <a16:creationId xmlns:a16="http://schemas.microsoft.com/office/drawing/2014/main" id="{3E801E99-4B13-0ABB-6247-A7C27EF1623B}"/>
            </a:ext>
          </a:extLst>
        </cdr:cNvPr>
        <cdr:cNvCxnSpPr/>
      </cdr:nvCxnSpPr>
      <cdr:spPr>
        <a:xfrm xmlns:a="http://schemas.openxmlformats.org/drawingml/2006/main">
          <a:off x="6406527" y="390436"/>
          <a:ext cx="0" cy="421819"/>
        </a:xfrm>
        <a:prstGeom xmlns:a="http://schemas.openxmlformats.org/drawingml/2006/main" prst="straightConnector1">
          <a:avLst/>
        </a:prstGeom>
        <a:ln xmlns:a="http://schemas.openxmlformats.org/drawingml/2006/main" w="19050" cap="flat" cmpd="sng" algn="ctr">
          <a:solidFill>
            <a:schemeClr val="accent2"/>
          </a:solidFill>
          <a:prstDash val="solid"/>
          <a:round/>
          <a:headEnd type="arrow" w="med" len="med"/>
          <a:tailEnd type="arrow" w="med" len="med"/>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cxnSp>
  </cdr:relSizeAnchor>
  <cdr:relSizeAnchor xmlns:cdr="http://schemas.openxmlformats.org/drawingml/2006/chartDrawing">
    <cdr:from>
      <cdr:x>0.71643</cdr:x>
      <cdr:y>0.14233</cdr:y>
    </cdr:from>
    <cdr:to>
      <cdr:x>0.71643</cdr:x>
      <cdr:y>0.24999</cdr:y>
    </cdr:to>
    <cdr:cxnSp macro="">
      <cdr:nvCxnSpPr>
        <cdr:cNvPr id="17" name="直線矢印コネクタ 16">
          <a:extLst xmlns:a="http://schemas.openxmlformats.org/drawingml/2006/main">
            <a:ext uri="{FF2B5EF4-FFF2-40B4-BE49-F238E27FC236}">
              <a16:creationId xmlns:a16="http://schemas.microsoft.com/office/drawing/2014/main" id="{0A50B363-52AF-F920-1B22-5B262C2D1957}"/>
            </a:ext>
          </a:extLst>
        </cdr:cNvPr>
        <cdr:cNvCxnSpPr/>
      </cdr:nvCxnSpPr>
      <cdr:spPr>
        <a:xfrm xmlns:a="http://schemas.openxmlformats.org/drawingml/2006/main">
          <a:off x="7176548" y="390436"/>
          <a:ext cx="0" cy="295329"/>
        </a:xfrm>
        <a:prstGeom xmlns:a="http://schemas.openxmlformats.org/drawingml/2006/main" prst="straightConnector1">
          <a:avLst/>
        </a:prstGeom>
        <a:ln xmlns:a="http://schemas.openxmlformats.org/drawingml/2006/main" w="19050" cap="flat" cmpd="sng" algn="ctr">
          <a:solidFill>
            <a:schemeClr val="accent2"/>
          </a:solidFill>
          <a:prstDash val="solid"/>
          <a:round/>
          <a:headEnd type="arrow" w="med" len="med"/>
          <a:tailEnd type="arrow" w="med" len="med"/>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cxnSp>
  </cdr:relSizeAnchor>
  <cdr:relSizeAnchor xmlns:cdr="http://schemas.openxmlformats.org/drawingml/2006/chartDrawing">
    <cdr:from>
      <cdr:x>0.79673</cdr:x>
      <cdr:y>0.14233</cdr:y>
    </cdr:from>
    <cdr:to>
      <cdr:x>0.79673</cdr:x>
      <cdr:y>0.25249</cdr:y>
    </cdr:to>
    <cdr:cxnSp macro="">
      <cdr:nvCxnSpPr>
        <cdr:cNvPr id="21" name="直線矢印コネクタ 20">
          <a:extLst xmlns:a="http://schemas.openxmlformats.org/drawingml/2006/main">
            <a:ext uri="{FF2B5EF4-FFF2-40B4-BE49-F238E27FC236}">
              <a16:creationId xmlns:a16="http://schemas.microsoft.com/office/drawing/2014/main" id="{8B4AA2F8-7E05-265C-01D9-6D4280AF0A51}"/>
            </a:ext>
          </a:extLst>
        </cdr:cNvPr>
        <cdr:cNvCxnSpPr/>
      </cdr:nvCxnSpPr>
      <cdr:spPr>
        <a:xfrm xmlns:a="http://schemas.openxmlformats.org/drawingml/2006/main">
          <a:off x="7980945" y="390436"/>
          <a:ext cx="0" cy="302204"/>
        </a:xfrm>
        <a:prstGeom xmlns:a="http://schemas.openxmlformats.org/drawingml/2006/main" prst="straightConnector1">
          <a:avLst/>
        </a:prstGeom>
        <a:ln xmlns:a="http://schemas.openxmlformats.org/drawingml/2006/main" w="19050" cap="flat" cmpd="sng" algn="ctr">
          <a:solidFill>
            <a:schemeClr val="accent2"/>
          </a:solidFill>
          <a:prstDash val="solid"/>
          <a:round/>
          <a:headEnd type="arrow" w="med" len="med"/>
          <a:tailEnd type="arrow" w="med" len="med"/>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cxnSp>
  </cdr:relSizeAnchor>
  <cdr:relSizeAnchor xmlns:cdr="http://schemas.openxmlformats.org/drawingml/2006/chartDrawing">
    <cdr:from>
      <cdr:x>0.87634</cdr:x>
      <cdr:y>0.14233</cdr:y>
    </cdr:from>
    <cdr:to>
      <cdr:x>0.87634</cdr:x>
      <cdr:y>0.22743</cdr:y>
    </cdr:to>
    <cdr:cxnSp macro="">
      <cdr:nvCxnSpPr>
        <cdr:cNvPr id="24" name="直線矢印コネクタ 23">
          <a:extLst xmlns:a="http://schemas.openxmlformats.org/drawingml/2006/main">
            <a:ext uri="{FF2B5EF4-FFF2-40B4-BE49-F238E27FC236}">
              <a16:creationId xmlns:a16="http://schemas.microsoft.com/office/drawing/2014/main" id="{69AF2FD7-3629-355D-58B2-52C03CEE4A44}"/>
            </a:ext>
          </a:extLst>
        </cdr:cNvPr>
        <cdr:cNvCxnSpPr/>
      </cdr:nvCxnSpPr>
      <cdr:spPr>
        <a:xfrm xmlns:a="http://schemas.openxmlformats.org/drawingml/2006/main">
          <a:off x="8778467" y="390436"/>
          <a:ext cx="0" cy="233452"/>
        </a:xfrm>
        <a:prstGeom xmlns:a="http://schemas.openxmlformats.org/drawingml/2006/main" prst="straightConnector1">
          <a:avLst/>
        </a:prstGeom>
        <a:ln xmlns:a="http://schemas.openxmlformats.org/drawingml/2006/main" w="19050" cap="flat" cmpd="sng" algn="ctr">
          <a:solidFill>
            <a:schemeClr val="accent2"/>
          </a:solidFill>
          <a:prstDash val="solid"/>
          <a:round/>
          <a:headEnd type="arrow" w="med" len="med"/>
          <a:tailEnd type="arrow" w="med" len="med"/>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cxnSp>
  </cdr:relSizeAnchor>
  <cdr:relSizeAnchor xmlns:cdr="http://schemas.openxmlformats.org/drawingml/2006/chartDrawing">
    <cdr:from>
      <cdr:x>0.05066</cdr:x>
      <cdr:y>0.03597</cdr:y>
    </cdr:from>
    <cdr:to>
      <cdr:x>0.05066</cdr:x>
      <cdr:y>0.79453</cdr:y>
    </cdr:to>
    <cdr:cxnSp macro="">
      <cdr:nvCxnSpPr>
        <cdr:cNvPr id="2" name="直線コネクタ 1">
          <a:extLst xmlns:a="http://schemas.openxmlformats.org/drawingml/2006/main">
            <a:ext uri="{FF2B5EF4-FFF2-40B4-BE49-F238E27FC236}">
              <a16:creationId xmlns:a16="http://schemas.microsoft.com/office/drawing/2014/main" id="{2EB4717D-7EC3-9F8D-3C7A-67049F97FE91}"/>
            </a:ext>
          </a:extLst>
        </cdr:cNvPr>
        <cdr:cNvCxnSpPr/>
      </cdr:nvCxnSpPr>
      <cdr:spPr>
        <a:xfrm xmlns:a="http://schemas.openxmlformats.org/drawingml/2006/main">
          <a:off x="507495" y="81949"/>
          <a:ext cx="0" cy="1728209"/>
        </a:xfrm>
        <a:prstGeom xmlns:a="http://schemas.openxmlformats.org/drawingml/2006/main" prst="line">
          <a:avLst/>
        </a:prstGeom>
        <a:ln xmlns:a="http://schemas.openxmlformats.org/drawingml/2006/main">
          <a:solidFill>
            <a:schemeClr val="bg1">
              <a:lumMod val="85000"/>
            </a:schemeClr>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9.xml><?xml version="1.0" encoding="utf-8"?>
<c:userShapes xmlns:c="http://schemas.openxmlformats.org/drawingml/2006/chart">
  <cdr:relSizeAnchor xmlns:cdr="http://schemas.openxmlformats.org/drawingml/2006/chartDrawing">
    <cdr:from>
      <cdr:x>0.03471</cdr:x>
      <cdr:y>0.12762</cdr:y>
    </cdr:from>
    <cdr:to>
      <cdr:x>0.03471</cdr:x>
      <cdr:y>0.70555</cdr:y>
    </cdr:to>
    <cdr:cxnSp macro="">
      <cdr:nvCxnSpPr>
        <cdr:cNvPr id="2" name="直線コネクタ 1">
          <a:extLst xmlns:a="http://schemas.openxmlformats.org/drawingml/2006/main">
            <a:ext uri="{FF2B5EF4-FFF2-40B4-BE49-F238E27FC236}">
              <a16:creationId xmlns:a16="http://schemas.microsoft.com/office/drawing/2014/main" id="{2EB4717D-7EC3-9F8D-3C7A-67049F97FE91}"/>
            </a:ext>
          </a:extLst>
        </cdr:cNvPr>
        <cdr:cNvCxnSpPr/>
      </cdr:nvCxnSpPr>
      <cdr:spPr>
        <a:xfrm xmlns:a="http://schemas.openxmlformats.org/drawingml/2006/main">
          <a:off x="351805" y="360202"/>
          <a:ext cx="0" cy="1631153"/>
        </a:xfrm>
        <a:prstGeom xmlns:a="http://schemas.openxmlformats.org/drawingml/2006/main" prst="line">
          <a:avLst/>
        </a:prstGeom>
        <a:ln xmlns:a="http://schemas.openxmlformats.org/drawingml/2006/main">
          <a:solidFill>
            <a:schemeClr val="bg1">
              <a:lumMod val="85000"/>
            </a:schemeClr>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F13708-F897-1142-AE21-07870B050C54}" type="datetimeFigureOut">
              <a:rPr kumimoji="1" lang="ja-JP" altLang="en-US" smtClean="0"/>
              <a:t>2026/2/12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8B1C8E-DED5-824C-B33F-945DA4C71D8D}" type="slidenum">
              <a:rPr kumimoji="1" lang="ja-JP" altLang="en-US" smtClean="0"/>
              <a:t>‹#›</a:t>
            </a:fld>
            <a:endParaRPr kumimoji="1" lang="ja-JP" altLang="en-US"/>
          </a:p>
        </p:txBody>
      </p:sp>
    </p:spTree>
    <p:extLst>
      <p:ext uri="{BB962C8B-B14F-4D97-AF65-F5344CB8AC3E}">
        <p14:creationId xmlns:p14="http://schemas.microsoft.com/office/powerpoint/2010/main" val="83781670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9F8B1C8E-DED5-824C-B33F-945DA4C71D8D}" type="slidenum">
              <a:rPr kumimoji="1" lang="ja-JP" altLang="en-US" smtClean="0"/>
              <a:t>1</a:t>
            </a:fld>
            <a:endParaRPr kumimoji="1" lang="ja-JP" altLang="en-US"/>
          </a:p>
        </p:txBody>
      </p:sp>
    </p:spTree>
    <p:extLst>
      <p:ext uri="{BB962C8B-B14F-4D97-AF65-F5344CB8AC3E}">
        <p14:creationId xmlns:p14="http://schemas.microsoft.com/office/powerpoint/2010/main" val="6183500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研究背景から先行研究までは先ほどふたりが話してくれた内容と同じなので省略させていただきます</a:t>
            </a:r>
          </a:p>
        </p:txBody>
      </p:sp>
      <p:sp>
        <p:nvSpPr>
          <p:cNvPr id="4" name="スライド番号プレースホルダー 3"/>
          <p:cNvSpPr>
            <a:spLocks noGrp="1"/>
          </p:cNvSpPr>
          <p:nvPr>
            <p:ph type="sldNum" sz="quarter" idx="5"/>
          </p:nvPr>
        </p:nvSpPr>
        <p:spPr/>
        <p:txBody>
          <a:bodyPr/>
          <a:lstStyle/>
          <a:p>
            <a:fld id="{9F8B1C8E-DED5-824C-B33F-945DA4C71D8D}" type="slidenum">
              <a:rPr kumimoji="1" lang="ja-JP" altLang="en-US" smtClean="0"/>
              <a:t>2</a:t>
            </a:fld>
            <a:endParaRPr kumimoji="1" lang="ja-JP" altLang="en-US"/>
          </a:p>
        </p:txBody>
      </p:sp>
    </p:spTree>
    <p:extLst>
      <p:ext uri="{BB962C8B-B14F-4D97-AF65-F5344CB8AC3E}">
        <p14:creationId xmlns:p14="http://schemas.microsoft.com/office/powerpoint/2010/main" val="8209867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読まない</a:t>
            </a:r>
          </a:p>
        </p:txBody>
      </p:sp>
      <p:sp>
        <p:nvSpPr>
          <p:cNvPr id="4" name="スライド番号プレースホルダー 3"/>
          <p:cNvSpPr>
            <a:spLocks noGrp="1"/>
          </p:cNvSpPr>
          <p:nvPr>
            <p:ph type="sldNum" sz="quarter" idx="5"/>
          </p:nvPr>
        </p:nvSpPr>
        <p:spPr/>
        <p:txBody>
          <a:bodyPr/>
          <a:lstStyle/>
          <a:p>
            <a:fld id="{9F8B1C8E-DED5-824C-B33F-945DA4C71D8D}" type="slidenum">
              <a:rPr kumimoji="1" lang="ja-JP" altLang="en-US" smtClean="0"/>
              <a:t>3</a:t>
            </a:fld>
            <a:endParaRPr kumimoji="1" lang="ja-JP" altLang="en-US"/>
          </a:p>
        </p:txBody>
      </p:sp>
    </p:spTree>
    <p:extLst>
      <p:ext uri="{BB962C8B-B14F-4D97-AF65-F5344CB8AC3E}">
        <p14:creationId xmlns:p14="http://schemas.microsoft.com/office/powerpoint/2010/main" val="1839185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読まない</a:t>
            </a:r>
          </a:p>
        </p:txBody>
      </p:sp>
      <p:sp>
        <p:nvSpPr>
          <p:cNvPr id="4" name="スライド番号プレースホルダー 3"/>
          <p:cNvSpPr>
            <a:spLocks noGrp="1"/>
          </p:cNvSpPr>
          <p:nvPr>
            <p:ph type="sldNum" sz="quarter" idx="5"/>
          </p:nvPr>
        </p:nvSpPr>
        <p:spPr/>
        <p:txBody>
          <a:bodyPr/>
          <a:lstStyle/>
          <a:p>
            <a:fld id="{9F8B1C8E-DED5-824C-B33F-945DA4C71D8D}" type="slidenum">
              <a:rPr kumimoji="1" lang="ja-JP" altLang="en-US" smtClean="0"/>
              <a:t>4</a:t>
            </a:fld>
            <a:endParaRPr kumimoji="1" lang="ja-JP" altLang="en-US"/>
          </a:p>
        </p:txBody>
      </p:sp>
    </p:spTree>
    <p:extLst>
      <p:ext uri="{BB962C8B-B14F-4D97-AF65-F5344CB8AC3E}">
        <p14:creationId xmlns:p14="http://schemas.microsoft.com/office/powerpoint/2010/main" val="1024231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読まない</a:t>
            </a:r>
            <a:endParaRPr lang="ja-JP" altLang="ja-JP" dirty="0"/>
          </a:p>
        </p:txBody>
      </p:sp>
      <p:sp>
        <p:nvSpPr>
          <p:cNvPr id="4" name="スライド番号プレースホルダー 3"/>
          <p:cNvSpPr>
            <a:spLocks noGrp="1"/>
          </p:cNvSpPr>
          <p:nvPr>
            <p:ph type="sldNum" sz="quarter" idx="5"/>
          </p:nvPr>
        </p:nvSpPr>
        <p:spPr/>
        <p:txBody>
          <a:bodyPr/>
          <a:lstStyle/>
          <a:p>
            <a:fld id="{9F8B1C8E-DED5-824C-B33F-945DA4C71D8D}" type="slidenum">
              <a:rPr kumimoji="1" lang="ja-JP" altLang="en-US" smtClean="0"/>
              <a:t>5</a:t>
            </a:fld>
            <a:endParaRPr kumimoji="1" lang="ja-JP" altLang="en-US"/>
          </a:p>
        </p:txBody>
      </p:sp>
    </p:spTree>
    <p:extLst>
      <p:ext uri="{BB962C8B-B14F-4D97-AF65-F5344CB8AC3E}">
        <p14:creationId xmlns:p14="http://schemas.microsoft.com/office/powerpoint/2010/main" val="11797224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9F8B1C8E-DED5-824C-B33F-945DA4C71D8D}" type="slidenum">
              <a:rPr kumimoji="1" lang="ja-JP" altLang="en-US" smtClean="0"/>
              <a:t>6</a:t>
            </a:fld>
            <a:endParaRPr kumimoji="1" lang="ja-JP" altLang="en-US"/>
          </a:p>
        </p:txBody>
      </p:sp>
    </p:spTree>
    <p:extLst>
      <p:ext uri="{BB962C8B-B14F-4D97-AF65-F5344CB8AC3E}">
        <p14:creationId xmlns:p14="http://schemas.microsoft.com/office/powerpoint/2010/main" val="443261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そのまま</a:t>
            </a:r>
          </a:p>
        </p:txBody>
      </p:sp>
      <p:sp>
        <p:nvSpPr>
          <p:cNvPr id="4" name="スライド番号プレースホルダー 3"/>
          <p:cNvSpPr>
            <a:spLocks noGrp="1"/>
          </p:cNvSpPr>
          <p:nvPr>
            <p:ph type="sldNum" sz="quarter" idx="5"/>
          </p:nvPr>
        </p:nvSpPr>
        <p:spPr/>
        <p:txBody>
          <a:bodyPr/>
          <a:lstStyle/>
          <a:p>
            <a:fld id="{9F8B1C8E-DED5-824C-B33F-945DA4C71D8D}" type="slidenum">
              <a:rPr kumimoji="1" lang="ja-JP" altLang="en-US" smtClean="0"/>
              <a:t>8</a:t>
            </a:fld>
            <a:endParaRPr kumimoji="1" lang="ja-JP" altLang="en-US"/>
          </a:p>
        </p:txBody>
      </p:sp>
    </p:spTree>
    <p:extLst>
      <p:ext uri="{BB962C8B-B14F-4D97-AF65-F5344CB8AC3E}">
        <p14:creationId xmlns:p14="http://schemas.microsoft.com/office/powerpoint/2010/main" val="21545603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光の条件についてです。</a:t>
            </a:r>
            <a:r>
              <a:rPr kumimoji="1" lang="en-US" altLang="ja-JP" dirty="0"/>
              <a:t>LED</a:t>
            </a:r>
            <a:r>
              <a:rPr kumimoji="1" lang="ja-JP" altLang="en-US" dirty="0"/>
              <a:t>光源の輝度は，短波長光を</a:t>
            </a:r>
            <a:r>
              <a:rPr kumimoji="1" lang="en-US" altLang="ja-JP" dirty="0"/>
              <a:t>213.0</a:t>
            </a:r>
            <a:r>
              <a:rPr kumimoji="1" lang="ja-JP" altLang="en-US" dirty="0"/>
              <a:t>カンデラ，中波長光を</a:t>
            </a:r>
            <a:r>
              <a:rPr kumimoji="1" lang="en-US" altLang="ja-JP" dirty="0"/>
              <a:t>90.29</a:t>
            </a:r>
            <a:r>
              <a:rPr kumimoji="1" lang="ja-JP" altLang="en-US" dirty="0"/>
              <a:t>カンデラ，</a:t>
            </a:r>
            <a:r>
              <a:rPr kumimoji="1" lang="en-US" altLang="ja-JP" dirty="0"/>
              <a:t>217.2</a:t>
            </a:r>
            <a:r>
              <a:rPr kumimoji="1" lang="ja-JP" altLang="en-US" dirty="0"/>
              <a:t>カンデラ，</a:t>
            </a:r>
            <a:r>
              <a:rPr kumimoji="1" lang="en-US" altLang="ja-JP" dirty="0"/>
              <a:t>310.0</a:t>
            </a:r>
            <a:r>
              <a:rPr kumimoji="1" lang="ja-JP" altLang="en-US" dirty="0"/>
              <a:t>カンデラに設定しました．短波長光の</a:t>
            </a:r>
            <a:r>
              <a:rPr kumimoji="1" lang="en-US" altLang="ja-JP" dirty="0"/>
              <a:t>213</a:t>
            </a:r>
            <a:r>
              <a:rPr kumimoji="1" lang="ja-JP" altLang="en-US" dirty="0"/>
              <a:t>カンデラを基準中波長光の中間の輝度を設定し，そこから</a:t>
            </a:r>
            <a:r>
              <a:rPr kumimoji="1" lang="en-US" altLang="ja-JP" dirty="0"/>
              <a:t>100</a:t>
            </a:r>
            <a:r>
              <a:rPr kumimoji="1" lang="ja-JP" altLang="en-US" dirty="0"/>
              <a:t>カンデラずつずらした３つの輝度に設定しました．</a:t>
            </a:r>
          </a:p>
        </p:txBody>
      </p:sp>
      <p:sp>
        <p:nvSpPr>
          <p:cNvPr id="4" name="スライド番号プレースホルダー 3"/>
          <p:cNvSpPr>
            <a:spLocks noGrp="1"/>
          </p:cNvSpPr>
          <p:nvPr>
            <p:ph type="sldNum" sz="quarter" idx="5"/>
          </p:nvPr>
        </p:nvSpPr>
        <p:spPr/>
        <p:txBody>
          <a:bodyPr/>
          <a:lstStyle/>
          <a:p>
            <a:fld id="{9F8B1C8E-DED5-824C-B33F-945DA4C71D8D}" type="slidenum">
              <a:rPr kumimoji="1" lang="ja-JP" altLang="en-US" smtClean="0"/>
              <a:t>9</a:t>
            </a:fld>
            <a:endParaRPr kumimoji="1" lang="ja-JP" altLang="en-US"/>
          </a:p>
        </p:txBody>
      </p:sp>
    </p:spTree>
    <p:extLst>
      <p:ext uri="{BB962C8B-B14F-4D97-AF65-F5344CB8AC3E}">
        <p14:creationId xmlns:p14="http://schemas.microsoft.com/office/powerpoint/2010/main" val="16853520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そのまま</a:t>
            </a:r>
          </a:p>
        </p:txBody>
      </p:sp>
      <p:sp>
        <p:nvSpPr>
          <p:cNvPr id="4" name="スライド番号プレースホルダー 3"/>
          <p:cNvSpPr>
            <a:spLocks noGrp="1"/>
          </p:cNvSpPr>
          <p:nvPr>
            <p:ph type="sldNum" sz="quarter" idx="5"/>
          </p:nvPr>
        </p:nvSpPr>
        <p:spPr/>
        <p:txBody>
          <a:bodyPr/>
          <a:lstStyle/>
          <a:p>
            <a:fld id="{9F8B1C8E-DED5-824C-B33F-945DA4C71D8D}" type="slidenum">
              <a:rPr kumimoji="1" lang="ja-JP" altLang="en-US" smtClean="0"/>
              <a:t>10</a:t>
            </a:fld>
            <a:endParaRPr kumimoji="1" lang="ja-JP" altLang="en-US"/>
          </a:p>
        </p:txBody>
      </p:sp>
    </p:spTree>
    <p:extLst>
      <p:ext uri="{BB962C8B-B14F-4D97-AF65-F5344CB8AC3E}">
        <p14:creationId xmlns:p14="http://schemas.microsoft.com/office/powerpoint/2010/main" val="15882848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9F8B1C8E-DED5-824C-B33F-945DA4C71D8D}" type="slidenum">
              <a:rPr kumimoji="1" lang="ja-JP" altLang="en-US" smtClean="0"/>
              <a:t>11</a:t>
            </a:fld>
            <a:endParaRPr kumimoji="1" lang="ja-JP" altLang="en-US"/>
          </a:p>
        </p:txBody>
      </p:sp>
    </p:spTree>
    <p:extLst>
      <p:ext uri="{BB962C8B-B14F-4D97-AF65-F5344CB8AC3E}">
        <p14:creationId xmlns:p14="http://schemas.microsoft.com/office/powerpoint/2010/main" val="9759020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このグラフは被験者数の内の一人の方のデータです。上から順に</a:t>
            </a:r>
            <a:r>
              <a:rPr kumimoji="1" lang="en-US" altLang="ja-JP" dirty="0"/>
              <a:t>90.29</a:t>
            </a:r>
            <a:r>
              <a:rPr kumimoji="1" lang="ja-JP" altLang="en-US" dirty="0"/>
              <a:t>カンデラ・</a:t>
            </a:r>
            <a:r>
              <a:rPr kumimoji="1" lang="en-US" altLang="ja-JP" dirty="0"/>
              <a:t>212.2</a:t>
            </a:r>
            <a:r>
              <a:rPr kumimoji="1" lang="ja-JP" altLang="en-US" dirty="0"/>
              <a:t>カンデラ・</a:t>
            </a:r>
            <a:r>
              <a:rPr kumimoji="1" lang="en-US" altLang="ja-JP" dirty="0"/>
              <a:t>310</a:t>
            </a:r>
            <a:r>
              <a:rPr kumimoji="1" lang="ja-JP" altLang="en-US" dirty="0"/>
              <a:t>カンデラの場合の瞳孔面積になっています。このグラフの青と緑の部分が照射中なんですが、この部分を見ると短波長光のときに瞳孔が収縮して中波長光のときに瞳孔が回復している様子がわかると思います</a:t>
            </a:r>
            <a:endParaRPr kumimoji="1" lang="en-US" altLang="ja-JP" dirty="0"/>
          </a:p>
        </p:txBody>
      </p:sp>
      <p:sp>
        <p:nvSpPr>
          <p:cNvPr id="4" name="スライド番号プレースホルダー 3"/>
          <p:cNvSpPr>
            <a:spLocks noGrp="1"/>
          </p:cNvSpPr>
          <p:nvPr>
            <p:ph type="sldNum" sz="quarter" idx="5"/>
          </p:nvPr>
        </p:nvSpPr>
        <p:spPr/>
        <p:txBody>
          <a:bodyPr/>
          <a:lstStyle/>
          <a:p>
            <a:fld id="{9F8B1C8E-DED5-824C-B33F-945DA4C71D8D}" type="slidenum">
              <a:rPr kumimoji="1" lang="ja-JP" altLang="en-US" smtClean="0"/>
              <a:t>13</a:t>
            </a:fld>
            <a:endParaRPr kumimoji="1" lang="ja-JP" altLang="en-US"/>
          </a:p>
        </p:txBody>
      </p:sp>
    </p:spTree>
    <p:extLst>
      <p:ext uri="{BB962C8B-B14F-4D97-AF65-F5344CB8AC3E}">
        <p14:creationId xmlns:p14="http://schemas.microsoft.com/office/powerpoint/2010/main" val="34884913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dirty="0">
                <a:solidFill>
                  <a:schemeClr val="tx1"/>
                </a:solidFill>
                <a:effectLst/>
                <a:latin typeface="+mn-lt"/>
                <a:ea typeface="+mn-ea"/>
                <a:cs typeface="+mn-cs"/>
              </a:rPr>
              <a:t>下の図は照射後</a:t>
            </a:r>
            <a:r>
              <a:rPr kumimoji="1" lang="en-US" altLang="ja-JP" sz="1200" kern="1200" dirty="0">
                <a:solidFill>
                  <a:schemeClr val="tx1"/>
                </a:solidFill>
                <a:effectLst/>
                <a:latin typeface="+mn-lt"/>
                <a:ea typeface="+mn-ea"/>
                <a:cs typeface="+mn-cs"/>
              </a:rPr>
              <a:t>3</a:t>
            </a:r>
            <a:r>
              <a:rPr kumimoji="1" lang="ja-JP" altLang="ja-JP" sz="1200" kern="1200" dirty="0">
                <a:solidFill>
                  <a:schemeClr val="tx1"/>
                </a:solidFill>
                <a:effectLst/>
                <a:latin typeface="+mn-lt"/>
                <a:ea typeface="+mn-ea"/>
                <a:cs typeface="+mn-cs"/>
              </a:rPr>
              <a:t>秒ごとの</a:t>
            </a:r>
            <a:r>
              <a:rPr kumimoji="1" lang="ja-JP" altLang="en-US" sz="1200" kern="1200" dirty="0">
                <a:solidFill>
                  <a:schemeClr val="tx1"/>
                </a:solidFill>
                <a:effectLst/>
                <a:latin typeface="+mn-lt"/>
                <a:ea typeface="+mn-ea"/>
                <a:cs typeface="+mn-cs"/>
              </a:rPr>
              <a:t>平均</a:t>
            </a:r>
            <a:r>
              <a:rPr kumimoji="1" lang="ja-JP" altLang="ja-JP" sz="1200" kern="1200" dirty="0">
                <a:solidFill>
                  <a:schemeClr val="tx1"/>
                </a:solidFill>
                <a:effectLst/>
                <a:latin typeface="+mn-lt"/>
                <a:ea typeface="+mn-ea"/>
                <a:cs typeface="+mn-cs"/>
              </a:rPr>
              <a:t>縮瞳率</a:t>
            </a:r>
            <a:r>
              <a:rPr kumimoji="1" lang="ja-JP" altLang="en-US" sz="1200" kern="1200" dirty="0">
                <a:solidFill>
                  <a:schemeClr val="tx1"/>
                </a:solidFill>
                <a:effectLst/>
                <a:latin typeface="+mn-lt"/>
                <a:ea typeface="+mn-ea"/>
                <a:cs typeface="+mn-cs"/>
              </a:rPr>
              <a:t>のグラフです。このグラフは</a:t>
            </a:r>
            <a:r>
              <a:rPr kumimoji="1" lang="ja-JP" altLang="ja-JP" sz="1200" kern="1200" dirty="0">
                <a:solidFill>
                  <a:schemeClr val="tx1"/>
                </a:solidFill>
                <a:effectLst/>
                <a:latin typeface="+mn-lt"/>
                <a:ea typeface="+mn-ea"/>
                <a:cs typeface="+mn-cs"/>
              </a:rPr>
              <a:t>それぞれの秒数ごとの瞳孔面積がベースラインよりもどれほど小さいのかというもので</a:t>
            </a:r>
            <a:r>
              <a:rPr kumimoji="1" lang="ja-JP" altLang="en-US" sz="1200" kern="1200" dirty="0">
                <a:solidFill>
                  <a:schemeClr val="tx1"/>
                </a:solidFill>
                <a:effectLst/>
                <a:latin typeface="+mn-lt"/>
                <a:ea typeface="+mn-ea"/>
                <a:cs typeface="+mn-cs"/>
              </a:rPr>
              <a:t>，縮瞳率が大きいほど瞳孔が小さくなったということを表しています。</a:t>
            </a:r>
            <a:r>
              <a:rPr kumimoji="1" lang="ja-JP" altLang="ja-JP" sz="1200" kern="1200" dirty="0">
                <a:solidFill>
                  <a:schemeClr val="tx1"/>
                </a:solidFill>
                <a:effectLst/>
                <a:latin typeface="+mn-lt"/>
                <a:ea typeface="+mn-ea"/>
                <a:cs typeface="+mn-cs"/>
              </a:rPr>
              <a:t>それぞれの秒数のオレンジの両矢印をベースラインの大きさである紫の両矢印で割ったときのものです</a:t>
            </a:r>
            <a:r>
              <a:rPr kumimoji="1" lang="ja-JP" altLang="en-US" sz="1200" kern="1200" dirty="0">
                <a:solidFill>
                  <a:schemeClr val="tx1"/>
                </a:solidFill>
                <a:effectLst/>
                <a:latin typeface="+mn-lt"/>
                <a:ea typeface="+mn-ea"/>
                <a:cs typeface="+mn-cs"/>
              </a:rPr>
              <a:t>．</a:t>
            </a:r>
            <a:r>
              <a:rPr kumimoji="1" lang="ja-JP" altLang="ja-JP" sz="1200" kern="1200" dirty="0">
                <a:solidFill>
                  <a:schemeClr val="tx1"/>
                </a:solidFill>
                <a:effectLst/>
                <a:latin typeface="+mn-lt"/>
                <a:ea typeface="+mn-ea"/>
                <a:cs typeface="+mn-cs"/>
              </a:rPr>
              <a:t>これを</a:t>
            </a:r>
            <a:r>
              <a:rPr kumimoji="1" lang="en-US" altLang="ja-JP" sz="1200" kern="1200" dirty="0">
                <a:solidFill>
                  <a:schemeClr val="tx1"/>
                </a:solidFill>
                <a:effectLst/>
                <a:latin typeface="+mn-lt"/>
                <a:ea typeface="+mn-ea"/>
                <a:cs typeface="+mn-cs"/>
              </a:rPr>
              <a:t>3</a:t>
            </a:r>
            <a:r>
              <a:rPr kumimoji="1" lang="ja-JP" altLang="ja-JP" sz="1200" kern="1200" dirty="0">
                <a:solidFill>
                  <a:schemeClr val="tx1"/>
                </a:solidFill>
                <a:effectLst/>
                <a:latin typeface="+mn-lt"/>
                <a:ea typeface="+mn-ea"/>
                <a:cs typeface="+mn-cs"/>
              </a:rPr>
              <a:t>秒ごとに</a:t>
            </a:r>
            <a:r>
              <a:rPr kumimoji="1" lang="en-US" altLang="ja-JP" sz="1200" kern="1200" dirty="0">
                <a:solidFill>
                  <a:schemeClr val="tx1"/>
                </a:solidFill>
                <a:effectLst/>
                <a:latin typeface="+mn-lt"/>
                <a:ea typeface="+mn-ea"/>
                <a:cs typeface="+mn-cs"/>
              </a:rPr>
              <a:t>18</a:t>
            </a:r>
            <a:r>
              <a:rPr kumimoji="1" lang="ja-JP" altLang="ja-JP" sz="1200" kern="1200" dirty="0">
                <a:solidFill>
                  <a:schemeClr val="tx1"/>
                </a:solidFill>
                <a:effectLst/>
                <a:latin typeface="+mn-lt"/>
                <a:ea typeface="+mn-ea"/>
                <a:cs typeface="+mn-cs"/>
              </a:rPr>
              <a:t>秒まで調べてこの縮瞳率の有意差について検定します</a:t>
            </a:r>
            <a:r>
              <a:rPr kumimoji="1" lang="ja-JP" altLang="en-US" sz="1200" kern="1200" dirty="0">
                <a:solidFill>
                  <a:schemeClr val="tx1"/>
                </a:solidFill>
                <a:effectLst/>
                <a:latin typeface="+mn-lt"/>
                <a:ea typeface="+mn-ea"/>
                <a:cs typeface="+mn-cs"/>
              </a:rPr>
              <a:t>．</a:t>
            </a:r>
            <a:endParaRPr kumimoji="1" lang="ja-JP" altLang="ja-JP" sz="1200" kern="1200" dirty="0">
              <a:solidFill>
                <a:schemeClr val="tx1"/>
              </a:solidFill>
              <a:effectLst/>
              <a:latin typeface="+mn-lt"/>
              <a:ea typeface="+mn-ea"/>
              <a:cs typeface="+mn-cs"/>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8C4988C2-FD3D-4DF2-A5F4-4865454F71AB}" type="slidenum">
              <a:rPr kumimoji="1" lang="ja-JP" altLang="en-US" smtClean="0"/>
              <a:t>14</a:t>
            </a:fld>
            <a:endParaRPr kumimoji="1" lang="ja-JP" altLang="en-US"/>
          </a:p>
        </p:txBody>
      </p:sp>
    </p:spTree>
    <p:extLst>
      <p:ext uri="{BB962C8B-B14F-4D97-AF65-F5344CB8AC3E}">
        <p14:creationId xmlns:p14="http://schemas.microsoft.com/office/powerpoint/2010/main" val="17993533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有意水準は５％に設定しました</a:t>
            </a:r>
          </a:p>
        </p:txBody>
      </p:sp>
      <p:sp>
        <p:nvSpPr>
          <p:cNvPr id="4" name="スライド番号プレースホルダー 3"/>
          <p:cNvSpPr>
            <a:spLocks noGrp="1"/>
          </p:cNvSpPr>
          <p:nvPr>
            <p:ph type="sldNum" sz="quarter" idx="5"/>
          </p:nvPr>
        </p:nvSpPr>
        <p:spPr/>
        <p:txBody>
          <a:bodyPr/>
          <a:lstStyle/>
          <a:p>
            <a:fld id="{9F8B1C8E-DED5-824C-B33F-945DA4C71D8D}" type="slidenum">
              <a:rPr kumimoji="1" lang="ja-JP" altLang="en-US" smtClean="0"/>
              <a:t>15</a:t>
            </a:fld>
            <a:endParaRPr kumimoji="1" lang="ja-JP" altLang="en-US"/>
          </a:p>
        </p:txBody>
      </p:sp>
    </p:spTree>
    <p:extLst>
      <p:ext uri="{BB962C8B-B14F-4D97-AF65-F5344CB8AC3E}">
        <p14:creationId xmlns:p14="http://schemas.microsoft.com/office/powerpoint/2010/main" val="11079998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つぎに検定結果についてです。表の緑の部分が有意差あり、赤の部分が有意差なしという結果になっています。時間の組み合わせについては</a:t>
            </a:r>
            <a:r>
              <a:rPr lang="en-US" altLang="ja-JP" sz="1200" dirty="0"/>
              <a:t>12s</a:t>
            </a:r>
            <a:r>
              <a:rPr lang="ja-JP" altLang="ja-JP" sz="1200" dirty="0"/>
              <a:t>と</a:t>
            </a:r>
            <a:r>
              <a:rPr lang="en-US" altLang="ja-JP" sz="1200" dirty="0"/>
              <a:t>15s</a:t>
            </a:r>
            <a:r>
              <a:rPr lang="ja-JP" altLang="en-US" sz="1200" dirty="0"/>
              <a:t>・</a:t>
            </a:r>
            <a:r>
              <a:rPr lang="en-US" altLang="ja-JP" sz="1200" dirty="0"/>
              <a:t>15s</a:t>
            </a:r>
            <a:r>
              <a:rPr lang="ja-JP" altLang="ja-JP" sz="1200" dirty="0"/>
              <a:t>と</a:t>
            </a:r>
            <a:r>
              <a:rPr lang="en-US" altLang="ja-JP" sz="1200" dirty="0"/>
              <a:t>18s</a:t>
            </a:r>
            <a:r>
              <a:rPr lang="ja-JP" altLang="en-US" sz="1200" dirty="0"/>
              <a:t>の</a:t>
            </a:r>
            <a:r>
              <a:rPr lang="en-US" altLang="ja-JP" sz="1200" dirty="0"/>
              <a:t>2</a:t>
            </a:r>
            <a:r>
              <a:rPr lang="ja-JP" altLang="en-US" sz="1200" dirty="0"/>
              <a:t>つの組み合わせについては有意差が見られませんでしたがほかのすべての組み合わせについては有意差が見られました。</a:t>
            </a:r>
            <a:r>
              <a:rPr kumimoji="1" lang="ja-JP" altLang="en-US" dirty="0"/>
              <a:t>輝度についてはいずれの組み合わせでも有意確率が</a:t>
            </a:r>
            <a:r>
              <a:rPr kumimoji="1" lang="en-US" altLang="ja-JP" dirty="0"/>
              <a:t>0.05</a:t>
            </a:r>
            <a:r>
              <a:rPr kumimoji="1" lang="ja-JP" altLang="en-US" dirty="0"/>
              <a:t>よりも大きい１となったため有意差は見られませんでした。</a:t>
            </a:r>
          </a:p>
        </p:txBody>
      </p:sp>
      <p:sp>
        <p:nvSpPr>
          <p:cNvPr id="4" name="スライド番号プレースホルダー 3"/>
          <p:cNvSpPr>
            <a:spLocks noGrp="1"/>
          </p:cNvSpPr>
          <p:nvPr>
            <p:ph type="sldNum" sz="quarter" idx="5"/>
          </p:nvPr>
        </p:nvSpPr>
        <p:spPr/>
        <p:txBody>
          <a:bodyPr/>
          <a:lstStyle/>
          <a:p>
            <a:fld id="{9F8B1C8E-DED5-824C-B33F-945DA4C71D8D}" type="slidenum">
              <a:rPr kumimoji="1" lang="ja-JP" altLang="en-US" smtClean="0"/>
              <a:t>16</a:t>
            </a:fld>
            <a:endParaRPr kumimoji="1" lang="ja-JP" altLang="en-US"/>
          </a:p>
        </p:txBody>
      </p:sp>
    </p:spTree>
    <p:extLst>
      <p:ext uri="{BB962C8B-B14F-4D97-AF65-F5344CB8AC3E}">
        <p14:creationId xmlns:p14="http://schemas.microsoft.com/office/powerpoint/2010/main" val="40365276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考察です。</a:t>
            </a:r>
            <a:r>
              <a:rPr kumimoji="1" lang="en-US" altLang="ja-JP" dirty="0"/>
              <a:t>12</a:t>
            </a:r>
            <a:r>
              <a:rPr lang="en-US" altLang="ja-JP" dirty="0"/>
              <a:t>s</a:t>
            </a:r>
            <a:r>
              <a:rPr kumimoji="1" lang="ja-JP" altLang="en-US" dirty="0"/>
              <a:t>と</a:t>
            </a:r>
            <a:r>
              <a:rPr kumimoji="1" lang="en-US" altLang="ja-JP" dirty="0"/>
              <a:t>15s</a:t>
            </a:r>
            <a:r>
              <a:rPr kumimoji="1" lang="ja-JP" altLang="en-US" dirty="0"/>
              <a:t>と</a:t>
            </a:r>
            <a:r>
              <a:rPr kumimoji="1" lang="en-US" altLang="ja-JP" dirty="0"/>
              <a:t>18s</a:t>
            </a:r>
            <a:r>
              <a:rPr kumimoji="1" lang="ja-JP" altLang="en-US" dirty="0"/>
              <a:t>に有意差が出なかったことについては、瞳孔が再拡大していき瞳孔面積とベースラインの差が小さくなることで有意差が出なくなったと考えています。輝度ごとの有意差が出なかったことについては、短波長光が強すぎて、中波長光による回復の効果が見られなかったのではないかと考えています。</a:t>
            </a:r>
          </a:p>
        </p:txBody>
      </p:sp>
      <p:sp>
        <p:nvSpPr>
          <p:cNvPr id="4" name="スライド番号プレースホルダー 3"/>
          <p:cNvSpPr>
            <a:spLocks noGrp="1"/>
          </p:cNvSpPr>
          <p:nvPr>
            <p:ph type="sldNum" sz="quarter" idx="5"/>
          </p:nvPr>
        </p:nvSpPr>
        <p:spPr/>
        <p:txBody>
          <a:bodyPr/>
          <a:lstStyle/>
          <a:p>
            <a:fld id="{9F8B1C8E-DED5-824C-B33F-945DA4C71D8D}" type="slidenum">
              <a:rPr kumimoji="1" lang="ja-JP" altLang="en-US" smtClean="0"/>
              <a:t>17</a:t>
            </a:fld>
            <a:endParaRPr kumimoji="1" lang="ja-JP" altLang="en-US"/>
          </a:p>
        </p:txBody>
      </p:sp>
    </p:spTree>
    <p:extLst>
      <p:ext uri="{BB962C8B-B14F-4D97-AF65-F5344CB8AC3E}">
        <p14:creationId xmlns:p14="http://schemas.microsoft.com/office/powerpoint/2010/main" val="13562343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4258A-C131-9AC1-2396-3A06883E6DC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CE9E8CA-F15C-0814-CB62-AE30DE06F25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0D8B764-B1DD-0D59-DAAF-DECCE0A1C8BE}"/>
              </a:ext>
            </a:extLst>
          </p:cNvPr>
          <p:cNvSpPr>
            <a:spLocks noGrp="1"/>
          </p:cNvSpPr>
          <p:nvPr>
            <p:ph type="body" idx="1"/>
          </p:nvPr>
        </p:nvSpPr>
        <p:spPr/>
        <p:txBody>
          <a:bodyPr/>
          <a:lstStyle/>
          <a:p>
            <a:r>
              <a:rPr kumimoji="1" lang="ja-JP" altLang="en-US" dirty="0"/>
              <a:t>実験２については輝度の条件を実験１と変えていてそれ以外の条件は同じです</a:t>
            </a:r>
          </a:p>
        </p:txBody>
      </p:sp>
      <p:sp>
        <p:nvSpPr>
          <p:cNvPr id="4" name="スライド番号プレースホルダー 3">
            <a:extLst>
              <a:ext uri="{FF2B5EF4-FFF2-40B4-BE49-F238E27FC236}">
                <a16:creationId xmlns:a16="http://schemas.microsoft.com/office/drawing/2014/main" id="{20342C82-C979-54D1-E88D-55BBBC4FBF6C}"/>
              </a:ext>
            </a:extLst>
          </p:cNvPr>
          <p:cNvSpPr>
            <a:spLocks noGrp="1"/>
          </p:cNvSpPr>
          <p:nvPr>
            <p:ph type="sldNum" sz="quarter" idx="5"/>
          </p:nvPr>
        </p:nvSpPr>
        <p:spPr/>
        <p:txBody>
          <a:bodyPr/>
          <a:lstStyle/>
          <a:p>
            <a:fld id="{9F8B1C8E-DED5-824C-B33F-945DA4C71D8D}" type="slidenum">
              <a:rPr kumimoji="1" lang="ja-JP" altLang="en-US" smtClean="0"/>
              <a:t>19</a:t>
            </a:fld>
            <a:endParaRPr kumimoji="1" lang="ja-JP" altLang="en-US"/>
          </a:p>
        </p:txBody>
      </p:sp>
    </p:spTree>
    <p:extLst>
      <p:ext uri="{BB962C8B-B14F-4D97-AF65-F5344CB8AC3E}">
        <p14:creationId xmlns:p14="http://schemas.microsoft.com/office/powerpoint/2010/main" val="9531025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A2515-668E-47B6-74CE-07BC93D3299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ED5918A-5AE5-7723-4016-058F75534B5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1297212-85F1-32E1-38DB-D10607F4DBB1}"/>
              </a:ext>
            </a:extLst>
          </p:cNvPr>
          <p:cNvSpPr>
            <a:spLocks noGrp="1"/>
          </p:cNvSpPr>
          <p:nvPr>
            <p:ph type="body" idx="1"/>
          </p:nvPr>
        </p:nvSpPr>
        <p:spPr/>
        <p:txBody>
          <a:bodyPr/>
          <a:lstStyle/>
          <a:p>
            <a:r>
              <a:rPr kumimoji="1" lang="ja-JP" altLang="en-US" dirty="0"/>
              <a:t>こちらが光の条件です。実験１よりも輝度を約</a:t>
            </a:r>
            <a:r>
              <a:rPr kumimoji="1" lang="en-US" altLang="ja-JP" dirty="0"/>
              <a:t>1/4</a:t>
            </a:r>
            <a:r>
              <a:rPr kumimoji="1" lang="ja-JP" altLang="en-US" dirty="0"/>
              <a:t>ほど下げて設定しました。具体的には、短波長光の輝度を</a:t>
            </a:r>
            <a:r>
              <a:rPr kumimoji="1" lang="en-US" altLang="ja-JP" dirty="0"/>
              <a:t>48.78</a:t>
            </a:r>
            <a:r>
              <a:rPr kumimoji="1" lang="ja-JP" altLang="en-US" dirty="0"/>
              <a:t>カンデラ、中波長光の輝度が</a:t>
            </a:r>
            <a:r>
              <a:rPr kumimoji="1" lang="en-US" altLang="ja-JP" dirty="0"/>
              <a:t>17.97</a:t>
            </a:r>
            <a:r>
              <a:rPr kumimoji="1" lang="ja-JP" altLang="en-US" dirty="0"/>
              <a:t>カンデラ、</a:t>
            </a:r>
            <a:r>
              <a:rPr kumimoji="1" lang="en-US" altLang="ja-JP" dirty="0"/>
              <a:t>53.08</a:t>
            </a:r>
            <a:r>
              <a:rPr kumimoji="1" lang="ja-JP" altLang="en-US" dirty="0"/>
              <a:t>カンデラ、</a:t>
            </a:r>
            <a:r>
              <a:rPr kumimoji="1" lang="en-US" altLang="ja-JP" dirty="0"/>
              <a:t>80.22</a:t>
            </a:r>
            <a:r>
              <a:rPr kumimoji="1" lang="ja-JP" altLang="en-US" dirty="0"/>
              <a:t>カンデラです。</a:t>
            </a:r>
          </a:p>
        </p:txBody>
      </p:sp>
      <p:sp>
        <p:nvSpPr>
          <p:cNvPr id="4" name="スライド番号プレースホルダー 3">
            <a:extLst>
              <a:ext uri="{FF2B5EF4-FFF2-40B4-BE49-F238E27FC236}">
                <a16:creationId xmlns:a16="http://schemas.microsoft.com/office/drawing/2014/main" id="{93206E37-F3CE-DF80-8017-BA5D8358CDB7}"/>
              </a:ext>
            </a:extLst>
          </p:cNvPr>
          <p:cNvSpPr>
            <a:spLocks noGrp="1"/>
          </p:cNvSpPr>
          <p:nvPr>
            <p:ph type="sldNum" sz="quarter" idx="5"/>
          </p:nvPr>
        </p:nvSpPr>
        <p:spPr/>
        <p:txBody>
          <a:bodyPr/>
          <a:lstStyle/>
          <a:p>
            <a:fld id="{9F8B1C8E-DED5-824C-B33F-945DA4C71D8D}" type="slidenum">
              <a:rPr kumimoji="1" lang="ja-JP" altLang="en-US" smtClean="0"/>
              <a:t>20</a:t>
            </a:fld>
            <a:endParaRPr kumimoji="1" lang="ja-JP" altLang="en-US"/>
          </a:p>
        </p:txBody>
      </p:sp>
    </p:spTree>
    <p:extLst>
      <p:ext uri="{BB962C8B-B14F-4D97-AF65-F5344CB8AC3E}">
        <p14:creationId xmlns:p14="http://schemas.microsoft.com/office/powerpoint/2010/main" val="38428229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0BE54-563F-69A2-848F-E416C9E1A43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9F3F65F-B7B2-A2A9-C097-44B5748DAE7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CBC10C0-9DCB-D80C-9B46-69970A6C0B43}"/>
              </a:ext>
            </a:extLst>
          </p:cNvPr>
          <p:cNvSpPr>
            <a:spLocks noGrp="1"/>
          </p:cNvSpPr>
          <p:nvPr>
            <p:ph type="body" idx="1"/>
          </p:nvPr>
        </p:nvSpPr>
        <p:spPr/>
        <p:txBody>
          <a:bodyPr/>
          <a:lstStyle/>
          <a:p>
            <a:r>
              <a:rPr kumimoji="1" lang="ja-JP" altLang="en-US" dirty="0"/>
              <a:t>実験方法と解析方法は実験１と同じです</a:t>
            </a:r>
          </a:p>
        </p:txBody>
      </p:sp>
      <p:sp>
        <p:nvSpPr>
          <p:cNvPr id="4" name="スライド番号プレースホルダー 3">
            <a:extLst>
              <a:ext uri="{FF2B5EF4-FFF2-40B4-BE49-F238E27FC236}">
                <a16:creationId xmlns:a16="http://schemas.microsoft.com/office/drawing/2014/main" id="{97E0BA2A-5C50-C203-99C5-E860567DBD4A}"/>
              </a:ext>
            </a:extLst>
          </p:cNvPr>
          <p:cNvSpPr>
            <a:spLocks noGrp="1"/>
          </p:cNvSpPr>
          <p:nvPr>
            <p:ph type="sldNum" sz="quarter" idx="5"/>
          </p:nvPr>
        </p:nvSpPr>
        <p:spPr/>
        <p:txBody>
          <a:bodyPr/>
          <a:lstStyle/>
          <a:p>
            <a:fld id="{9F8B1C8E-DED5-824C-B33F-945DA4C71D8D}" type="slidenum">
              <a:rPr kumimoji="1" lang="ja-JP" altLang="en-US" smtClean="0"/>
              <a:t>21</a:t>
            </a:fld>
            <a:endParaRPr kumimoji="1" lang="ja-JP" altLang="en-US"/>
          </a:p>
        </p:txBody>
      </p:sp>
    </p:spTree>
    <p:extLst>
      <p:ext uri="{BB962C8B-B14F-4D97-AF65-F5344CB8AC3E}">
        <p14:creationId xmlns:p14="http://schemas.microsoft.com/office/powerpoint/2010/main" val="29423063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こちらが被験者のうちの</a:t>
            </a:r>
            <a:r>
              <a:rPr kumimoji="1" lang="en-US" altLang="ja-JP" dirty="0"/>
              <a:t>1</a:t>
            </a:r>
            <a:r>
              <a:rPr kumimoji="1" lang="ja-JP" altLang="en-US" dirty="0"/>
              <a:t>人の実験データをになっていて上から</a:t>
            </a:r>
            <a:r>
              <a:rPr kumimoji="1" lang="en-US" altLang="ja-JP" dirty="0"/>
              <a:t>17.97</a:t>
            </a:r>
            <a:r>
              <a:rPr kumimoji="1" lang="ja-JP" altLang="en-US" dirty="0"/>
              <a:t>カンデラの場合、、、の瞳孔面積のグラフです</a:t>
            </a:r>
          </a:p>
        </p:txBody>
      </p:sp>
      <p:sp>
        <p:nvSpPr>
          <p:cNvPr id="4" name="スライド番号プレースホルダー 3"/>
          <p:cNvSpPr>
            <a:spLocks noGrp="1"/>
          </p:cNvSpPr>
          <p:nvPr>
            <p:ph type="sldNum" sz="quarter" idx="5"/>
          </p:nvPr>
        </p:nvSpPr>
        <p:spPr/>
        <p:txBody>
          <a:bodyPr/>
          <a:lstStyle/>
          <a:p>
            <a:fld id="{9F8B1C8E-DED5-824C-B33F-945DA4C71D8D}" type="slidenum">
              <a:rPr kumimoji="1" lang="ja-JP" altLang="en-US" smtClean="0"/>
              <a:t>24</a:t>
            </a:fld>
            <a:endParaRPr kumimoji="1" lang="ja-JP" altLang="en-US"/>
          </a:p>
        </p:txBody>
      </p:sp>
    </p:spTree>
    <p:extLst>
      <p:ext uri="{BB962C8B-B14F-4D97-AF65-F5344CB8AC3E}">
        <p14:creationId xmlns:p14="http://schemas.microsoft.com/office/powerpoint/2010/main" val="21305582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F5B5C-4F77-C888-7451-A3D45A15D0B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3C00DA-EF39-2EA1-563E-5D4F0F4CA66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F1BB601-B0CF-E321-FABA-0A065DAF02E7}"/>
              </a:ext>
            </a:extLst>
          </p:cNvPr>
          <p:cNvSpPr>
            <a:spLocks noGrp="1"/>
          </p:cNvSpPr>
          <p:nvPr>
            <p:ph type="body" idx="1"/>
          </p:nvPr>
        </p:nvSpPr>
        <p:spPr/>
        <p:txBody>
          <a:bodyPr/>
          <a:lstStyle/>
          <a:p>
            <a:r>
              <a:rPr kumimoji="1" lang="ja-JP" altLang="en-US" dirty="0"/>
              <a:t>下の図は３秒ごとの平均縮瞳率なんですが、今回は縮瞳率の小さいほうから順に１番輝度の小さい</a:t>
            </a:r>
            <a:r>
              <a:rPr kumimoji="1" lang="en-US" altLang="ja-JP" dirty="0"/>
              <a:t>17.97</a:t>
            </a:r>
            <a:r>
              <a:rPr kumimoji="1" lang="ja-JP" altLang="en-US" dirty="0"/>
              <a:t>カンデラ・次に</a:t>
            </a:r>
            <a:r>
              <a:rPr kumimoji="1" lang="en-US" altLang="ja-JP" dirty="0"/>
              <a:t>1</a:t>
            </a:r>
            <a:r>
              <a:rPr kumimoji="1" lang="ja-JP" altLang="en-US" dirty="0"/>
              <a:t>番輝度の大きい８０</a:t>
            </a:r>
            <a:r>
              <a:rPr kumimoji="1" lang="en-US" altLang="ja-JP" dirty="0"/>
              <a:t>.22</a:t>
            </a:r>
            <a:r>
              <a:rPr kumimoji="1" lang="ja-JP" altLang="en-US" dirty="0"/>
              <a:t>カンデラ・</a:t>
            </a:r>
            <a:r>
              <a:rPr kumimoji="1" lang="en-US" altLang="ja-JP" dirty="0"/>
              <a:t>53.08</a:t>
            </a:r>
            <a:r>
              <a:rPr kumimoji="1" lang="ja-JP" altLang="en-US" dirty="0"/>
              <a:t>カンデラという結果になりました。実験前の予想としては中波長光の輝度が大きいほど瞳孔を回復させる力が強くなり、縮瞳率も小さくなると考えていたのですが、それとは異なり輝度を一番小さく設定した</a:t>
            </a:r>
            <a:r>
              <a:rPr kumimoji="1" lang="en-US" altLang="ja-JP" dirty="0"/>
              <a:t>17.97</a:t>
            </a:r>
            <a:r>
              <a:rPr kumimoji="1" lang="ja-JP" altLang="en-US" dirty="0"/>
              <a:t>カンデラが一番縮瞳率が小さいという結果になりました</a:t>
            </a:r>
          </a:p>
        </p:txBody>
      </p:sp>
      <p:sp>
        <p:nvSpPr>
          <p:cNvPr id="4" name="スライド番号プレースホルダー 3">
            <a:extLst>
              <a:ext uri="{FF2B5EF4-FFF2-40B4-BE49-F238E27FC236}">
                <a16:creationId xmlns:a16="http://schemas.microsoft.com/office/drawing/2014/main" id="{EBEA46F0-A9CC-DFBC-C59A-37697D962A22}"/>
              </a:ext>
            </a:extLst>
          </p:cNvPr>
          <p:cNvSpPr>
            <a:spLocks noGrp="1"/>
          </p:cNvSpPr>
          <p:nvPr>
            <p:ph type="sldNum" sz="quarter" idx="5"/>
          </p:nvPr>
        </p:nvSpPr>
        <p:spPr/>
        <p:txBody>
          <a:bodyPr/>
          <a:lstStyle/>
          <a:p>
            <a:fld id="{8C4988C2-FD3D-4DF2-A5F4-4865454F71AB}" type="slidenum">
              <a:rPr kumimoji="1" lang="ja-JP" altLang="en-US" smtClean="0"/>
              <a:t>25</a:t>
            </a:fld>
            <a:endParaRPr kumimoji="1" lang="ja-JP" altLang="en-US"/>
          </a:p>
        </p:txBody>
      </p:sp>
    </p:spTree>
    <p:extLst>
      <p:ext uri="{BB962C8B-B14F-4D97-AF65-F5344CB8AC3E}">
        <p14:creationId xmlns:p14="http://schemas.microsoft.com/office/powerpoint/2010/main" val="20083104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次に検定についてです。今回も実験１と同様に、照射後</a:t>
            </a:r>
            <a:r>
              <a:rPr kumimoji="1" lang="en-US" altLang="ja-JP" dirty="0"/>
              <a:t>3</a:t>
            </a:r>
            <a:r>
              <a:rPr kumimoji="1" lang="ja-JP" altLang="en-US" dirty="0"/>
              <a:t>秒ごとの６つの時間の組み合わせと輝度の組み合わせについてについてそれぞれ検定にかけました。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有意水準も同じく５％です．</a:t>
            </a:r>
          </a:p>
          <a:p>
            <a:endParaRPr kumimoji="1" lang="en-US" altLang="ja-JP" dirty="0"/>
          </a:p>
        </p:txBody>
      </p:sp>
      <p:sp>
        <p:nvSpPr>
          <p:cNvPr id="4" name="スライド番号プレースホルダー 3"/>
          <p:cNvSpPr>
            <a:spLocks noGrp="1"/>
          </p:cNvSpPr>
          <p:nvPr>
            <p:ph type="sldNum" sz="quarter" idx="5"/>
          </p:nvPr>
        </p:nvSpPr>
        <p:spPr/>
        <p:txBody>
          <a:bodyPr/>
          <a:lstStyle/>
          <a:p>
            <a:fld id="{9F8B1C8E-DED5-824C-B33F-945DA4C71D8D}" type="slidenum">
              <a:rPr kumimoji="1" lang="ja-JP" altLang="en-US" smtClean="0"/>
              <a:t>26</a:t>
            </a:fld>
            <a:endParaRPr kumimoji="1" lang="ja-JP" altLang="en-US"/>
          </a:p>
        </p:txBody>
      </p:sp>
    </p:spTree>
    <p:extLst>
      <p:ext uri="{BB962C8B-B14F-4D97-AF65-F5344CB8AC3E}">
        <p14:creationId xmlns:p14="http://schemas.microsoft.com/office/powerpoint/2010/main" val="2925014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37A4E-0FB8-DA56-43AA-249EC5ED56A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13E4C3A-6B5E-5D4A-CF6D-B0AA50B5EED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15D56DD-42F9-63D8-6A95-726A6F33B74A}"/>
              </a:ext>
            </a:extLst>
          </p:cNvPr>
          <p:cNvSpPr>
            <a:spLocks noGrp="1"/>
          </p:cNvSpPr>
          <p:nvPr>
            <p:ph type="body" idx="1"/>
          </p:nvPr>
        </p:nvSpPr>
        <p:spPr/>
        <p:txBody>
          <a:bodyPr/>
          <a:lstStyle/>
          <a:p>
            <a:r>
              <a:rPr kumimoji="1" lang="ja-JP" altLang="en-US" dirty="0"/>
              <a:t>検定結果についてです。時間ごとの組み合わせについては、</a:t>
            </a:r>
            <a:r>
              <a:rPr lang="en-US" altLang="ja-JP" sz="1200" dirty="0"/>
              <a:t>9</a:t>
            </a:r>
            <a:r>
              <a:rPr lang="ja-JP" altLang="en-US" sz="1200" dirty="0"/>
              <a:t>ｓ</a:t>
            </a:r>
            <a:r>
              <a:rPr lang="ja-JP" altLang="ja-JP" sz="1200" dirty="0"/>
              <a:t>と</a:t>
            </a:r>
            <a:r>
              <a:rPr lang="en-US" altLang="ja-JP" sz="1200" dirty="0"/>
              <a:t>15</a:t>
            </a:r>
            <a:r>
              <a:rPr lang="ja-JP" altLang="en-US" sz="1200" dirty="0"/>
              <a:t>ｓ</a:t>
            </a:r>
            <a:r>
              <a:rPr lang="ja-JP" altLang="ja-JP" sz="1200" dirty="0"/>
              <a:t>，</a:t>
            </a:r>
            <a:r>
              <a:rPr lang="en-US" altLang="ja-JP" sz="1200" dirty="0"/>
              <a:t>12</a:t>
            </a:r>
            <a:r>
              <a:rPr lang="ja-JP" altLang="en-US" sz="1200" dirty="0"/>
              <a:t>ｓ</a:t>
            </a:r>
            <a:r>
              <a:rPr lang="ja-JP" altLang="ja-JP" sz="1200" dirty="0"/>
              <a:t>と</a:t>
            </a:r>
            <a:r>
              <a:rPr lang="en-US" altLang="ja-JP" sz="1200" dirty="0"/>
              <a:t>1</a:t>
            </a:r>
            <a:r>
              <a:rPr lang="ja-JP" altLang="ja-JP" sz="1200" dirty="0"/>
              <a:t>５</a:t>
            </a:r>
            <a:r>
              <a:rPr lang="ja-JP" altLang="en-US" sz="1200" dirty="0"/>
              <a:t>ｓ</a:t>
            </a:r>
            <a:r>
              <a:rPr lang="ja-JP" altLang="ja-JP" sz="1200" dirty="0"/>
              <a:t>，</a:t>
            </a:r>
            <a:r>
              <a:rPr lang="en-US" altLang="ja-JP" sz="1200" dirty="0"/>
              <a:t>12</a:t>
            </a:r>
            <a:r>
              <a:rPr lang="ja-JP" altLang="en-US" sz="1200" dirty="0"/>
              <a:t>ｓ</a:t>
            </a:r>
            <a:r>
              <a:rPr lang="ja-JP" altLang="ja-JP" sz="1200" dirty="0"/>
              <a:t>と</a:t>
            </a:r>
            <a:r>
              <a:rPr lang="en-US" altLang="ja-JP" sz="1200" dirty="0"/>
              <a:t>18</a:t>
            </a:r>
            <a:r>
              <a:rPr lang="ja-JP" altLang="en-US" sz="1200" dirty="0"/>
              <a:t>ｓ</a:t>
            </a:r>
            <a:r>
              <a:rPr lang="ja-JP" altLang="ja-JP" sz="1200" dirty="0"/>
              <a:t>，</a:t>
            </a:r>
            <a:r>
              <a:rPr lang="en-US" altLang="ja-JP" sz="1200" dirty="0"/>
              <a:t>15</a:t>
            </a:r>
            <a:r>
              <a:rPr lang="ja-JP" altLang="en-US" sz="1200" dirty="0"/>
              <a:t>ｓ</a:t>
            </a:r>
            <a:r>
              <a:rPr lang="ja-JP" altLang="ja-JP" sz="1200" dirty="0"/>
              <a:t>と</a:t>
            </a:r>
            <a:r>
              <a:rPr lang="en-US" altLang="ja-JP" sz="1200" dirty="0"/>
              <a:t>18</a:t>
            </a:r>
            <a:r>
              <a:rPr lang="ja-JP" altLang="en-US" sz="1200" dirty="0"/>
              <a:t>ｓの</a:t>
            </a:r>
            <a:r>
              <a:rPr lang="en-US" altLang="ja-JP" sz="1200" dirty="0"/>
              <a:t>5</a:t>
            </a:r>
            <a:r>
              <a:rPr lang="ja-JP" altLang="en-US" sz="1200" dirty="0"/>
              <a:t>つの組み合わせについては有意さが出ませんでしたが、そのほかのすべての組み合わせでは有意差ありとなりました。</a:t>
            </a:r>
            <a:r>
              <a:rPr kumimoji="1" lang="ja-JP" altLang="en-US" dirty="0"/>
              <a:t>輝度については、</a:t>
            </a:r>
            <a:r>
              <a:rPr kumimoji="1" lang="en-US" altLang="ja-JP" dirty="0"/>
              <a:t>17.97</a:t>
            </a:r>
            <a:r>
              <a:rPr kumimoji="1" lang="ja-JP" altLang="en-US" dirty="0"/>
              <a:t>カンデラと</a:t>
            </a:r>
            <a:r>
              <a:rPr kumimoji="1" lang="en-US" altLang="ja-JP" dirty="0"/>
              <a:t>53.08</a:t>
            </a:r>
            <a:r>
              <a:rPr kumimoji="1" lang="ja-JP" altLang="en-US" dirty="0"/>
              <a:t>カンデラの組み合わせについて有意確率が</a:t>
            </a:r>
            <a:r>
              <a:rPr kumimoji="1" lang="en-US" altLang="ja-JP" dirty="0"/>
              <a:t>0.036</a:t>
            </a:r>
            <a:r>
              <a:rPr kumimoji="1" lang="ja-JP" altLang="en-US" dirty="0"/>
              <a:t>になったため、</a:t>
            </a:r>
            <a:r>
              <a:rPr kumimoji="1" lang="en-US" altLang="ja-JP" dirty="0"/>
              <a:t>0.05</a:t>
            </a:r>
            <a:r>
              <a:rPr kumimoji="1" lang="ja-JP" altLang="en-US" dirty="0"/>
              <a:t>より小さく有意差ありとなりました。</a:t>
            </a:r>
          </a:p>
        </p:txBody>
      </p:sp>
      <p:sp>
        <p:nvSpPr>
          <p:cNvPr id="4" name="スライド番号プレースホルダー 3">
            <a:extLst>
              <a:ext uri="{FF2B5EF4-FFF2-40B4-BE49-F238E27FC236}">
                <a16:creationId xmlns:a16="http://schemas.microsoft.com/office/drawing/2014/main" id="{50A3897A-0766-D161-165C-17CC6968F539}"/>
              </a:ext>
            </a:extLst>
          </p:cNvPr>
          <p:cNvSpPr>
            <a:spLocks noGrp="1"/>
          </p:cNvSpPr>
          <p:nvPr>
            <p:ph type="sldNum" sz="quarter" idx="5"/>
          </p:nvPr>
        </p:nvSpPr>
        <p:spPr/>
        <p:txBody>
          <a:bodyPr/>
          <a:lstStyle/>
          <a:p>
            <a:fld id="{9F8B1C8E-DED5-824C-B33F-945DA4C71D8D}" type="slidenum">
              <a:rPr kumimoji="1" lang="ja-JP" altLang="en-US" smtClean="0"/>
              <a:t>27</a:t>
            </a:fld>
            <a:endParaRPr kumimoji="1" lang="ja-JP" altLang="en-US"/>
          </a:p>
        </p:txBody>
      </p:sp>
    </p:spTree>
    <p:extLst>
      <p:ext uri="{BB962C8B-B14F-4D97-AF65-F5344CB8AC3E}">
        <p14:creationId xmlns:p14="http://schemas.microsoft.com/office/powerpoint/2010/main" val="37661530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C3CAD-8318-CD85-B5F1-9883739610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CF1145E-7A47-39E6-0701-7630F195F91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9F4D7CD-2C69-36C6-8687-BB26D1DC77E9}"/>
              </a:ext>
            </a:extLst>
          </p:cNvPr>
          <p:cNvSpPr>
            <a:spLocks noGrp="1"/>
          </p:cNvSpPr>
          <p:nvPr>
            <p:ph type="body" idx="1"/>
          </p:nvPr>
        </p:nvSpPr>
        <p:spPr/>
        <p:txBody>
          <a:bodyPr/>
          <a:lstStyle/>
          <a:p>
            <a:r>
              <a:rPr kumimoji="1" lang="ja-JP" altLang="en-US" dirty="0">
                <a:latin typeface="Calibri" panose="020F0502020204030204" pitchFamily="34" charset="0"/>
                <a:cs typeface="Calibri" panose="020F0502020204030204" pitchFamily="34" charset="0"/>
              </a:rPr>
              <a:t>次に考察についてです。そのまま読む</a:t>
            </a:r>
            <a:endParaRPr kumimoji="1" lang="en-US" altLang="ja-JP" dirty="0">
              <a:latin typeface="Calibri" panose="020F0502020204030204" pitchFamily="34" charset="0"/>
              <a:cs typeface="Calibri" panose="020F0502020204030204" pitchFamily="34" charset="0"/>
            </a:endParaRPr>
          </a:p>
          <a:p>
            <a:r>
              <a:rPr kumimoji="1" lang="ja-JP" altLang="en-US" dirty="0">
                <a:latin typeface="Calibri" panose="020F0502020204030204" pitchFamily="34" charset="0"/>
                <a:cs typeface="Calibri" panose="020F0502020204030204" pitchFamily="34" charset="0"/>
              </a:rPr>
              <a:t>今後と展望としては、今回の実験は被験者数が８名分でまだ十分なデータ量とは言えないため、被験者数をもっと増やし、実験の結果がより信頼できるものになるようにしたいと考えています</a:t>
            </a:r>
            <a:endParaRPr kumimoji="1" lang="en-US" altLang="ja-JP" dirty="0">
              <a:latin typeface="Calibri" panose="020F0502020204030204" pitchFamily="34" charset="0"/>
              <a:ea typeface="Calibri" panose="020F0502020204030204" pitchFamily="34" charset="0"/>
              <a:cs typeface="Calibri" panose="020F0502020204030204" pitchFamily="34" charset="0"/>
            </a:endParaRPr>
          </a:p>
        </p:txBody>
      </p:sp>
      <p:sp>
        <p:nvSpPr>
          <p:cNvPr id="4" name="スライド番号プレースホルダー 3">
            <a:extLst>
              <a:ext uri="{FF2B5EF4-FFF2-40B4-BE49-F238E27FC236}">
                <a16:creationId xmlns:a16="http://schemas.microsoft.com/office/drawing/2014/main" id="{4461717C-8FDE-23CC-8FF4-491E0958506B}"/>
              </a:ext>
            </a:extLst>
          </p:cNvPr>
          <p:cNvSpPr>
            <a:spLocks noGrp="1"/>
          </p:cNvSpPr>
          <p:nvPr>
            <p:ph type="sldNum" sz="quarter" idx="5"/>
          </p:nvPr>
        </p:nvSpPr>
        <p:spPr/>
        <p:txBody>
          <a:bodyPr/>
          <a:lstStyle/>
          <a:p>
            <a:fld id="{9F8B1C8E-DED5-824C-B33F-945DA4C71D8D}" type="slidenum">
              <a:rPr kumimoji="1" lang="ja-JP" altLang="en-US" smtClean="0"/>
              <a:t>28</a:t>
            </a:fld>
            <a:endParaRPr kumimoji="1" lang="ja-JP" altLang="en-US"/>
          </a:p>
        </p:txBody>
      </p:sp>
    </p:spTree>
    <p:extLst>
      <p:ext uri="{BB962C8B-B14F-4D97-AF65-F5344CB8AC3E}">
        <p14:creationId xmlns:p14="http://schemas.microsoft.com/office/powerpoint/2010/main" val="8668629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9F8B1C8E-DED5-824C-B33F-945DA4C71D8D}" type="slidenum">
              <a:rPr kumimoji="1" lang="ja-JP" altLang="en-US" smtClean="0"/>
              <a:t>29</a:t>
            </a:fld>
            <a:endParaRPr kumimoji="1" lang="ja-JP" altLang="en-US"/>
          </a:p>
        </p:txBody>
      </p:sp>
    </p:spTree>
    <p:extLst>
      <p:ext uri="{BB962C8B-B14F-4D97-AF65-F5344CB8AC3E}">
        <p14:creationId xmlns:p14="http://schemas.microsoft.com/office/powerpoint/2010/main" val="1628783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9F8B1C8E-DED5-824C-B33F-945DA4C71D8D}" type="slidenum">
              <a:rPr kumimoji="1" lang="ja-JP" altLang="en-US" smtClean="0"/>
              <a:t>30</a:t>
            </a:fld>
            <a:endParaRPr kumimoji="1" lang="ja-JP" altLang="en-US"/>
          </a:p>
        </p:txBody>
      </p:sp>
    </p:spTree>
    <p:extLst>
      <p:ext uri="{BB962C8B-B14F-4D97-AF65-F5344CB8AC3E}">
        <p14:creationId xmlns:p14="http://schemas.microsoft.com/office/powerpoint/2010/main" val="2654494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9F8B1C8E-DED5-824C-B33F-945DA4C71D8D}" type="slidenum">
              <a:rPr kumimoji="1" lang="ja-JP" altLang="en-US" smtClean="0"/>
              <a:t>31</a:t>
            </a:fld>
            <a:endParaRPr kumimoji="1" lang="ja-JP" altLang="en-US"/>
          </a:p>
        </p:txBody>
      </p:sp>
    </p:spTree>
    <p:extLst>
      <p:ext uri="{BB962C8B-B14F-4D97-AF65-F5344CB8AC3E}">
        <p14:creationId xmlns:p14="http://schemas.microsoft.com/office/powerpoint/2010/main" val="3437772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9F8B1C8E-DED5-824C-B33F-945DA4C71D8D}" type="slidenum">
              <a:rPr kumimoji="1" lang="ja-JP" altLang="en-US" smtClean="0"/>
              <a:t>33</a:t>
            </a:fld>
            <a:endParaRPr kumimoji="1" lang="ja-JP" altLang="en-US"/>
          </a:p>
        </p:txBody>
      </p:sp>
    </p:spTree>
    <p:extLst>
      <p:ext uri="{BB962C8B-B14F-4D97-AF65-F5344CB8AC3E}">
        <p14:creationId xmlns:p14="http://schemas.microsoft.com/office/powerpoint/2010/main" val="511944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C0A5D7F-9AAA-7FCD-1298-957336575140}"/>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F406F9F-8DA0-9016-CD4F-BBCBB30E40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A3696233-90AE-8C57-44AE-CE5D839D0A54}"/>
              </a:ext>
            </a:extLst>
          </p:cNvPr>
          <p:cNvSpPr>
            <a:spLocks noGrp="1"/>
          </p:cNvSpPr>
          <p:nvPr>
            <p:ph type="dt" sz="half" idx="10"/>
          </p:nvPr>
        </p:nvSpPr>
        <p:spPr/>
        <p:txBody>
          <a:bodyPr/>
          <a:lstStyle/>
          <a:p>
            <a:fld id="{7C5230B9-0C80-E946-AD3B-9DE69CBECC4D}" type="datetime1">
              <a:rPr kumimoji="1" lang="ja-JP" altLang="en-US" smtClean="0"/>
              <a:t>2026/2/12</a:t>
            </a:fld>
            <a:endParaRPr kumimoji="1" lang="ja-JP" altLang="en-US"/>
          </a:p>
        </p:txBody>
      </p:sp>
      <p:sp>
        <p:nvSpPr>
          <p:cNvPr id="5" name="フッター プレースホルダー 4">
            <a:extLst>
              <a:ext uri="{FF2B5EF4-FFF2-40B4-BE49-F238E27FC236}">
                <a16:creationId xmlns:a16="http://schemas.microsoft.com/office/drawing/2014/main" id="{91315507-2873-96E1-8481-4231658B0033}"/>
              </a:ext>
            </a:extLst>
          </p:cNvPr>
          <p:cNvSpPr>
            <a:spLocks noGrp="1"/>
          </p:cNvSpPr>
          <p:nvPr>
            <p:ph type="ftr" sz="quarter" idx="11"/>
          </p:nvPr>
        </p:nvSpPr>
        <p:spPr/>
        <p:txBody>
          <a:bodyPr/>
          <a:lstStyle/>
          <a:p>
            <a:r>
              <a:rPr kumimoji="1" lang="ja-JP" altLang="en-US"/>
              <a:t>長波長光と短波長光に対する 内因性光感受性網膜神経節細胞の光応答特</a:t>
            </a:r>
          </a:p>
        </p:txBody>
      </p:sp>
      <p:sp>
        <p:nvSpPr>
          <p:cNvPr id="6" name="スライド番号プレースホルダー 5">
            <a:extLst>
              <a:ext uri="{FF2B5EF4-FFF2-40B4-BE49-F238E27FC236}">
                <a16:creationId xmlns:a16="http://schemas.microsoft.com/office/drawing/2014/main" id="{320A1ED7-6E2E-86DE-BFFC-18F72917FA23}"/>
              </a:ext>
            </a:extLst>
          </p:cNvPr>
          <p:cNvSpPr>
            <a:spLocks noGrp="1"/>
          </p:cNvSpPr>
          <p:nvPr>
            <p:ph type="sldNum" sz="quarter" idx="12"/>
          </p:nvPr>
        </p:nvSpPr>
        <p:spPr/>
        <p:txBody>
          <a:bodyPr/>
          <a:lstStyle/>
          <a:p>
            <a:fld id="{15850237-4F5E-434F-B1A9-6179087F5D60}" type="slidenum">
              <a:rPr kumimoji="1" lang="ja-JP" altLang="en-US" smtClean="0"/>
              <a:t>‹#›</a:t>
            </a:fld>
            <a:endParaRPr kumimoji="1" lang="ja-JP" altLang="en-US"/>
          </a:p>
        </p:txBody>
      </p:sp>
    </p:spTree>
    <p:extLst>
      <p:ext uri="{BB962C8B-B14F-4D97-AF65-F5344CB8AC3E}">
        <p14:creationId xmlns:p14="http://schemas.microsoft.com/office/powerpoint/2010/main" val="3813051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16EA1EA-E7A0-F8F0-1D68-8DA21702FDA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F05D846-E9DB-6C9C-B597-6F2C5BD837C9}"/>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25B2694-81AB-335C-2BA5-378849C99D47}"/>
              </a:ext>
            </a:extLst>
          </p:cNvPr>
          <p:cNvSpPr>
            <a:spLocks noGrp="1"/>
          </p:cNvSpPr>
          <p:nvPr>
            <p:ph type="dt" sz="half" idx="10"/>
          </p:nvPr>
        </p:nvSpPr>
        <p:spPr/>
        <p:txBody>
          <a:bodyPr/>
          <a:lstStyle/>
          <a:p>
            <a:fld id="{9E5D14B3-E628-324E-88B7-0C0E4D2A88AE}" type="datetime1">
              <a:rPr kumimoji="1" lang="ja-JP" altLang="en-US" smtClean="0"/>
              <a:t>2026/2/12</a:t>
            </a:fld>
            <a:endParaRPr kumimoji="1" lang="ja-JP" altLang="en-US"/>
          </a:p>
        </p:txBody>
      </p:sp>
      <p:sp>
        <p:nvSpPr>
          <p:cNvPr id="5" name="フッター プレースホルダー 4">
            <a:extLst>
              <a:ext uri="{FF2B5EF4-FFF2-40B4-BE49-F238E27FC236}">
                <a16:creationId xmlns:a16="http://schemas.microsoft.com/office/drawing/2014/main" id="{7DCFC7E8-8F38-53BE-64BD-2BCBBAD736E2}"/>
              </a:ext>
            </a:extLst>
          </p:cNvPr>
          <p:cNvSpPr>
            <a:spLocks noGrp="1"/>
          </p:cNvSpPr>
          <p:nvPr>
            <p:ph type="ftr" sz="quarter" idx="11"/>
          </p:nvPr>
        </p:nvSpPr>
        <p:spPr/>
        <p:txBody>
          <a:bodyPr/>
          <a:lstStyle/>
          <a:p>
            <a:r>
              <a:rPr kumimoji="1" lang="ja-JP" altLang="en-US"/>
              <a:t>長波長光と短波長光に対する 内因性光感受性網膜神経節細胞の光応答特</a:t>
            </a:r>
          </a:p>
        </p:txBody>
      </p:sp>
      <p:sp>
        <p:nvSpPr>
          <p:cNvPr id="6" name="スライド番号プレースホルダー 5">
            <a:extLst>
              <a:ext uri="{FF2B5EF4-FFF2-40B4-BE49-F238E27FC236}">
                <a16:creationId xmlns:a16="http://schemas.microsoft.com/office/drawing/2014/main" id="{0925E2E1-83AD-686D-14ED-F624847E01BE}"/>
              </a:ext>
            </a:extLst>
          </p:cNvPr>
          <p:cNvSpPr>
            <a:spLocks noGrp="1"/>
          </p:cNvSpPr>
          <p:nvPr>
            <p:ph type="sldNum" sz="quarter" idx="12"/>
          </p:nvPr>
        </p:nvSpPr>
        <p:spPr/>
        <p:txBody>
          <a:bodyPr/>
          <a:lstStyle/>
          <a:p>
            <a:fld id="{15850237-4F5E-434F-B1A9-6179087F5D60}" type="slidenum">
              <a:rPr kumimoji="1" lang="ja-JP" altLang="en-US" smtClean="0"/>
              <a:t>‹#›</a:t>
            </a:fld>
            <a:endParaRPr kumimoji="1" lang="ja-JP" altLang="en-US"/>
          </a:p>
        </p:txBody>
      </p:sp>
    </p:spTree>
    <p:extLst>
      <p:ext uri="{BB962C8B-B14F-4D97-AF65-F5344CB8AC3E}">
        <p14:creationId xmlns:p14="http://schemas.microsoft.com/office/powerpoint/2010/main" val="4193121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D82103-0AD4-4774-06B3-41BE07789F90}"/>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8B443F1-2BCD-6D53-268A-8F12657A404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465D716-273D-46F7-3228-7606007B416F}"/>
              </a:ext>
            </a:extLst>
          </p:cNvPr>
          <p:cNvSpPr>
            <a:spLocks noGrp="1"/>
          </p:cNvSpPr>
          <p:nvPr>
            <p:ph type="dt" sz="half" idx="10"/>
          </p:nvPr>
        </p:nvSpPr>
        <p:spPr/>
        <p:txBody>
          <a:bodyPr/>
          <a:lstStyle/>
          <a:p>
            <a:fld id="{8A21849B-8541-EB4A-9D19-121A2F33179B}" type="datetime1">
              <a:rPr kumimoji="1" lang="ja-JP" altLang="en-US" smtClean="0"/>
              <a:t>2026/2/12</a:t>
            </a:fld>
            <a:endParaRPr kumimoji="1" lang="ja-JP" altLang="en-US"/>
          </a:p>
        </p:txBody>
      </p:sp>
      <p:sp>
        <p:nvSpPr>
          <p:cNvPr id="5" name="フッター プレースホルダー 4">
            <a:extLst>
              <a:ext uri="{FF2B5EF4-FFF2-40B4-BE49-F238E27FC236}">
                <a16:creationId xmlns:a16="http://schemas.microsoft.com/office/drawing/2014/main" id="{418167AC-8C1F-3520-F60F-2EF1AEF556ED}"/>
              </a:ext>
            </a:extLst>
          </p:cNvPr>
          <p:cNvSpPr>
            <a:spLocks noGrp="1"/>
          </p:cNvSpPr>
          <p:nvPr>
            <p:ph type="ftr" sz="quarter" idx="11"/>
          </p:nvPr>
        </p:nvSpPr>
        <p:spPr/>
        <p:txBody>
          <a:bodyPr/>
          <a:lstStyle/>
          <a:p>
            <a:r>
              <a:rPr kumimoji="1" lang="ja-JP" altLang="en-US"/>
              <a:t>長波長光と短波長光に対する 内因性光感受性網膜神経節細胞の光応答特</a:t>
            </a:r>
          </a:p>
        </p:txBody>
      </p:sp>
      <p:sp>
        <p:nvSpPr>
          <p:cNvPr id="6" name="スライド番号プレースホルダー 5">
            <a:extLst>
              <a:ext uri="{FF2B5EF4-FFF2-40B4-BE49-F238E27FC236}">
                <a16:creationId xmlns:a16="http://schemas.microsoft.com/office/drawing/2014/main" id="{F9A89425-3129-BFBB-9149-4E33BA5599C3}"/>
              </a:ext>
            </a:extLst>
          </p:cNvPr>
          <p:cNvSpPr>
            <a:spLocks noGrp="1"/>
          </p:cNvSpPr>
          <p:nvPr>
            <p:ph type="sldNum" sz="quarter" idx="12"/>
          </p:nvPr>
        </p:nvSpPr>
        <p:spPr/>
        <p:txBody>
          <a:bodyPr/>
          <a:lstStyle/>
          <a:p>
            <a:fld id="{15850237-4F5E-434F-B1A9-6179087F5D60}" type="slidenum">
              <a:rPr kumimoji="1" lang="ja-JP" altLang="en-US" smtClean="0"/>
              <a:t>‹#›</a:t>
            </a:fld>
            <a:endParaRPr kumimoji="1" lang="ja-JP" altLang="en-US"/>
          </a:p>
        </p:txBody>
      </p:sp>
    </p:spTree>
    <p:extLst>
      <p:ext uri="{BB962C8B-B14F-4D97-AF65-F5344CB8AC3E}">
        <p14:creationId xmlns:p14="http://schemas.microsoft.com/office/powerpoint/2010/main" val="2908038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D46C49D-70BD-03BC-3A24-94C33E05860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B94D323-DFDC-0212-69DE-9699FA7F34A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D64384A-C6FB-E632-4217-FA8B6FBA9FB1}"/>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52D40DF2-9002-E93B-DFD7-EFE6D67D2893}"/>
              </a:ext>
            </a:extLst>
          </p:cNvPr>
          <p:cNvSpPr>
            <a:spLocks noGrp="1"/>
          </p:cNvSpPr>
          <p:nvPr>
            <p:ph type="dt" sz="half" idx="10"/>
          </p:nvPr>
        </p:nvSpPr>
        <p:spPr/>
        <p:txBody>
          <a:bodyPr/>
          <a:lstStyle/>
          <a:p>
            <a:fld id="{8E0B74A9-9DA1-E540-9AEE-0127D637075C}" type="datetime1">
              <a:rPr kumimoji="1" lang="ja-JP" altLang="en-US" smtClean="0"/>
              <a:t>2026/2/12</a:t>
            </a:fld>
            <a:endParaRPr kumimoji="1" lang="ja-JP" altLang="en-US"/>
          </a:p>
        </p:txBody>
      </p:sp>
      <p:sp>
        <p:nvSpPr>
          <p:cNvPr id="6" name="フッター プレースホルダー 5">
            <a:extLst>
              <a:ext uri="{FF2B5EF4-FFF2-40B4-BE49-F238E27FC236}">
                <a16:creationId xmlns:a16="http://schemas.microsoft.com/office/drawing/2014/main" id="{36B32C16-1291-6264-E66F-F5C58DEE6DB6}"/>
              </a:ext>
            </a:extLst>
          </p:cNvPr>
          <p:cNvSpPr>
            <a:spLocks noGrp="1"/>
          </p:cNvSpPr>
          <p:nvPr>
            <p:ph type="ftr" sz="quarter" idx="11"/>
          </p:nvPr>
        </p:nvSpPr>
        <p:spPr/>
        <p:txBody>
          <a:bodyPr/>
          <a:lstStyle/>
          <a:p>
            <a:r>
              <a:rPr kumimoji="1" lang="ja-JP" altLang="en-US"/>
              <a:t>長波長光と短波長光に対する 内因性光感受性網膜神経節細胞の光応答特</a:t>
            </a:r>
          </a:p>
        </p:txBody>
      </p:sp>
      <p:sp>
        <p:nvSpPr>
          <p:cNvPr id="7" name="スライド番号プレースホルダー 6">
            <a:extLst>
              <a:ext uri="{FF2B5EF4-FFF2-40B4-BE49-F238E27FC236}">
                <a16:creationId xmlns:a16="http://schemas.microsoft.com/office/drawing/2014/main" id="{4BF841FF-B686-C11F-EC9D-1450AE171C8B}"/>
              </a:ext>
            </a:extLst>
          </p:cNvPr>
          <p:cNvSpPr>
            <a:spLocks noGrp="1"/>
          </p:cNvSpPr>
          <p:nvPr>
            <p:ph type="sldNum" sz="quarter" idx="12"/>
          </p:nvPr>
        </p:nvSpPr>
        <p:spPr/>
        <p:txBody>
          <a:bodyPr/>
          <a:lstStyle/>
          <a:p>
            <a:fld id="{15850237-4F5E-434F-B1A9-6179087F5D60}" type="slidenum">
              <a:rPr kumimoji="1" lang="ja-JP" altLang="en-US" smtClean="0"/>
              <a:t>‹#›</a:t>
            </a:fld>
            <a:endParaRPr kumimoji="1" lang="ja-JP" altLang="en-US"/>
          </a:p>
        </p:txBody>
      </p:sp>
    </p:spTree>
    <p:extLst>
      <p:ext uri="{BB962C8B-B14F-4D97-AF65-F5344CB8AC3E}">
        <p14:creationId xmlns:p14="http://schemas.microsoft.com/office/powerpoint/2010/main" val="34080490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1E1BDA-4A6C-57ED-D118-A3C72150A18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0014E35-8E69-5419-19C3-4B3019B008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F7973B4-0A31-91E5-EC5A-4B4A93947E6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22B3E40-0FA7-E0C5-8C33-D8B0FC4368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2ECD3460-05BB-63E7-B139-8DCD582C219D}"/>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26842AF-0836-6294-88FB-AFA45FC40170}"/>
              </a:ext>
            </a:extLst>
          </p:cNvPr>
          <p:cNvSpPr>
            <a:spLocks noGrp="1"/>
          </p:cNvSpPr>
          <p:nvPr>
            <p:ph type="dt" sz="half" idx="10"/>
          </p:nvPr>
        </p:nvSpPr>
        <p:spPr/>
        <p:txBody>
          <a:bodyPr/>
          <a:lstStyle/>
          <a:p>
            <a:fld id="{48BB3F00-C00A-134C-B120-1DF0BC8AFEA5}" type="datetime1">
              <a:rPr kumimoji="1" lang="ja-JP" altLang="en-US" smtClean="0"/>
              <a:t>2026/2/12</a:t>
            </a:fld>
            <a:endParaRPr kumimoji="1" lang="ja-JP" altLang="en-US"/>
          </a:p>
        </p:txBody>
      </p:sp>
      <p:sp>
        <p:nvSpPr>
          <p:cNvPr id="8" name="フッター プレースホルダー 7">
            <a:extLst>
              <a:ext uri="{FF2B5EF4-FFF2-40B4-BE49-F238E27FC236}">
                <a16:creationId xmlns:a16="http://schemas.microsoft.com/office/drawing/2014/main" id="{D76CB16C-132E-EB8F-21BB-8E4C3490CFBA}"/>
              </a:ext>
            </a:extLst>
          </p:cNvPr>
          <p:cNvSpPr>
            <a:spLocks noGrp="1"/>
          </p:cNvSpPr>
          <p:nvPr>
            <p:ph type="ftr" sz="quarter" idx="11"/>
          </p:nvPr>
        </p:nvSpPr>
        <p:spPr/>
        <p:txBody>
          <a:bodyPr/>
          <a:lstStyle/>
          <a:p>
            <a:r>
              <a:rPr kumimoji="1" lang="ja-JP" altLang="en-US"/>
              <a:t>長波長光と短波長光に対する 内因性光感受性網膜神経節細胞の光応答特</a:t>
            </a:r>
          </a:p>
        </p:txBody>
      </p:sp>
      <p:sp>
        <p:nvSpPr>
          <p:cNvPr id="9" name="スライド番号プレースホルダー 8">
            <a:extLst>
              <a:ext uri="{FF2B5EF4-FFF2-40B4-BE49-F238E27FC236}">
                <a16:creationId xmlns:a16="http://schemas.microsoft.com/office/drawing/2014/main" id="{DF831DE2-2F01-48E8-6E23-4B082CD94302}"/>
              </a:ext>
            </a:extLst>
          </p:cNvPr>
          <p:cNvSpPr>
            <a:spLocks noGrp="1"/>
          </p:cNvSpPr>
          <p:nvPr>
            <p:ph type="sldNum" sz="quarter" idx="12"/>
          </p:nvPr>
        </p:nvSpPr>
        <p:spPr/>
        <p:txBody>
          <a:bodyPr/>
          <a:lstStyle/>
          <a:p>
            <a:fld id="{15850237-4F5E-434F-B1A9-6179087F5D60}" type="slidenum">
              <a:rPr kumimoji="1" lang="ja-JP" altLang="en-US" smtClean="0"/>
              <a:t>‹#›</a:t>
            </a:fld>
            <a:endParaRPr kumimoji="1" lang="ja-JP" altLang="en-US"/>
          </a:p>
        </p:txBody>
      </p:sp>
    </p:spTree>
    <p:extLst>
      <p:ext uri="{BB962C8B-B14F-4D97-AF65-F5344CB8AC3E}">
        <p14:creationId xmlns:p14="http://schemas.microsoft.com/office/powerpoint/2010/main" val="35622587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05F2508-777E-9214-D472-4B57D0F7CFD6}"/>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70B1940-9C3E-7029-0699-653CAFD8DCB1}"/>
              </a:ext>
            </a:extLst>
          </p:cNvPr>
          <p:cNvSpPr>
            <a:spLocks noGrp="1"/>
          </p:cNvSpPr>
          <p:nvPr>
            <p:ph type="dt" sz="half" idx="10"/>
          </p:nvPr>
        </p:nvSpPr>
        <p:spPr/>
        <p:txBody>
          <a:bodyPr/>
          <a:lstStyle/>
          <a:p>
            <a:fld id="{91A69787-0B38-544D-8615-79766504496F}" type="datetime1">
              <a:rPr kumimoji="1" lang="ja-JP" altLang="en-US" smtClean="0"/>
              <a:t>2026/2/12</a:t>
            </a:fld>
            <a:endParaRPr kumimoji="1" lang="ja-JP" altLang="en-US"/>
          </a:p>
        </p:txBody>
      </p:sp>
      <p:sp>
        <p:nvSpPr>
          <p:cNvPr id="4" name="フッター プレースホルダー 3">
            <a:extLst>
              <a:ext uri="{FF2B5EF4-FFF2-40B4-BE49-F238E27FC236}">
                <a16:creationId xmlns:a16="http://schemas.microsoft.com/office/drawing/2014/main" id="{8951D288-ED92-D44F-8353-991C250959EA}"/>
              </a:ext>
            </a:extLst>
          </p:cNvPr>
          <p:cNvSpPr>
            <a:spLocks noGrp="1"/>
          </p:cNvSpPr>
          <p:nvPr>
            <p:ph type="ftr" sz="quarter" idx="11"/>
          </p:nvPr>
        </p:nvSpPr>
        <p:spPr/>
        <p:txBody>
          <a:bodyPr/>
          <a:lstStyle/>
          <a:p>
            <a:r>
              <a:rPr kumimoji="1" lang="ja-JP" altLang="en-US"/>
              <a:t>長波長光と短波長光に対する 内因性光感受性網膜神経節細胞の光応答特</a:t>
            </a:r>
          </a:p>
        </p:txBody>
      </p:sp>
      <p:sp>
        <p:nvSpPr>
          <p:cNvPr id="5" name="スライド番号プレースホルダー 4">
            <a:extLst>
              <a:ext uri="{FF2B5EF4-FFF2-40B4-BE49-F238E27FC236}">
                <a16:creationId xmlns:a16="http://schemas.microsoft.com/office/drawing/2014/main" id="{182589DB-C9EF-88C3-BFEC-07EAAA4DDDDD}"/>
              </a:ext>
            </a:extLst>
          </p:cNvPr>
          <p:cNvSpPr>
            <a:spLocks noGrp="1"/>
          </p:cNvSpPr>
          <p:nvPr>
            <p:ph type="sldNum" sz="quarter" idx="12"/>
          </p:nvPr>
        </p:nvSpPr>
        <p:spPr/>
        <p:txBody>
          <a:bodyPr/>
          <a:lstStyle/>
          <a:p>
            <a:fld id="{15850237-4F5E-434F-B1A9-6179087F5D60}" type="slidenum">
              <a:rPr kumimoji="1" lang="ja-JP" altLang="en-US" smtClean="0"/>
              <a:t>‹#›</a:t>
            </a:fld>
            <a:endParaRPr kumimoji="1" lang="ja-JP" altLang="en-US"/>
          </a:p>
        </p:txBody>
      </p:sp>
    </p:spTree>
    <p:extLst>
      <p:ext uri="{BB962C8B-B14F-4D97-AF65-F5344CB8AC3E}">
        <p14:creationId xmlns:p14="http://schemas.microsoft.com/office/powerpoint/2010/main" val="2166539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76A216E-8186-F79C-4127-C7D1DFCFE454}"/>
              </a:ext>
            </a:extLst>
          </p:cNvPr>
          <p:cNvSpPr>
            <a:spLocks noGrp="1"/>
          </p:cNvSpPr>
          <p:nvPr>
            <p:ph type="dt" sz="half" idx="10"/>
          </p:nvPr>
        </p:nvSpPr>
        <p:spPr/>
        <p:txBody>
          <a:bodyPr/>
          <a:lstStyle/>
          <a:p>
            <a:fld id="{8ADB3E55-88B3-7C40-B85F-35EFCC135739}" type="datetime1">
              <a:rPr kumimoji="1" lang="ja-JP" altLang="en-US" smtClean="0"/>
              <a:t>2026/2/12</a:t>
            </a:fld>
            <a:endParaRPr kumimoji="1" lang="ja-JP" altLang="en-US"/>
          </a:p>
        </p:txBody>
      </p:sp>
      <p:sp>
        <p:nvSpPr>
          <p:cNvPr id="3" name="フッター プレースホルダー 2">
            <a:extLst>
              <a:ext uri="{FF2B5EF4-FFF2-40B4-BE49-F238E27FC236}">
                <a16:creationId xmlns:a16="http://schemas.microsoft.com/office/drawing/2014/main" id="{41CBA65B-7526-5AD9-7414-955CFAC40421}"/>
              </a:ext>
            </a:extLst>
          </p:cNvPr>
          <p:cNvSpPr>
            <a:spLocks noGrp="1"/>
          </p:cNvSpPr>
          <p:nvPr>
            <p:ph type="ftr" sz="quarter" idx="11"/>
          </p:nvPr>
        </p:nvSpPr>
        <p:spPr/>
        <p:txBody>
          <a:bodyPr/>
          <a:lstStyle/>
          <a:p>
            <a:r>
              <a:rPr kumimoji="1" lang="ja-JP" altLang="en-US"/>
              <a:t>長波長光と短波長光に対する 内因性光感受性網膜神経節細胞の光応答特</a:t>
            </a:r>
          </a:p>
        </p:txBody>
      </p:sp>
      <p:sp>
        <p:nvSpPr>
          <p:cNvPr id="4" name="スライド番号プレースホルダー 3">
            <a:extLst>
              <a:ext uri="{FF2B5EF4-FFF2-40B4-BE49-F238E27FC236}">
                <a16:creationId xmlns:a16="http://schemas.microsoft.com/office/drawing/2014/main" id="{C0DA54CE-5395-A2E3-72F8-5499E9DA5D1B}"/>
              </a:ext>
            </a:extLst>
          </p:cNvPr>
          <p:cNvSpPr>
            <a:spLocks noGrp="1"/>
          </p:cNvSpPr>
          <p:nvPr>
            <p:ph type="sldNum" sz="quarter" idx="12"/>
          </p:nvPr>
        </p:nvSpPr>
        <p:spPr/>
        <p:txBody>
          <a:bodyPr/>
          <a:lstStyle/>
          <a:p>
            <a:fld id="{15850237-4F5E-434F-B1A9-6179087F5D60}" type="slidenum">
              <a:rPr kumimoji="1" lang="ja-JP" altLang="en-US" smtClean="0"/>
              <a:t>‹#›</a:t>
            </a:fld>
            <a:endParaRPr kumimoji="1" lang="ja-JP" altLang="en-US"/>
          </a:p>
        </p:txBody>
      </p:sp>
    </p:spTree>
    <p:extLst>
      <p:ext uri="{BB962C8B-B14F-4D97-AF65-F5344CB8AC3E}">
        <p14:creationId xmlns:p14="http://schemas.microsoft.com/office/powerpoint/2010/main" val="266642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5064656-BA66-AD0D-AEE8-2AD014AD6EC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B6BA125-E206-C899-2870-8E258CF2C8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6F8E091D-1D96-3679-6545-7FF07A6299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BA6E3D4-29F5-E606-2C3B-9A16261BD32C}"/>
              </a:ext>
            </a:extLst>
          </p:cNvPr>
          <p:cNvSpPr>
            <a:spLocks noGrp="1"/>
          </p:cNvSpPr>
          <p:nvPr>
            <p:ph type="dt" sz="half" idx="10"/>
          </p:nvPr>
        </p:nvSpPr>
        <p:spPr/>
        <p:txBody>
          <a:bodyPr/>
          <a:lstStyle/>
          <a:p>
            <a:fld id="{4A7B4236-D35E-B14E-A35A-7948976C8991}" type="datetime1">
              <a:rPr kumimoji="1" lang="ja-JP" altLang="en-US" smtClean="0"/>
              <a:t>2026/2/12</a:t>
            </a:fld>
            <a:endParaRPr kumimoji="1" lang="ja-JP" altLang="en-US"/>
          </a:p>
        </p:txBody>
      </p:sp>
      <p:sp>
        <p:nvSpPr>
          <p:cNvPr id="6" name="フッター プレースホルダー 5">
            <a:extLst>
              <a:ext uri="{FF2B5EF4-FFF2-40B4-BE49-F238E27FC236}">
                <a16:creationId xmlns:a16="http://schemas.microsoft.com/office/drawing/2014/main" id="{8FCD6D1B-D950-9431-D40C-DB31841C3DA9}"/>
              </a:ext>
            </a:extLst>
          </p:cNvPr>
          <p:cNvSpPr>
            <a:spLocks noGrp="1"/>
          </p:cNvSpPr>
          <p:nvPr>
            <p:ph type="ftr" sz="quarter" idx="11"/>
          </p:nvPr>
        </p:nvSpPr>
        <p:spPr/>
        <p:txBody>
          <a:bodyPr/>
          <a:lstStyle/>
          <a:p>
            <a:r>
              <a:rPr kumimoji="1" lang="ja-JP" altLang="en-US"/>
              <a:t>長波長光と短波長光に対する 内因性光感受性網膜神経節細胞の光応答特</a:t>
            </a:r>
          </a:p>
        </p:txBody>
      </p:sp>
      <p:sp>
        <p:nvSpPr>
          <p:cNvPr id="7" name="スライド番号プレースホルダー 6">
            <a:extLst>
              <a:ext uri="{FF2B5EF4-FFF2-40B4-BE49-F238E27FC236}">
                <a16:creationId xmlns:a16="http://schemas.microsoft.com/office/drawing/2014/main" id="{76779A33-C42E-C88F-58DD-957451200694}"/>
              </a:ext>
            </a:extLst>
          </p:cNvPr>
          <p:cNvSpPr>
            <a:spLocks noGrp="1"/>
          </p:cNvSpPr>
          <p:nvPr>
            <p:ph type="sldNum" sz="quarter" idx="12"/>
          </p:nvPr>
        </p:nvSpPr>
        <p:spPr/>
        <p:txBody>
          <a:bodyPr/>
          <a:lstStyle/>
          <a:p>
            <a:fld id="{15850237-4F5E-434F-B1A9-6179087F5D60}" type="slidenum">
              <a:rPr kumimoji="1" lang="ja-JP" altLang="en-US" smtClean="0"/>
              <a:t>‹#›</a:t>
            </a:fld>
            <a:endParaRPr kumimoji="1" lang="ja-JP" altLang="en-US"/>
          </a:p>
        </p:txBody>
      </p:sp>
    </p:spTree>
    <p:extLst>
      <p:ext uri="{BB962C8B-B14F-4D97-AF65-F5344CB8AC3E}">
        <p14:creationId xmlns:p14="http://schemas.microsoft.com/office/powerpoint/2010/main" val="2018041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55FC9D-0D21-A69D-625E-B05CB30855B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4C021F1C-AD84-7BB6-23A7-B6CBE2AAD9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CF6E4EEB-230A-BCAA-3FEC-DC85278A15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8C47D98-1A35-DBB4-F82C-ADF3390CFF9B}"/>
              </a:ext>
            </a:extLst>
          </p:cNvPr>
          <p:cNvSpPr>
            <a:spLocks noGrp="1"/>
          </p:cNvSpPr>
          <p:nvPr>
            <p:ph type="dt" sz="half" idx="10"/>
          </p:nvPr>
        </p:nvSpPr>
        <p:spPr/>
        <p:txBody>
          <a:bodyPr/>
          <a:lstStyle/>
          <a:p>
            <a:fld id="{3CB3D22A-CF9E-674E-AA0A-B0D1E6DF5171}" type="datetime1">
              <a:rPr kumimoji="1" lang="ja-JP" altLang="en-US" smtClean="0"/>
              <a:t>2026/2/12</a:t>
            </a:fld>
            <a:endParaRPr kumimoji="1" lang="ja-JP" altLang="en-US"/>
          </a:p>
        </p:txBody>
      </p:sp>
      <p:sp>
        <p:nvSpPr>
          <p:cNvPr id="6" name="フッター プレースホルダー 5">
            <a:extLst>
              <a:ext uri="{FF2B5EF4-FFF2-40B4-BE49-F238E27FC236}">
                <a16:creationId xmlns:a16="http://schemas.microsoft.com/office/drawing/2014/main" id="{98A6741D-A81C-235E-943A-DD205E7AC0A0}"/>
              </a:ext>
            </a:extLst>
          </p:cNvPr>
          <p:cNvSpPr>
            <a:spLocks noGrp="1"/>
          </p:cNvSpPr>
          <p:nvPr>
            <p:ph type="ftr" sz="quarter" idx="11"/>
          </p:nvPr>
        </p:nvSpPr>
        <p:spPr/>
        <p:txBody>
          <a:bodyPr/>
          <a:lstStyle/>
          <a:p>
            <a:r>
              <a:rPr kumimoji="1" lang="ja-JP" altLang="en-US"/>
              <a:t>長波長光と短波長光に対する 内因性光感受性網膜神経節細胞の光応答特</a:t>
            </a:r>
          </a:p>
        </p:txBody>
      </p:sp>
      <p:sp>
        <p:nvSpPr>
          <p:cNvPr id="7" name="スライド番号プレースホルダー 6">
            <a:extLst>
              <a:ext uri="{FF2B5EF4-FFF2-40B4-BE49-F238E27FC236}">
                <a16:creationId xmlns:a16="http://schemas.microsoft.com/office/drawing/2014/main" id="{B78FF50D-AFF8-28D7-4694-E194C19BDE35}"/>
              </a:ext>
            </a:extLst>
          </p:cNvPr>
          <p:cNvSpPr>
            <a:spLocks noGrp="1"/>
          </p:cNvSpPr>
          <p:nvPr>
            <p:ph type="sldNum" sz="quarter" idx="12"/>
          </p:nvPr>
        </p:nvSpPr>
        <p:spPr/>
        <p:txBody>
          <a:bodyPr/>
          <a:lstStyle/>
          <a:p>
            <a:fld id="{15850237-4F5E-434F-B1A9-6179087F5D60}" type="slidenum">
              <a:rPr kumimoji="1" lang="ja-JP" altLang="en-US" smtClean="0"/>
              <a:t>‹#›</a:t>
            </a:fld>
            <a:endParaRPr kumimoji="1" lang="ja-JP" altLang="en-US"/>
          </a:p>
        </p:txBody>
      </p:sp>
    </p:spTree>
    <p:extLst>
      <p:ext uri="{BB962C8B-B14F-4D97-AF65-F5344CB8AC3E}">
        <p14:creationId xmlns:p14="http://schemas.microsoft.com/office/powerpoint/2010/main" val="2159082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25BEA7-1CD8-18C9-195E-A7789F9CDCEB}"/>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FF958DF-E423-0072-9B04-AEBF0708D75A}"/>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BF496DB-5190-A04F-46D0-8FAC00999524}"/>
              </a:ext>
            </a:extLst>
          </p:cNvPr>
          <p:cNvSpPr>
            <a:spLocks noGrp="1"/>
          </p:cNvSpPr>
          <p:nvPr>
            <p:ph type="dt" sz="half" idx="10"/>
          </p:nvPr>
        </p:nvSpPr>
        <p:spPr/>
        <p:txBody>
          <a:bodyPr/>
          <a:lstStyle/>
          <a:p>
            <a:fld id="{E0655EFD-F0DF-9F4B-99DE-2B5A5406B295}" type="datetime1">
              <a:rPr kumimoji="1" lang="ja-JP" altLang="en-US" smtClean="0"/>
              <a:t>2026/2/12</a:t>
            </a:fld>
            <a:endParaRPr kumimoji="1" lang="ja-JP" altLang="en-US"/>
          </a:p>
        </p:txBody>
      </p:sp>
      <p:sp>
        <p:nvSpPr>
          <p:cNvPr id="5" name="フッター プレースホルダー 4">
            <a:extLst>
              <a:ext uri="{FF2B5EF4-FFF2-40B4-BE49-F238E27FC236}">
                <a16:creationId xmlns:a16="http://schemas.microsoft.com/office/drawing/2014/main" id="{509A3566-9152-D22C-73EA-155DF407420E}"/>
              </a:ext>
            </a:extLst>
          </p:cNvPr>
          <p:cNvSpPr>
            <a:spLocks noGrp="1"/>
          </p:cNvSpPr>
          <p:nvPr>
            <p:ph type="ftr" sz="quarter" idx="11"/>
          </p:nvPr>
        </p:nvSpPr>
        <p:spPr/>
        <p:txBody>
          <a:bodyPr/>
          <a:lstStyle/>
          <a:p>
            <a:r>
              <a:rPr kumimoji="1" lang="ja-JP" altLang="en-US"/>
              <a:t>長波長光と短波長光に対する 内因性光感受性網膜神経節細胞の光応答特</a:t>
            </a:r>
          </a:p>
        </p:txBody>
      </p:sp>
      <p:sp>
        <p:nvSpPr>
          <p:cNvPr id="6" name="スライド番号プレースホルダー 5">
            <a:extLst>
              <a:ext uri="{FF2B5EF4-FFF2-40B4-BE49-F238E27FC236}">
                <a16:creationId xmlns:a16="http://schemas.microsoft.com/office/drawing/2014/main" id="{C77E313C-AE3B-9266-E849-94B3FB496D80}"/>
              </a:ext>
            </a:extLst>
          </p:cNvPr>
          <p:cNvSpPr>
            <a:spLocks noGrp="1"/>
          </p:cNvSpPr>
          <p:nvPr>
            <p:ph type="sldNum" sz="quarter" idx="12"/>
          </p:nvPr>
        </p:nvSpPr>
        <p:spPr/>
        <p:txBody>
          <a:bodyPr/>
          <a:lstStyle/>
          <a:p>
            <a:fld id="{15850237-4F5E-434F-B1A9-6179087F5D60}" type="slidenum">
              <a:rPr kumimoji="1" lang="ja-JP" altLang="en-US" smtClean="0"/>
              <a:t>‹#›</a:t>
            </a:fld>
            <a:endParaRPr kumimoji="1" lang="ja-JP" altLang="en-US"/>
          </a:p>
        </p:txBody>
      </p:sp>
    </p:spTree>
    <p:extLst>
      <p:ext uri="{BB962C8B-B14F-4D97-AF65-F5344CB8AC3E}">
        <p14:creationId xmlns:p14="http://schemas.microsoft.com/office/powerpoint/2010/main" val="28137913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CD2AF958-3F05-4686-ED2B-B2710196409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BAD7463-010D-BB51-0985-C1699B8567A2}"/>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0DCFF77-5982-B597-F02B-5BC42E9CDB65}"/>
              </a:ext>
            </a:extLst>
          </p:cNvPr>
          <p:cNvSpPr>
            <a:spLocks noGrp="1"/>
          </p:cNvSpPr>
          <p:nvPr>
            <p:ph type="dt" sz="half" idx="10"/>
          </p:nvPr>
        </p:nvSpPr>
        <p:spPr/>
        <p:txBody>
          <a:bodyPr/>
          <a:lstStyle/>
          <a:p>
            <a:fld id="{A940BDB0-05D6-5248-AE98-1B305C320853}" type="datetime1">
              <a:rPr kumimoji="1" lang="ja-JP" altLang="en-US" smtClean="0"/>
              <a:t>2026/2/12</a:t>
            </a:fld>
            <a:endParaRPr kumimoji="1" lang="ja-JP" altLang="en-US"/>
          </a:p>
        </p:txBody>
      </p:sp>
      <p:sp>
        <p:nvSpPr>
          <p:cNvPr id="5" name="フッター プレースホルダー 4">
            <a:extLst>
              <a:ext uri="{FF2B5EF4-FFF2-40B4-BE49-F238E27FC236}">
                <a16:creationId xmlns:a16="http://schemas.microsoft.com/office/drawing/2014/main" id="{280DD2E9-98DC-078F-9444-EF55362F7067}"/>
              </a:ext>
            </a:extLst>
          </p:cNvPr>
          <p:cNvSpPr>
            <a:spLocks noGrp="1"/>
          </p:cNvSpPr>
          <p:nvPr>
            <p:ph type="ftr" sz="quarter" idx="11"/>
          </p:nvPr>
        </p:nvSpPr>
        <p:spPr/>
        <p:txBody>
          <a:bodyPr/>
          <a:lstStyle/>
          <a:p>
            <a:r>
              <a:rPr kumimoji="1" lang="ja-JP" altLang="en-US"/>
              <a:t>長波長光と短波長光に対する 内因性光感受性網膜神経節細胞の光応答特</a:t>
            </a:r>
          </a:p>
        </p:txBody>
      </p:sp>
      <p:sp>
        <p:nvSpPr>
          <p:cNvPr id="6" name="スライド番号プレースホルダー 5">
            <a:extLst>
              <a:ext uri="{FF2B5EF4-FFF2-40B4-BE49-F238E27FC236}">
                <a16:creationId xmlns:a16="http://schemas.microsoft.com/office/drawing/2014/main" id="{63357191-929D-E670-6380-73C95389BF27}"/>
              </a:ext>
            </a:extLst>
          </p:cNvPr>
          <p:cNvSpPr>
            <a:spLocks noGrp="1"/>
          </p:cNvSpPr>
          <p:nvPr>
            <p:ph type="sldNum" sz="quarter" idx="12"/>
          </p:nvPr>
        </p:nvSpPr>
        <p:spPr/>
        <p:txBody>
          <a:bodyPr/>
          <a:lstStyle/>
          <a:p>
            <a:fld id="{15850237-4F5E-434F-B1A9-6179087F5D60}" type="slidenum">
              <a:rPr kumimoji="1" lang="ja-JP" altLang="en-US" smtClean="0"/>
              <a:t>‹#›</a:t>
            </a:fld>
            <a:endParaRPr kumimoji="1" lang="ja-JP" altLang="en-US"/>
          </a:p>
        </p:txBody>
      </p:sp>
    </p:spTree>
    <p:extLst>
      <p:ext uri="{BB962C8B-B14F-4D97-AF65-F5344CB8AC3E}">
        <p14:creationId xmlns:p14="http://schemas.microsoft.com/office/powerpoint/2010/main" val="2270240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A726D6B-EFF8-DED9-4820-7EE11B92A0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658AE78-7717-E5EB-7A07-EEBE19249B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1B05833-CBB4-F895-435C-863C0A1983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5D8344F-CC62-6841-8779-8C0E805A031A}" type="datetime1">
              <a:rPr kumimoji="1" lang="ja-JP" altLang="en-US" smtClean="0"/>
              <a:t>2026/2/12</a:t>
            </a:fld>
            <a:endParaRPr kumimoji="1" lang="ja-JP" altLang="en-US"/>
          </a:p>
        </p:txBody>
      </p:sp>
      <p:sp>
        <p:nvSpPr>
          <p:cNvPr id="5" name="フッター プレースホルダー 4">
            <a:extLst>
              <a:ext uri="{FF2B5EF4-FFF2-40B4-BE49-F238E27FC236}">
                <a16:creationId xmlns:a16="http://schemas.microsoft.com/office/drawing/2014/main" id="{896ADABF-236C-B617-B3C7-56EC92C0B2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kumimoji="1" lang="ja-JP" altLang="en-US"/>
              <a:t>長波長光と短波長光に対する 内因性光感受性網膜神経節細胞の光応答特</a:t>
            </a:r>
          </a:p>
        </p:txBody>
      </p:sp>
      <p:sp>
        <p:nvSpPr>
          <p:cNvPr id="6" name="スライド番号プレースホルダー 5">
            <a:extLst>
              <a:ext uri="{FF2B5EF4-FFF2-40B4-BE49-F238E27FC236}">
                <a16:creationId xmlns:a16="http://schemas.microsoft.com/office/drawing/2014/main" id="{B8E085C7-7333-0B3E-6C6F-3354C4592D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5850237-4F5E-434F-B1A9-6179087F5D60}" type="slidenum">
              <a:rPr kumimoji="1" lang="ja-JP" altLang="en-US" smtClean="0"/>
              <a:t>‹#›</a:t>
            </a:fld>
            <a:endParaRPr kumimoji="1" lang="ja-JP" altLang="en-US"/>
          </a:p>
        </p:txBody>
      </p:sp>
    </p:spTree>
    <p:extLst>
      <p:ext uri="{BB962C8B-B14F-4D97-AF65-F5344CB8AC3E}">
        <p14:creationId xmlns:p14="http://schemas.microsoft.com/office/powerpoint/2010/main" val="41841867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chart" Target="../charts/chart5.xml"/><Relationship Id="rId4" Type="http://schemas.openxmlformats.org/officeDocument/2006/relationships/chart" Target="../charts/chart4.xml"/></Relationships>
</file>

<file path=ppt/slides/_rels/slide1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chart" Target="../charts/chart7.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chart" Target="../charts/chart9.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chart" Target="../charts/chart12.xml"/><Relationship Id="rId4" Type="http://schemas.openxmlformats.org/officeDocument/2006/relationships/chart" Target="../charts/chart11.xml"/></Relationships>
</file>

<file path=ppt/slides/_rels/slide25.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chart" Target="../charts/chart14.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FDFA464-784E-9829-E553-D391D7D6EEAF}"/>
              </a:ext>
            </a:extLst>
          </p:cNvPr>
          <p:cNvSpPr>
            <a:spLocks noGrp="1"/>
          </p:cNvSpPr>
          <p:nvPr>
            <p:ph type="ctrTitle"/>
          </p:nvPr>
        </p:nvSpPr>
        <p:spPr>
          <a:xfrm>
            <a:off x="1111347" y="1041400"/>
            <a:ext cx="9969305" cy="2387600"/>
          </a:xfrm>
        </p:spPr>
        <p:txBody>
          <a:bodyPr>
            <a:normAutofit fontScale="90000"/>
          </a:bodyPr>
          <a:lstStyle/>
          <a:p>
            <a:r>
              <a:rPr lang="ja-JP" altLang="en-US" dirty="0"/>
              <a:t>中波長光と短波長光に対する</a:t>
            </a:r>
            <a:br>
              <a:rPr lang="en-US" altLang="ja-JP" dirty="0"/>
            </a:br>
            <a:r>
              <a:rPr lang="ja-JP" altLang="en-US" dirty="0"/>
              <a:t>内因性光感受性網膜神経節細胞の光応答特性</a:t>
            </a:r>
            <a:endParaRPr kumimoji="1" lang="ja-JP" altLang="en-US" dirty="0"/>
          </a:p>
        </p:txBody>
      </p:sp>
      <p:sp>
        <p:nvSpPr>
          <p:cNvPr id="3" name="字幕 2">
            <a:extLst>
              <a:ext uri="{FF2B5EF4-FFF2-40B4-BE49-F238E27FC236}">
                <a16:creationId xmlns:a16="http://schemas.microsoft.com/office/drawing/2014/main" id="{B3F54C42-70BE-668A-A960-6D79AEE767C7}"/>
              </a:ext>
            </a:extLst>
          </p:cNvPr>
          <p:cNvSpPr>
            <a:spLocks noGrp="1"/>
          </p:cNvSpPr>
          <p:nvPr>
            <p:ph type="subTitle" idx="1"/>
          </p:nvPr>
        </p:nvSpPr>
        <p:spPr>
          <a:xfrm>
            <a:off x="1524000" y="3602037"/>
            <a:ext cx="9144000" cy="2911057"/>
          </a:xfrm>
        </p:spPr>
        <p:txBody>
          <a:bodyPr>
            <a:normAutofit/>
          </a:bodyPr>
          <a:lstStyle/>
          <a:p>
            <a:endParaRPr lang="en-US" altLang="ja-JP" dirty="0"/>
          </a:p>
          <a:p>
            <a:r>
              <a:rPr lang="ja-JP" altLang="en-US" dirty="0"/>
              <a:t>情報理工学部情報科学科</a:t>
            </a:r>
            <a:r>
              <a:rPr lang="en-US" altLang="ja-JP" dirty="0"/>
              <a:t> 4</a:t>
            </a:r>
            <a:r>
              <a:rPr lang="ja-JP" altLang="en-US" dirty="0"/>
              <a:t>年</a:t>
            </a:r>
            <a:endParaRPr lang="en-US" altLang="ja-JP" dirty="0"/>
          </a:p>
          <a:p>
            <a:r>
              <a:rPr lang="ja-JP" altLang="en-US" dirty="0"/>
              <a:t>高雄研究室　脳波・認知班</a:t>
            </a:r>
            <a:endParaRPr lang="en-US" altLang="ja-JP" dirty="0"/>
          </a:p>
          <a:p>
            <a:endParaRPr lang="en-US" altLang="ja-JP" dirty="0"/>
          </a:p>
          <a:p>
            <a:r>
              <a:rPr lang="en-US" altLang="ja-JP" dirty="0"/>
              <a:t>2CDI2206</a:t>
            </a:r>
            <a:r>
              <a:rPr lang="ja-JP" altLang="en-US" dirty="0"/>
              <a:t>　大庭 由依菜</a:t>
            </a:r>
            <a:endParaRPr lang="en-US" altLang="ja-JP" dirty="0"/>
          </a:p>
          <a:p>
            <a:r>
              <a:rPr lang="ja-JP" altLang="en-US" dirty="0"/>
              <a:t> </a:t>
            </a:r>
            <a:endParaRPr kumimoji="1" lang="ja-JP" altLang="en-US" dirty="0"/>
          </a:p>
        </p:txBody>
      </p:sp>
    </p:spTree>
    <p:extLst>
      <p:ext uri="{BB962C8B-B14F-4D97-AF65-F5344CB8AC3E}">
        <p14:creationId xmlns:p14="http://schemas.microsoft.com/office/powerpoint/2010/main" val="21854981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D31DC8-4A29-DE07-C703-1165D8D7707C}"/>
              </a:ext>
            </a:extLst>
          </p:cNvPr>
          <p:cNvSpPr>
            <a:spLocks noGrp="1"/>
          </p:cNvSpPr>
          <p:nvPr>
            <p:ph type="title"/>
          </p:nvPr>
        </p:nvSpPr>
        <p:spPr>
          <a:xfrm>
            <a:off x="415935" y="243048"/>
            <a:ext cx="2003164" cy="910244"/>
          </a:xfrm>
        </p:spPr>
        <p:txBody>
          <a:bodyPr>
            <a:normAutofit/>
          </a:bodyPr>
          <a:lstStyle/>
          <a:p>
            <a:pPr algn="ctr"/>
            <a:r>
              <a:rPr kumimoji="1" lang="ja-JP" altLang="en-US" sz="4400" b="1" dirty="0">
                <a:solidFill>
                  <a:schemeClr val="bg1">
                    <a:lumMod val="65000"/>
                  </a:schemeClr>
                </a:solidFill>
              </a:rPr>
              <a:t>目次</a:t>
            </a:r>
          </a:p>
        </p:txBody>
      </p:sp>
      <p:sp>
        <p:nvSpPr>
          <p:cNvPr id="4" name="テキスト プレースホルダー 3">
            <a:extLst>
              <a:ext uri="{FF2B5EF4-FFF2-40B4-BE49-F238E27FC236}">
                <a16:creationId xmlns:a16="http://schemas.microsoft.com/office/drawing/2014/main" id="{CBFECADF-335E-DD79-8766-086C4630DBE9}"/>
              </a:ext>
            </a:extLst>
          </p:cNvPr>
          <p:cNvSpPr>
            <a:spLocks noGrp="1"/>
          </p:cNvSpPr>
          <p:nvPr>
            <p:ph type="body" sz="half" idx="2"/>
          </p:nvPr>
        </p:nvSpPr>
        <p:spPr>
          <a:xfrm>
            <a:off x="1536474" y="1555750"/>
            <a:ext cx="3145571" cy="4800600"/>
          </a:xfrm>
        </p:spPr>
        <p:txBody>
          <a:bodyPr>
            <a:normAutofit lnSpcReduction="10000"/>
          </a:bodyPr>
          <a:lstStyle/>
          <a:p>
            <a:pPr marL="514350" indent="-514350">
              <a:lnSpc>
                <a:spcPts val="4000"/>
              </a:lnSpc>
              <a:buFont typeface="+mj-lt"/>
              <a:buAutoNum type="arabicPeriod"/>
            </a:pPr>
            <a:r>
              <a:rPr lang="ja-JP" altLang="en-US" sz="2800" dirty="0"/>
              <a:t>研究の背景</a:t>
            </a:r>
            <a:endParaRPr lang="en-US" altLang="ja-JP" sz="2800" dirty="0"/>
          </a:p>
          <a:p>
            <a:pPr marL="514350" indent="-514350">
              <a:lnSpc>
                <a:spcPts val="4000"/>
              </a:lnSpc>
              <a:buFont typeface="+mj-lt"/>
              <a:buAutoNum type="arabicPeriod"/>
            </a:pPr>
            <a:r>
              <a:rPr lang="ja-JP" altLang="en-US" sz="2800" dirty="0"/>
              <a:t>光受容細胞</a:t>
            </a:r>
            <a:endParaRPr lang="en-US" altLang="ja-JP" sz="2800" dirty="0"/>
          </a:p>
          <a:p>
            <a:pPr marL="514350" indent="-514350">
              <a:lnSpc>
                <a:spcPts val="4000"/>
              </a:lnSpc>
              <a:buFont typeface="+mj-lt"/>
              <a:buAutoNum type="arabicPeriod"/>
            </a:pPr>
            <a:r>
              <a:rPr lang="ja-JP" altLang="en-US" sz="2800" dirty="0"/>
              <a:t>先行研究</a:t>
            </a:r>
            <a:endParaRPr lang="en-US" altLang="ja-JP" sz="2800" dirty="0"/>
          </a:p>
          <a:p>
            <a:pPr marL="514350" indent="-514350">
              <a:lnSpc>
                <a:spcPts val="4000"/>
              </a:lnSpc>
              <a:buFont typeface="+mj-lt"/>
              <a:buAutoNum type="arabicPeriod"/>
            </a:pPr>
            <a:r>
              <a:rPr lang="ja-JP" altLang="en-US" sz="2800" dirty="0"/>
              <a:t>目的</a:t>
            </a:r>
            <a:endParaRPr lang="en-US" altLang="ja-JP" sz="2800" dirty="0"/>
          </a:p>
          <a:p>
            <a:pPr marL="514350" indent="-514350">
              <a:lnSpc>
                <a:spcPct val="150000"/>
              </a:lnSpc>
              <a:buFont typeface="+mj-lt"/>
              <a:buAutoNum type="arabicPeriod" startAt="6"/>
            </a:pPr>
            <a:r>
              <a:rPr lang="ja-JP" altLang="en-US" sz="2800" dirty="0"/>
              <a:t>実験</a:t>
            </a:r>
            <a:r>
              <a:rPr lang="en-US" altLang="ja-JP" sz="2800" dirty="0"/>
              <a:t>1</a:t>
            </a:r>
            <a:r>
              <a:rPr lang="ja-JP" altLang="en-US" sz="2800" dirty="0"/>
              <a:t>実験条件</a:t>
            </a:r>
            <a:endParaRPr lang="en-US" altLang="ja-JP" sz="2800" dirty="0"/>
          </a:p>
          <a:p>
            <a:pPr marL="514350" indent="-514350">
              <a:lnSpc>
                <a:spcPct val="150000"/>
              </a:lnSpc>
              <a:buFont typeface="+mj-lt"/>
              <a:buAutoNum type="arabicPeriod" startAt="6"/>
            </a:pPr>
            <a:r>
              <a:rPr lang="ja-JP" altLang="en-US" sz="2800" dirty="0"/>
              <a:t>実験方法</a:t>
            </a:r>
            <a:endParaRPr lang="en-US" altLang="ja-JP" sz="2800" dirty="0"/>
          </a:p>
          <a:p>
            <a:pPr marL="514350" indent="-514350">
              <a:lnSpc>
                <a:spcPct val="150000"/>
              </a:lnSpc>
              <a:buFont typeface="+mj-lt"/>
              <a:buAutoNum type="arabicPeriod" startAt="6"/>
            </a:pPr>
            <a:r>
              <a:rPr lang="ja-JP" altLang="en-US" sz="2800" dirty="0"/>
              <a:t>解析方法</a:t>
            </a:r>
            <a:endParaRPr lang="en-US" altLang="ja-JP" sz="2800" dirty="0"/>
          </a:p>
          <a:p>
            <a:pPr marL="514350" indent="-514350">
              <a:lnSpc>
                <a:spcPts val="4000"/>
              </a:lnSpc>
              <a:buFont typeface="+mj-lt"/>
              <a:buAutoNum type="arabicPeriod"/>
            </a:pPr>
            <a:endParaRPr lang="ja-JP" altLang="en-US" sz="2800" dirty="0"/>
          </a:p>
          <a:p>
            <a:pPr marL="514350" indent="-514350">
              <a:lnSpc>
                <a:spcPts val="4000"/>
              </a:lnSpc>
              <a:buFont typeface="+mj-lt"/>
              <a:buAutoNum type="arabicPeriod"/>
            </a:pPr>
            <a:endParaRPr lang="en-US" altLang="ja-JP" dirty="0"/>
          </a:p>
          <a:p>
            <a:endParaRPr kumimoji="1" lang="ja-JP" altLang="en-US" dirty="0"/>
          </a:p>
        </p:txBody>
      </p:sp>
      <p:sp>
        <p:nvSpPr>
          <p:cNvPr id="6" name="テキスト ボックス 5">
            <a:extLst>
              <a:ext uri="{FF2B5EF4-FFF2-40B4-BE49-F238E27FC236}">
                <a16:creationId xmlns:a16="http://schemas.microsoft.com/office/drawing/2014/main" id="{107DC647-AA91-3A68-2164-B845C1F6886D}"/>
              </a:ext>
            </a:extLst>
          </p:cNvPr>
          <p:cNvSpPr txBox="1"/>
          <p:nvPr/>
        </p:nvSpPr>
        <p:spPr>
          <a:xfrm>
            <a:off x="6096000" y="1555750"/>
            <a:ext cx="3483429" cy="5848909"/>
          </a:xfrm>
          <a:prstGeom prst="rect">
            <a:avLst/>
          </a:prstGeom>
          <a:noFill/>
        </p:spPr>
        <p:txBody>
          <a:bodyPr wrap="square">
            <a:spAutoFit/>
          </a:bodyPr>
          <a:lstStyle/>
          <a:p>
            <a:pPr>
              <a:lnSpc>
                <a:spcPct val="150000"/>
              </a:lnSpc>
            </a:pPr>
            <a:r>
              <a:rPr lang="ja-JP" altLang="en-US" sz="2800" dirty="0"/>
              <a:t>９</a:t>
            </a:r>
            <a:r>
              <a:rPr lang="en-US" altLang="ja-JP" sz="2800" dirty="0"/>
              <a:t>.</a:t>
            </a:r>
            <a:r>
              <a:rPr lang="ja-JP" altLang="en-US" sz="2800" dirty="0"/>
              <a:t>実験結果</a:t>
            </a:r>
            <a:endParaRPr lang="en-US" altLang="ja-JP" sz="2800" dirty="0"/>
          </a:p>
          <a:p>
            <a:pPr marL="514350" indent="-514350">
              <a:lnSpc>
                <a:spcPct val="150000"/>
              </a:lnSpc>
              <a:buFont typeface="+mj-lt"/>
              <a:buAutoNum type="arabicPeriod" startAt="6"/>
            </a:pPr>
            <a:r>
              <a:rPr lang="ja-JP" altLang="en-US" sz="2800" dirty="0"/>
              <a:t>考察</a:t>
            </a:r>
            <a:endParaRPr lang="en-US" altLang="ja-JP" sz="2800" dirty="0"/>
          </a:p>
          <a:p>
            <a:pPr marL="514350" indent="-514350">
              <a:lnSpc>
                <a:spcPct val="150000"/>
              </a:lnSpc>
              <a:buFont typeface="+mj-lt"/>
              <a:buAutoNum type="arabicPeriod" startAt="6"/>
            </a:pPr>
            <a:r>
              <a:rPr lang="ja-JP" altLang="en-US" sz="2800" dirty="0"/>
              <a:t>実験２実験条件</a:t>
            </a:r>
            <a:endParaRPr lang="en-US" altLang="ja-JP" sz="2800" dirty="0"/>
          </a:p>
          <a:p>
            <a:pPr marL="514350" indent="-514350">
              <a:lnSpc>
                <a:spcPct val="150000"/>
              </a:lnSpc>
              <a:buFont typeface="+mj-lt"/>
              <a:buAutoNum type="arabicPeriod" startAt="6"/>
            </a:pPr>
            <a:r>
              <a:rPr lang="ja-JP" altLang="en-US" sz="2800" dirty="0"/>
              <a:t>実験結果</a:t>
            </a:r>
            <a:endParaRPr lang="en-US" altLang="ja-JP" sz="2800" dirty="0"/>
          </a:p>
          <a:p>
            <a:pPr marL="514350" indent="-514350">
              <a:lnSpc>
                <a:spcPct val="150000"/>
              </a:lnSpc>
              <a:buFont typeface="+mj-lt"/>
              <a:buAutoNum type="arabicPeriod" startAt="6"/>
            </a:pPr>
            <a:r>
              <a:rPr lang="ja-JP" altLang="en-US" sz="2800" dirty="0"/>
              <a:t>考察</a:t>
            </a:r>
            <a:endParaRPr lang="en-US" altLang="ja-JP" sz="2800" dirty="0"/>
          </a:p>
          <a:p>
            <a:pPr marL="514350" indent="-514350">
              <a:lnSpc>
                <a:spcPct val="150000"/>
              </a:lnSpc>
              <a:buFont typeface="+mj-lt"/>
              <a:buAutoNum type="arabicPeriod" startAt="6"/>
            </a:pPr>
            <a:r>
              <a:rPr lang="ja-JP" altLang="en-US" sz="2800" dirty="0"/>
              <a:t>参考文献</a:t>
            </a:r>
            <a:endParaRPr lang="en-US" altLang="ja-JP" sz="2800" dirty="0"/>
          </a:p>
          <a:p>
            <a:pPr marL="514350" indent="-514350">
              <a:lnSpc>
                <a:spcPct val="150000"/>
              </a:lnSpc>
              <a:buFont typeface="+mj-lt"/>
              <a:buAutoNum type="arabicPeriod" startAt="6"/>
            </a:pPr>
            <a:r>
              <a:rPr lang="ja-JP" altLang="en-US" sz="2800" dirty="0"/>
              <a:t>業績</a:t>
            </a:r>
            <a:endParaRPr lang="en-US" altLang="ja-JP" sz="2800" dirty="0"/>
          </a:p>
          <a:p>
            <a:pPr marL="514350" indent="-514350">
              <a:lnSpc>
                <a:spcPct val="150000"/>
              </a:lnSpc>
              <a:buFont typeface="+mj-lt"/>
              <a:buAutoNum type="arabicPeriod" startAt="6"/>
            </a:pPr>
            <a:endParaRPr lang="en-US" altLang="ja-JP" sz="2800" dirty="0"/>
          </a:p>
          <a:p>
            <a:pPr marL="514350" indent="-514350">
              <a:lnSpc>
                <a:spcPct val="150000"/>
              </a:lnSpc>
              <a:buFont typeface="+mj-lt"/>
              <a:buAutoNum type="arabicPeriod" startAt="6"/>
            </a:pPr>
            <a:endParaRPr lang="en-US" altLang="ja-JP" sz="2800" dirty="0"/>
          </a:p>
        </p:txBody>
      </p:sp>
      <p:sp>
        <p:nvSpPr>
          <p:cNvPr id="3" name="スライド番号プレースホルダー 2">
            <a:extLst>
              <a:ext uri="{FF2B5EF4-FFF2-40B4-BE49-F238E27FC236}">
                <a16:creationId xmlns:a16="http://schemas.microsoft.com/office/drawing/2014/main" id="{4BDE8329-D519-89C1-3B6D-DFBA1EBF7BD3}"/>
              </a:ext>
            </a:extLst>
          </p:cNvPr>
          <p:cNvSpPr>
            <a:spLocks noGrp="1"/>
          </p:cNvSpPr>
          <p:nvPr>
            <p:ph type="sldNum" sz="quarter" idx="12"/>
          </p:nvPr>
        </p:nvSpPr>
        <p:spPr/>
        <p:txBody>
          <a:bodyPr/>
          <a:lstStyle/>
          <a:p>
            <a:fld id="{15850237-4F5E-434F-B1A9-6179087F5D60}" type="slidenum">
              <a:rPr kumimoji="1" lang="ja-JP" altLang="en-US" smtClean="0"/>
              <a:t>2</a:t>
            </a:fld>
            <a:endParaRPr kumimoji="1" lang="ja-JP" altLang="en-US"/>
          </a:p>
        </p:txBody>
      </p:sp>
      <p:cxnSp>
        <p:nvCxnSpPr>
          <p:cNvPr id="14" name="直線コネクタ 13">
            <a:extLst>
              <a:ext uri="{FF2B5EF4-FFF2-40B4-BE49-F238E27FC236}">
                <a16:creationId xmlns:a16="http://schemas.microsoft.com/office/drawing/2014/main" id="{40CB3D69-9385-500F-4080-B3020E5DF7DF}"/>
              </a:ext>
            </a:extLst>
          </p:cNvPr>
          <p:cNvCxnSpPr>
            <a:cxnSpLocks/>
          </p:cNvCxnSpPr>
          <p:nvPr/>
        </p:nvCxnSpPr>
        <p:spPr>
          <a:xfrm>
            <a:off x="701238" y="1153292"/>
            <a:ext cx="7431578" cy="0"/>
          </a:xfrm>
          <a:prstGeom prst="line">
            <a:avLst/>
          </a:prstGeom>
          <a:ln w="28575">
            <a:solidFill>
              <a:schemeClr val="accent1">
                <a:lumMod val="40000"/>
                <a:lumOff val="60000"/>
              </a:schemeClr>
            </a:solidFill>
          </a:ln>
          <a:effectLst>
            <a:glow rad="101600">
              <a:schemeClr val="accent1">
                <a:satMod val="175000"/>
                <a:alpha val="40000"/>
              </a:schemeClr>
            </a:glo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88895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E6BE28-24A8-C246-FDE5-E2BB7BE17AB6}"/>
              </a:ext>
            </a:extLst>
          </p:cNvPr>
          <p:cNvSpPr>
            <a:spLocks noGrp="1"/>
          </p:cNvSpPr>
          <p:nvPr>
            <p:ph type="title"/>
          </p:nvPr>
        </p:nvSpPr>
        <p:spPr>
          <a:xfrm>
            <a:off x="838200" y="443706"/>
            <a:ext cx="10515600" cy="1325563"/>
          </a:xfrm>
        </p:spPr>
        <p:txBody>
          <a:bodyPr/>
          <a:lstStyle/>
          <a:p>
            <a:r>
              <a:rPr kumimoji="1" lang="ja-JP" altLang="en-US" b="1">
                <a:solidFill>
                  <a:schemeClr val="bg1">
                    <a:lumMod val="65000"/>
                  </a:schemeClr>
                </a:solidFill>
              </a:rPr>
              <a:t>研究背景</a:t>
            </a:r>
          </a:p>
        </p:txBody>
      </p:sp>
      <p:sp>
        <p:nvSpPr>
          <p:cNvPr id="4" name="スライド番号プレースホルダー 3">
            <a:extLst>
              <a:ext uri="{FF2B5EF4-FFF2-40B4-BE49-F238E27FC236}">
                <a16:creationId xmlns:a16="http://schemas.microsoft.com/office/drawing/2014/main" id="{E9E95CE0-07E9-88D5-D0E1-41EB3085174A}"/>
              </a:ext>
            </a:extLst>
          </p:cNvPr>
          <p:cNvSpPr>
            <a:spLocks noGrp="1"/>
          </p:cNvSpPr>
          <p:nvPr>
            <p:ph type="sldNum" sz="quarter" idx="12"/>
          </p:nvPr>
        </p:nvSpPr>
        <p:spPr/>
        <p:txBody>
          <a:bodyPr/>
          <a:lstStyle/>
          <a:p>
            <a:fld id="{15850237-4F5E-434F-B1A9-6179087F5D60}" type="slidenum">
              <a:rPr kumimoji="1" lang="ja-JP" altLang="en-US" smtClean="0"/>
              <a:t>3</a:t>
            </a:fld>
            <a:endParaRPr kumimoji="1" lang="ja-JP" altLang="en-US"/>
          </a:p>
        </p:txBody>
      </p:sp>
      <p:sp>
        <p:nvSpPr>
          <p:cNvPr id="8" name="コンテンツ プレースホルダー 2">
            <a:extLst>
              <a:ext uri="{FF2B5EF4-FFF2-40B4-BE49-F238E27FC236}">
                <a16:creationId xmlns:a16="http://schemas.microsoft.com/office/drawing/2014/main" id="{CE8DFEE4-BB7B-5B83-2997-E82B5C029A28}"/>
              </a:ext>
            </a:extLst>
          </p:cNvPr>
          <p:cNvSpPr>
            <a:spLocks noGrp="1"/>
          </p:cNvSpPr>
          <p:nvPr>
            <p:ph idx="1"/>
          </p:nvPr>
        </p:nvSpPr>
        <p:spPr>
          <a:xfrm>
            <a:off x="679565" y="1847850"/>
            <a:ext cx="10832869" cy="4351338"/>
          </a:xfrm>
        </p:spPr>
        <p:txBody>
          <a:bodyPr>
            <a:normAutofit fontScale="92500" lnSpcReduction="10000"/>
          </a:bodyPr>
          <a:lstStyle/>
          <a:p>
            <a:pPr marL="0" indent="0">
              <a:buNone/>
            </a:pPr>
            <a:r>
              <a:rPr kumimoji="1" lang="ja-JP" altLang="en-US" b="1" dirty="0"/>
              <a:t>・</a:t>
            </a:r>
            <a:r>
              <a:rPr kumimoji="1" lang="ja-JP" altLang="en-US" dirty="0"/>
              <a:t>網膜の光受容器が光刺激を受けて生じる感覚</a:t>
            </a:r>
            <a:endParaRPr kumimoji="1" lang="en-US" altLang="ja-JP" dirty="0"/>
          </a:p>
          <a:p>
            <a:pPr marL="0" indent="0">
              <a:buNone/>
            </a:pPr>
            <a:r>
              <a:rPr lang="ja-JP" altLang="en-US" dirty="0"/>
              <a:t>　→ </a:t>
            </a:r>
            <a:r>
              <a:rPr kumimoji="1" lang="ja-JP" altLang="en-US" sz="3200" b="1" dirty="0"/>
              <a:t>視覚</a:t>
            </a:r>
            <a:endParaRPr kumimoji="1" lang="en-US" altLang="ja-JP" sz="3200" b="1" dirty="0"/>
          </a:p>
          <a:p>
            <a:pPr marL="0" indent="0">
              <a:buNone/>
            </a:pPr>
            <a:endParaRPr kumimoji="1" lang="en-US" altLang="ja-JP" dirty="0"/>
          </a:p>
          <a:p>
            <a:pPr marL="0" indent="0">
              <a:buNone/>
            </a:pPr>
            <a:r>
              <a:rPr kumimoji="1" lang="ja-JP" altLang="en-US" dirty="0"/>
              <a:t>・</a:t>
            </a:r>
            <a:r>
              <a:rPr lang="ja-JP" altLang="en-US" dirty="0"/>
              <a:t>網膜において受容した光</a:t>
            </a:r>
            <a:r>
              <a:rPr kumimoji="1" lang="ja-JP" altLang="en-US" dirty="0"/>
              <a:t>は，それぞれ</a:t>
            </a:r>
            <a:r>
              <a:rPr kumimoji="1" lang="ja-JP" altLang="en-US" u="sng" dirty="0"/>
              <a:t>イメージ形成の視覚</a:t>
            </a:r>
            <a:r>
              <a:rPr kumimoji="1" lang="ja-JP" altLang="en-US" dirty="0"/>
              <a:t>と</a:t>
            </a:r>
            <a:endParaRPr kumimoji="1" lang="en-US" altLang="ja-JP" dirty="0"/>
          </a:p>
          <a:p>
            <a:pPr marL="0" indent="0">
              <a:buNone/>
            </a:pPr>
            <a:r>
              <a:rPr lang="ja-JP" altLang="en-US" dirty="0"/>
              <a:t>　</a:t>
            </a:r>
            <a:r>
              <a:rPr kumimoji="1" lang="ja-JP" altLang="en-US" u="sng" dirty="0"/>
              <a:t>非イメージ形成の視覚</a:t>
            </a:r>
            <a:r>
              <a:rPr lang="ja-JP" altLang="en-US" dirty="0"/>
              <a:t>に分かれて脳で情報処理する</a:t>
            </a:r>
            <a:r>
              <a:rPr kumimoji="1" lang="ja-JP" altLang="en-US" dirty="0"/>
              <a:t>　　</a:t>
            </a:r>
            <a:endParaRPr kumimoji="1" lang="en-US" altLang="ja-JP" dirty="0"/>
          </a:p>
          <a:p>
            <a:pPr marL="0" indent="0">
              <a:buNone/>
            </a:pPr>
            <a:endParaRPr kumimoji="1" lang="en-US" altLang="ja-JP" dirty="0"/>
          </a:p>
          <a:p>
            <a:pPr marL="0" indent="0">
              <a:buNone/>
            </a:pPr>
            <a:r>
              <a:rPr kumimoji="1" lang="ja-JP" altLang="en-US" b="1" dirty="0"/>
              <a:t>イメージ形成の視覚</a:t>
            </a:r>
            <a:r>
              <a:rPr lang="ja-JP" altLang="en-US" b="1" dirty="0"/>
              <a:t>　</a:t>
            </a:r>
            <a:r>
              <a:rPr kumimoji="1" lang="ja-JP" altLang="en-US" b="1" dirty="0"/>
              <a:t> </a:t>
            </a:r>
            <a:r>
              <a:rPr kumimoji="1" lang="en-US" altLang="ja-JP" dirty="0"/>
              <a:t>… </a:t>
            </a:r>
            <a:r>
              <a:rPr kumimoji="1" lang="ja-JP" altLang="en-US" dirty="0"/>
              <a:t>明暗や色などの情報をイメージとして与える</a:t>
            </a:r>
            <a:endParaRPr kumimoji="1" lang="en-US" altLang="ja-JP" dirty="0"/>
          </a:p>
          <a:p>
            <a:pPr marL="0" indent="0">
              <a:buNone/>
            </a:pPr>
            <a:r>
              <a:rPr kumimoji="1" lang="ja-JP" altLang="en-US" b="1" dirty="0"/>
              <a:t>非イメージ形成の視覚 </a:t>
            </a:r>
            <a:r>
              <a:rPr kumimoji="1" lang="en-US" altLang="ja-JP" dirty="0"/>
              <a:t>… </a:t>
            </a:r>
            <a:r>
              <a:rPr kumimoji="1" lang="ja-JP" altLang="en-US" dirty="0"/>
              <a:t>瞳孔反射，概日リズム</a:t>
            </a:r>
            <a:r>
              <a:rPr lang="ja-JP" altLang="en-US" dirty="0"/>
              <a:t>，</a:t>
            </a:r>
            <a:r>
              <a:rPr kumimoji="1" lang="ja-JP" altLang="en-US" dirty="0"/>
              <a:t>光同調などの</a:t>
            </a:r>
            <a:endParaRPr kumimoji="1" lang="en-US" altLang="ja-JP" dirty="0"/>
          </a:p>
          <a:p>
            <a:pPr marL="0" indent="0">
              <a:buNone/>
            </a:pPr>
            <a:r>
              <a:rPr kumimoji="1" lang="ja-JP" altLang="en-US" dirty="0"/>
              <a:t>　　　　　　　　　　　  </a:t>
            </a:r>
            <a:r>
              <a:rPr kumimoji="1" lang="ja-JP" altLang="en-US" u="sng" dirty="0"/>
              <a:t>生理的作用</a:t>
            </a:r>
            <a:r>
              <a:rPr kumimoji="1" lang="ja-JP" altLang="en-US" dirty="0"/>
              <a:t>を生じさせる</a:t>
            </a:r>
            <a:endParaRPr lang="en-US" altLang="ja-JP" dirty="0"/>
          </a:p>
        </p:txBody>
      </p:sp>
      <p:cxnSp>
        <p:nvCxnSpPr>
          <p:cNvPr id="12" name="直線コネクタ 11">
            <a:extLst>
              <a:ext uri="{FF2B5EF4-FFF2-40B4-BE49-F238E27FC236}">
                <a16:creationId xmlns:a16="http://schemas.microsoft.com/office/drawing/2014/main" id="{941A4B72-A537-D186-0CB0-9B4F9169B0C5}"/>
              </a:ext>
            </a:extLst>
          </p:cNvPr>
          <p:cNvCxnSpPr>
            <a:cxnSpLocks/>
          </p:cNvCxnSpPr>
          <p:nvPr/>
        </p:nvCxnSpPr>
        <p:spPr>
          <a:xfrm>
            <a:off x="838200" y="1449039"/>
            <a:ext cx="7431578" cy="0"/>
          </a:xfrm>
          <a:prstGeom prst="line">
            <a:avLst/>
          </a:prstGeom>
          <a:ln w="28575">
            <a:solidFill>
              <a:srgbClr val="FFC000"/>
            </a:solidFill>
          </a:ln>
          <a:effectLst>
            <a:glow rad="101600">
              <a:schemeClr val="accent2">
                <a:satMod val="175000"/>
                <a:alpha val="40000"/>
              </a:schemeClr>
            </a:glow>
          </a:effectLst>
        </p:spPr>
        <p:style>
          <a:lnRef idx="2">
            <a:schemeClr val="accent1"/>
          </a:lnRef>
          <a:fillRef idx="0">
            <a:schemeClr val="accent1"/>
          </a:fillRef>
          <a:effectRef idx="1">
            <a:schemeClr val="accent1"/>
          </a:effectRef>
          <a:fontRef idx="minor">
            <a:schemeClr val="tx1"/>
          </a:fontRef>
        </p:style>
      </p:cxnSp>
      <p:pic>
        <p:nvPicPr>
          <p:cNvPr id="3" name="図 2">
            <a:extLst>
              <a:ext uri="{FF2B5EF4-FFF2-40B4-BE49-F238E27FC236}">
                <a16:creationId xmlns:a16="http://schemas.microsoft.com/office/drawing/2014/main" id="{DAD61714-B158-1D69-4274-E699DD4D8450}"/>
              </a:ext>
            </a:extLst>
          </p:cNvPr>
          <p:cNvPicPr>
            <a:picLocks noChangeAspect="1"/>
          </p:cNvPicPr>
          <p:nvPr/>
        </p:nvPicPr>
        <p:blipFill>
          <a:blip r:embed="rId3"/>
          <a:stretch>
            <a:fillRect/>
          </a:stretch>
        </p:blipFill>
        <p:spPr>
          <a:xfrm>
            <a:off x="9982200" y="1449039"/>
            <a:ext cx="1244600" cy="1625600"/>
          </a:xfrm>
          <a:prstGeom prst="rect">
            <a:avLst/>
          </a:prstGeom>
        </p:spPr>
      </p:pic>
    </p:spTree>
    <p:extLst>
      <p:ext uri="{BB962C8B-B14F-4D97-AF65-F5344CB8AC3E}">
        <p14:creationId xmlns:p14="http://schemas.microsoft.com/office/powerpoint/2010/main" val="1474126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EC18CE2-628A-514F-CF2E-26BC4E27CC37}"/>
              </a:ext>
            </a:extLst>
          </p:cNvPr>
          <p:cNvSpPr>
            <a:spLocks noGrp="1"/>
          </p:cNvSpPr>
          <p:nvPr>
            <p:ph type="title"/>
          </p:nvPr>
        </p:nvSpPr>
        <p:spPr>
          <a:xfrm>
            <a:off x="838200" y="500062"/>
            <a:ext cx="10515600" cy="1325563"/>
          </a:xfrm>
        </p:spPr>
        <p:txBody>
          <a:bodyPr/>
          <a:lstStyle/>
          <a:p>
            <a:r>
              <a:rPr lang="ja-JP" altLang="en-US" b="1">
                <a:solidFill>
                  <a:schemeClr val="bg1">
                    <a:lumMod val="65000"/>
                  </a:schemeClr>
                </a:solidFill>
              </a:rPr>
              <a:t>光受容細胞</a:t>
            </a:r>
            <a:endParaRPr kumimoji="1" lang="ja-JP" altLang="en-US" b="1">
              <a:solidFill>
                <a:schemeClr val="bg1">
                  <a:lumMod val="65000"/>
                </a:schemeClr>
              </a:solidFill>
            </a:endParaRPr>
          </a:p>
        </p:txBody>
      </p:sp>
      <p:sp>
        <p:nvSpPr>
          <p:cNvPr id="3" name="コンテンツ プレースホルダー 2">
            <a:extLst>
              <a:ext uri="{FF2B5EF4-FFF2-40B4-BE49-F238E27FC236}">
                <a16:creationId xmlns:a16="http://schemas.microsoft.com/office/drawing/2014/main" id="{D3D7C144-FCAA-314E-7C97-B9C22C505A2D}"/>
              </a:ext>
            </a:extLst>
          </p:cNvPr>
          <p:cNvSpPr>
            <a:spLocks noGrp="1"/>
          </p:cNvSpPr>
          <p:nvPr>
            <p:ph idx="1"/>
          </p:nvPr>
        </p:nvSpPr>
        <p:spPr/>
        <p:txBody>
          <a:bodyPr>
            <a:normAutofit lnSpcReduction="10000"/>
          </a:bodyPr>
          <a:lstStyle/>
          <a:p>
            <a:pPr marL="0" indent="0">
              <a:buNone/>
            </a:pPr>
            <a:r>
              <a:rPr lang="ja-JP" altLang="en-US" b="1" dirty="0"/>
              <a:t>・桿体，錐体，</a:t>
            </a:r>
            <a:r>
              <a:rPr lang="en-US" altLang="ja-JP" b="1" dirty="0"/>
              <a:t>ipRGC</a:t>
            </a:r>
            <a:r>
              <a:rPr lang="ja-JP" altLang="en-US" dirty="0"/>
              <a:t>の</a:t>
            </a:r>
            <a:r>
              <a:rPr lang="en-US" altLang="ja-JP" dirty="0"/>
              <a:t>3</a:t>
            </a:r>
            <a:r>
              <a:rPr lang="ja-JP" altLang="en-US" dirty="0"/>
              <a:t>種類がある</a:t>
            </a:r>
            <a:endParaRPr lang="en-US" altLang="ja-JP" dirty="0"/>
          </a:p>
          <a:p>
            <a:pPr marL="0" indent="0">
              <a:buNone/>
            </a:pPr>
            <a:endParaRPr lang="en-US" altLang="ja-JP" u="sng" dirty="0"/>
          </a:p>
          <a:p>
            <a:pPr marL="0" indent="0">
              <a:buNone/>
            </a:pPr>
            <a:r>
              <a:rPr lang="ja-JP" altLang="en-US" b="1" dirty="0"/>
              <a:t>・</a:t>
            </a:r>
            <a:r>
              <a:rPr lang="ja-JP" altLang="en-US" dirty="0"/>
              <a:t>桿体と錐体を総称して</a:t>
            </a:r>
            <a:r>
              <a:rPr lang="ja-JP" altLang="en-US" b="1" dirty="0"/>
              <a:t>視細胞</a:t>
            </a:r>
            <a:r>
              <a:rPr lang="ja-JP" altLang="en-US" dirty="0"/>
              <a:t>という</a:t>
            </a:r>
            <a:endParaRPr lang="en-US" altLang="ja-JP" dirty="0"/>
          </a:p>
          <a:p>
            <a:pPr marL="0" indent="0">
              <a:buNone/>
            </a:pPr>
            <a:r>
              <a:rPr lang="ja-JP" altLang="en-US" b="1" dirty="0"/>
              <a:t>　</a:t>
            </a:r>
            <a:r>
              <a:rPr lang="ja-JP" altLang="en-US" dirty="0"/>
              <a:t>視細胞は，</a:t>
            </a:r>
            <a:r>
              <a:rPr lang="ja-JP" altLang="en-US" b="1" u="sng" dirty="0"/>
              <a:t>光の視覚作用に関わる</a:t>
            </a:r>
            <a:endParaRPr lang="en-US" altLang="ja-JP" b="1" u="sng" dirty="0"/>
          </a:p>
          <a:p>
            <a:pPr marL="0" indent="0">
              <a:buNone/>
            </a:pPr>
            <a:endParaRPr lang="en-US" altLang="ja-JP" b="1" u="sng" dirty="0"/>
          </a:p>
          <a:p>
            <a:pPr marL="0" indent="0">
              <a:buNone/>
            </a:pPr>
            <a:r>
              <a:rPr lang="ja-JP" altLang="en-US" b="1" dirty="0"/>
              <a:t>・</a:t>
            </a:r>
            <a:r>
              <a:rPr lang="en-US" altLang="ja-JP" dirty="0"/>
              <a:t>ipRGC</a:t>
            </a:r>
            <a:r>
              <a:rPr lang="ja-JP" altLang="en-US" dirty="0"/>
              <a:t>は</a:t>
            </a:r>
            <a:r>
              <a:rPr lang="en-US" altLang="ja-JP" dirty="0"/>
              <a:t>2002</a:t>
            </a:r>
            <a:r>
              <a:rPr lang="ja-JP" altLang="en-US" dirty="0"/>
              <a:t>年に発見された視物質メラノプシンを含む</a:t>
            </a:r>
            <a:endParaRPr lang="en-US" altLang="ja-JP" dirty="0"/>
          </a:p>
          <a:p>
            <a:pPr marL="0" indent="0">
              <a:buNone/>
            </a:pPr>
            <a:r>
              <a:rPr lang="ja-JP" altLang="en-US" dirty="0"/>
              <a:t>　光受容細胞</a:t>
            </a:r>
            <a:endParaRPr lang="en-US" altLang="ja-JP" dirty="0"/>
          </a:p>
          <a:p>
            <a:pPr marL="0" indent="0">
              <a:buNone/>
            </a:pPr>
            <a:r>
              <a:rPr lang="ja-JP" altLang="en-US" b="1" dirty="0"/>
              <a:t>　　</a:t>
            </a:r>
            <a:r>
              <a:rPr lang="ja-JP" altLang="en-US" sz="2400" dirty="0"/>
              <a:t>メラノプシン </a:t>
            </a:r>
            <a:r>
              <a:rPr lang="en-US" altLang="ja-JP" sz="2400" dirty="0"/>
              <a:t>…</a:t>
            </a:r>
            <a:r>
              <a:rPr lang="ja-JP" altLang="en-US" sz="2400" dirty="0"/>
              <a:t> </a:t>
            </a:r>
            <a:r>
              <a:rPr lang="ja-JP" altLang="en-US" sz="2400" b="1" dirty="0">
                <a:solidFill>
                  <a:srgbClr val="0070C0"/>
                </a:solidFill>
              </a:rPr>
              <a:t>短波長光</a:t>
            </a:r>
            <a:r>
              <a:rPr lang="ja-JP" altLang="en-US" sz="2400" dirty="0"/>
              <a:t>に最も感受性がある</a:t>
            </a:r>
            <a:endParaRPr lang="en-US" altLang="ja-JP" sz="2400" dirty="0"/>
          </a:p>
          <a:p>
            <a:pPr marL="0" indent="0">
              <a:buNone/>
            </a:pPr>
            <a:r>
              <a:rPr lang="ja-JP" altLang="en-US" dirty="0"/>
              <a:t>　概日リズムの光同調や瞳孔反射といった</a:t>
            </a:r>
            <a:r>
              <a:rPr lang="ja-JP" altLang="en-US" b="1" u="sng" dirty="0"/>
              <a:t>非視覚作用に関わる</a:t>
            </a:r>
            <a:endParaRPr lang="en-US" altLang="ja-JP" b="1" u="sng" dirty="0"/>
          </a:p>
          <a:p>
            <a:endParaRPr kumimoji="1" lang="ja-JP" altLang="en-US" dirty="0"/>
          </a:p>
        </p:txBody>
      </p:sp>
      <p:sp>
        <p:nvSpPr>
          <p:cNvPr id="4" name="スライド番号プレースホルダー 3">
            <a:extLst>
              <a:ext uri="{FF2B5EF4-FFF2-40B4-BE49-F238E27FC236}">
                <a16:creationId xmlns:a16="http://schemas.microsoft.com/office/drawing/2014/main" id="{F9E8B458-9716-E93A-DB8B-72907B511017}"/>
              </a:ext>
            </a:extLst>
          </p:cNvPr>
          <p:cNvSpPr>
            <a:spLocks noGrp="1"/>
          </p:cNvSpPr>
          <p:nvPr>
            <p:ph type="sldNum" sz="quarter" idx="12"/>
          </p:nvPr>
        </p:nvSpPr>
        <p:spPr/>
        <p:txBody>
          <a:bodyPr/>
          <a:lstStyle/>
          <a:p>
            <a:fld id="{15850237-4F5E-434F-B1A9-6179087F5D60}" type="slidenum">
              <a:rPr kumimoji="1" lang="ja-JP" altLang="en-US" smtClean="0"/>
              <a:t>4</a:t>
            </a:fld>
            <a:endParaRPr kumimoji="1" lang="ja-JP" altLang="en-US"/>
          </a:p>
        </p:txBody>
      </p:sp>
      <p:cxnSp>
        <p:nvCxnSpPr>
          <p:cNvPr id="6" name="直線コネクタ 5">
            <a:extLst>
              <a:ext uri="{FF2B5EF4-FFF2-40B4-BE49-F238E27FC236}">
                <a16:creationId xmlns:a16="http://schemas.microsoft.com/office/drawing/2014/main" id="{0828F621-F3E7-4790-30BF-FEE61EC5523B}"/>
              </a:ext>
            </a:extLst>
          </p:cNvPr>
          <p:cNvCxnSpPr>
            <a:cxnSpLocks/>
          </p:cNvCxnSpPr>
          <p:nvPr/>
        </p:nvCxnSpPr>
        <p:spPr>
          <a:xfrm>
            <a:off x="838200" y="1458665"/>
            <a:ext cx="7431578" cy="0"/>
          </a:xfrm>
          <a:prstGeom prst="line">
            <a:avLst/>
          </a:prstGeom>
          <a:ln w="28575">
            <a:solidFill>
              <a:schemeClr val="accent1">
                <a:lumMod val="40000"/>
                <a:lumOff val="60000"/>
              </a:schemeClr>
            </a:solidFill>
          </a:ln>
          <a:effectLst>
            <a:glow rad="101600">
              <a:schemeClr val="accent1">
                <a:satMod val="175000"/>
                <a:alpha val="40000"/>
              </a:schemeClr>
            </a:glo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9280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5A50134-C1E3-546B-6385-435DF88F20DB}"/>
              </a:ext>
            </a:extLst>
          </p:cNvPr>
          <p:cNvSpPr>
            <a:spLocks noGrp="1"/>
          </p:cNvSpPr>
          <p:nvPr>
            <p:ph type="title"/>
          </p:nvPr>
        </p:nvSpPr>
        <p:spPr/>
        <p:txBody>
          <a:bodyPr/>
          <a:lstStyle/>
          <a:p>
            <a:r>
              <a:rPr lang="ja-JP" altLang="en-US" b="1">
                <a:solidFill>
                  <a:schemeClr val="bg1">
                    <a:lumMod val="65000"/>
                  </a:schemeClr>
                </a:solidFill>
              </a:rPr>
              <a:t>先行研究</a:t>
            </a:r>
            <a:endParaRPr kumimoji="1" lang="ja-JP" altLang="en-US" b="1">
              <a:solidFill>
                <a:schemeClr val="bg1">
                  <a:lumMod val="65000"/>
                </a:schemeClr>
              </a:solidFill>
            </a:endParaRPr>
          </a:p>
        </p:txBody>
      </p:sp>
      <p:sp>
        <p:nvSpPr>
          <p:cNvPr id="3" name="コンテンツ プレースホルダー 2">
            <a:extLst>
              <a:ext uri="{FF2B5EF4-FFF2-40B4-BE49-F238E27FC236}">
                <a16:creationId xmlns:a16="http://schemas.microsoft.com/office/drawing/2014/main" id="{61F49BC4-D1E7-F967-D3FD-6CCC74EB5EB6}"/>
              </a:ext>
            </a:extLst>
          </p:cNvPr>
          <p:cNvSpPr>
            <a:spLocks noGrp="1"/>
          </p:cNvSpPr>
          <p:nvPr>
            <p:ph idx="1"/>
          </p:nvPr>
        </p:nvSpPr>
        <p:spPr>
          <a:xfrm>
            <a:off x="838200" y="1578429"/>
            <a:ext cx="10515600" cy="4598534"/>
          </a:xfrm>
        </p:spPr>
        <p:txBody>
          <a:bodyPr>
            <a:normAutofit fontScale="77500" lnSpcReduction="20000"/>
          </a:bodyPr>
          <a:lstStyle/>
          <a:p>
            <a:pPr marL="0" indent="0">
              <a:buNone/>
            </a:pPr>
            <a:r>
              <a:rPr lang="ja-JP" altLang="en-US" dirty="0"/>
              <a:t>・メラノプシンには「</a:t>
            </a:r>
            <a:r>
              <a:rPr lang="ja-JP" altLang="en-US" b="1" dirty="0"/>
              <a:t>双安定特性</a:t>
            </a:r>
            <a:r>
              <a:rPr lang="ja-JP" altLang="en-US" dirty="0"/>
              <a:t>（</a:t>
            </a:r>
            <a:r>
              <a:rPr lang="en-US" altLang="ja-JP" dirty="0" err="1"/>
              <a:t>Bistability</a:t>
            </a:r>
            <a:r>
              <a:rPr lang="ja-JP" altLang="en-US" dirty="0"/>
              <a:t>）」がある</a:t>
            </a:r>
            <a:endParaRPr lang="en-US" altLang="ja-JP" dirty="0"/>
          </a:p>
          <a:p>
            <a:pPr marL="0" indent="0">
              <a:buNone/>
            </a:pPr>
            <a:endParaRPr lang="en-US" altLang="ja-JP" dirty="0"/>
          </a:p>
          <a:p>
            <a:pPr marL="0" indent="0">
              <a:buNone/>
            </a:pPr>
            <a:r>
              <a:rPr lang="ja-JP" altLang="en-US" dirty="0"/>
              <a:t>「</a:t>
            </a:r>
            <a:r>
              <a:rPr lang="en-US" altLang="ja-JP" dirty="0"/>
              <a:t>2</a:t>
            </a:r>
            <a:r>
              <a:rPr lang="ja-JP" altLang="en-US" dirty="0"/>
              <a:t>つの異なる光の波長（色）」に反応する性質 </a:t>
            </a:r>
            <a:endParaRPr lang="en-US" altLang="ja-JP" dirty="0"/>
          </a:p>
          <a:p>
            <a:pPr marL="0" indent="0">
              <a:buNone/>
            </a:pPr>
            <a:r>
              <a:rPr lang="ja-JP" altLang="en-US" dirty="0"/>
              <a:t>　　　　　　短波長光（青色光）を吸収すると活性化</a:t>
            </a:r>
            <a:endParaRPr lang="en-US" altLang="ja-JP" dirty="0"/>
          </a:p>
          <a:p>
            <a:pPr marL="0" indent="0">
              <a:buNone/>
            </a:pPr>
            <a:r>
              <a:rPr lang="en-US" altLang="ja-JP" dirty="0"/>
              <a:t>			</a:t>
            </a:r>
            <a:r>
              <a:rPr lang="ja-JP" altLang="en-US" dirty="0"/>
              <a:t>　　　　　↓</a:t>
            </a:r>
            <a:endParaRPr lang="en-US" altLang="ja-JP" dirty="0"/>
          </a:p>
          <a:p>
            <a:pPr marL="0" indent="0">
              <a:buNone/>
            </a:pPr>
            <a:r>
              <a:rPr lang="ja-JP" altLang="en-US" dirty="0"/>
              <a:t>　　　　　　長波長光（赤色光）を吸収</a:t>
            </a:r>
            <a:endParaRPr lang="en-US" altLang="ja-JP" dirty="0"/>
          </a:p>
          <a:p>
            <a:pPr marL="0" indent="0">
              <a:buNone/>
            </a:pPr>
            <a:r>
              <a:rPr lang="en-US" altLang="ja-JP" dirty="0"/>
              <a:t>			</a:t>
            </a:r>
            <a:r>
              <a:rPr lang="ja-JP" altLang="en-US" dirty="0"/>
              <a:t>　　　　　↓</a:t>
            </a:r>
            <a:endParaRPr lang="en-US" altLang="ja-JP" dirty="0"/>
          </a:p>
          <a:p>
            <a:pPr marL="0" indent="0">
              <a:buNone/>
            </a:pPr>
            <a:r>
              <a:rPr lang="ja-JP" altLang="en-US" dirty="0"/>
              <a:t>　　　　　　再び活性化が可能な状態に戻る</a:t>
            </a:r>
            <a:endParaRPr lang="en-US" altLang="ja-JP" dirty="0"/>
          </a:p>
          <a:p>
            <a:pPr marL="0" indent="0">
              <a:buNone/>
            </a:pPr>
            <a:r>
              <a:rPr lang="ja-JP" altLang="en-US" dirty="0"/>
              <a:t> </a:t>
            </a:r>
            <a:endParaRPr lang="en-US" altLang="ja-JP" dirty="0"/>
          </a:p>
          <a:p>
            <a:pPr marL="0" indent="0">
              <a:buNone/>
            </a:pPr>
            <a:r>
              <a:rPr lang="ja-JP" altLang="en-US" dirty="0"/>
              <a:t>・長波長光を先に当てると，短波長光による反応がより強くなる可能性がある</a:t>
            </a:r>
            <a:endParaRPr lang="en-US" altLang="ja-JP" dirty="0"/>
          </a:p>
          <a:p>
            <a:pPr marL="0" indent="0">
              <a:buNone/>
            </a:pPr>
            <a:r>
              <a:rPr lang="ja-JP" altLang="en-US" dirty="0"/>
              <a:t>　→長波長光によって，より多くのメラノプシン分子が「</a:t>
            </a:r>
            <a:r>
              <a:rPr lang="ja-JP" altLang="en-US" u="sng" dirty="0"/>
              <a:t>活性化準備状態</a:t>
            </a:r>
            <a:r>
              <a:rPr lang="ja-JP" altLang="en-US" dirty="0"/>
              <a:t>」</a:t>
            </a:r>
            <a:endParaRPr lang="en-US" altLang="ja-JP" dirty="0"/>
          </a:p>
          <a:p>
            <a:pPr marL="0" indent="0">
              <a:buNone/>
            </a:pPr>
            <a:r>
              <a:rPr lang="ja-JP" altLang="en-US" dirty="0"/>
              <a:t>　　になるからと考えられる</a:t>
            </a:r>
            <a:endParaRPr lang="ja-JP"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18E60FBE-A973-D8E3-2AFE-F091E229BEDF}"/>
              </a:ext>
            </a:extLst>
          </p:cNvPr>
          <p:cNvSpPr>
            <a:spLocks noGrp="1"/>
          </p:cNvSpPr>
          <p:nvPr>
            <p:ph type="sldNum" sz="quarter" idx="12"/>
          </p:nvPr>
        </p:nvSpPr>
        <p:spPr/>
        <p:txBody>
          <a:bodyPr/>
          <a:lstStyle/>
          <a:p>
            <a:fld id="{15850237-4F5E-434F-B1A9-6179087F5D60}" type="slidenum">
              <a:rPr kumimoji="1" lang="ja-JP" altLang="en-US" smtClean="0"/>
              <a:t>5</a:t>
            </a:fld>
            <a:endParaRPr kumimoji="1" lang="ja-JP" altLang="en-US"/>
          </a:p>
        </p:txBody>
      </p:sp>
      <p:cxnSp>
        <p:nvCxnSpPr>
          <p:cNvPr id="6" name="直線コネクタ 5">
            <a:extLst>
              <a:ext uri="{FF2B5EF4-FFF2-40B4-BE49-F238E27FC236}">
                <a16:creationId xmlns:a16="http://schemas.microsoft.com/office/drawing/2014/main" id="{E161732E-0397-3D37-6714-F7BE1E27527E}"/>
              </a:ext>
            </a:extLst>
          </p:cNvPr>
          <p:cNvCxnSpPr>
            <a:cxnSpLocks/>
          </p:cNvCxnSpPr>
          <p:nvPr/>
        </p:nvCxnSpPr>
        <p:spPr>
          <a:xfrm>
            <a:off x="838200" y="1323910"/>
            <a:ext cx="7431578" cy="0"/>
          </a:xfrm>
          <a:prstGeom prst="line">
            <a:avLst/>
          </a:prstGeom>
          <a:ln w="28575">
            <a:solidFill>
              <a:srgbClr val="FFC000"/>
            </a:solidFill>
          </a:ln>
          <a:effectLst>
            <a:glow rad="101600">
              <a:schemeClr val="accent2">
                <a:satMod val="175000"/>
                <a:alpha val="40000"/>
              </a:schemeClr>
            </a:glo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30265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643745-1E48-BB59-61A4-F6FD753D8A45}"/>
              </a:ext>
            </a:extLst>
          </p:cNvPr>
          <p:cNvSpPr>
            <a:spLocks noGrp="1"/>
          </p:cNvSpPr>
          <p:nvPr>
            <p:ph type="title"/>
          </p:nvPr>
        </p:nvSpPr>
        <p:spPr>
          <a:xfrm>
            <a:off x="838200" y="410368"/>
            <a:ext cx="10515600" cy="1325563"/>
          </a:xfrm>
        </p:spPr>
        <p:txBody>
          <a:bodyPr/>
          <a:lstStyle/>
          <a:p>
            <a:r>
              <a:rPr kumimoji="1" lang="ja-JP" altLang="en-US" b="1">
                <a:solidFill>
                  <a:schemeClr val="bg1">
                    <a:lumMod val="65000"/>
                  </a:schemeClr>
                </a:solidFill>
              </a:rPr>
              <a:t>目的</a:t>
            </a:r>
          </a:p>
        </p:txBody>
      </p:sp>
      <p:sp>
        <p:nvSpPr>
          <p:cNvPr id="3" name="コンテンツ プレースホルダー 2">
            <a:extLst>
              <a:ext uri="{FF2B5EF4-FFF2-40B4-BE49-F238E27FC236}">
                <a16:creationId xmlns:a16="http://schemas.microsoft.com/office/drawing/2014/main" id="{1BF38A68-093F-B5E7-8B70-A6AB7C543145}"/>
              </a:ext>
            </a:extLst>
          </p:cNvPr>
          <p:cNvSpPr>
            <a:spLocks noGrp="1"/>
          </p:cNvSpPr>
          <p:nvPr>
            <p:ph idx="1"/>
          </p:nvPr>
        </p:nvSpPr>
        <p:spPr/>
        <p:txBody>
          <a:bodyPr/>
          <a:lstStyle/>
          <a:p>
            <a:r>
              <a:rPr lang="ja-JP" altLang="en-US" dirty="0"/>
              <a:t>輝度の異なる</a:t>
            </a:r>
            <a:r>
              <a:rPr lang="ja-JP" altLang="en-US" dirty="0">
                <a:solidFill>
                  <a:schemeClr val="accent6">
                    <a:lumMod val="75000"/>
                  </a:schemeClr>
                </a:solidFill>
              </a:rPr>
              <a:t>中波長光</a:t>
            </a:r>
            <a:r>
              <a:rPr lang="ja-JP" altLang="en-US" dirty="0"/>
              <a:t>により，</a:t>
            </a:r>
            <a:r>
              <a:rPr lang="ja-JP" altLang="ja-JP" dirty="0"/>
              <a:t>バイスタビリティ</a:t>
            </a:r>
            <a:r>
              <a:rPr lang="ja-JP" altLang="en-US" dirty="0"/>
              <a:t>の</a:t>
            </a:r>
            <a:r>
              <a:rPr lang="ja-JP" altLang="ja-JP" dirty="0"/>
              <a:t>機能</a:t>
            </a:r>
            <a:r>
              <a:rPr lang="ja-JP" altLang="en-US" dirty="0"/>
              <a:t>に違いが出るかを</a:t>
            </a:r>
            <a:r>
              <a:rPr lang="ja-JP" altLang="ja-JP" dirty="0"/>
              <a:t>調査する</a:t>
            </a:r>
          </a:p>
          <a:p>
            <a:endParaRPr lang="en-US" altLang="ja-JP" dirty="0"/>
          </a:p>
          <a:p>
            <a:endParaRPr lang="en-US" altLang="ja-JP" dirty="0"/>
          </a:p>
          <a:p>
            <a:r>
              <a:rPr lang="ja-JP" altLang="en-US" dirty="0"/>
              <a:t>短波長光と</a:t>
            </a:r>
            <a:r>
              <a:rPr lang="ja-JP" altLang="en-US" dirty="0">
                <a:solidFill>
                  <a:schemeClr val="accent6">
                    <a:lumMod val="75000"/>
                  </a:schemeClr>
                </a:solidFill>
              </a:rPr>
              <a:t>中波長光</a:t>
            </a:r>
            <a:r>
              <a:rPr lang="ja-JP" altLang="en-US" dirty="0"/>
              <a:t>のフリッカー光刺激に対する瞳孔反応の特徴を検討することで，</a:t>
            </a:r>
            <a:r>
              <a:rPr lang="en-US" altLang="ja-JP" dirty="0"/>
              <a:t>ipRGC</a:t>
            </a:r>
            <a:r>
              <a:rPr lang="ja-JP" altLang="en-US" dirty="0"/>
              <a:t>の光応答特性について調べる</a:t>
            </a:r>
            <a:endParaRPr lang="en-US" altLang="ja-JP" dirty="0"/>
          </a:p>
          <a:p>
            <a:endParaRPr lang="en-US" altLang="ja-JP" dirty="0"/>
          </a:p>
          <a:p>
            <a:pPr marL="0" indent="0">
              <a:buNone/>
            </a:pPr>
            <a:endParaRPr lang="ja-JP" altLang="en-US" dirty="0"/>
          </a:p>
        </p:txBody>
      </p:sp>
      <p:sp>
        <p:nvSpPr>
          <p:cNvPr id="4" name="スライド番号プレースホルダー 3">
            <a:extLst>
              <a:ext uri="{FF2B5EF4-FFF2-40B4-BE49-F238E27FC236}">
                <a16:creationId xmlns:a16="http://schemas.microsoft.com/office/drawing/2014/main" id="{FEC54C31-B2D5-55EA-C8E8-3CD4B6F57FC2}"/>
              </a:ext>
            </a:extLst>
          </p:cNvPr>
          <p:cNvSpPr>
            <a:spLocks noGrp="1"/>
          </p:cNvSpPr>
          <p:nvPr>
            <p:ph type="sldNum" sz="quarter" idx="12"/>
          </p:nvPr>
        </p:nvSpPr>
        <p:spPr/>
        <p:txBody>
          <a:bodyPr/>
          <a:lstStyle/>
          <a:p>
            <a:fld id="{15850237-4F5E-434F-B1A9-6179087F5D60}" type="slidenum">
              <a:rPr kumimoji="1" lang="ja-JP" altLang="en-US" smtClean="0"/>
              <a:t>6</a:t>
            </a:fld>
            <a:endParaRPr kumimoji="1" lang="ja-JP" altLang="en-US"/>
          </a:p>
        </p:txBody>
      </p:sp>
      <p:cxnSp>
        <p:nvCxnSpPr>
          <p:cNvPr id="6" name="直線コネクタ 5">
            <a:extLst>
              <a:ext uri="{FF2B5EF4-FFF2-40B4-BE49-F238E27FC236}">
                <a16:creationId xmlns:a16="http://schemas.microsoft.com/office/drawing/2014/main" id="{EE0B5873-6545-1E1E-5A34-CF40F9D63CD8}"/>
              </a:ext>
            </a:extLst>
          </p:cNvPr>
          <p:cNvCxnSpPr>
            <a:cxnSpLocks/>
          </p:cNvCxnSpPr>
          <p:nvPr/>
        </p:nvCxnSpPr>
        <p:spPr>
          <a:xfrm>
            <a:off x="838200" y="1449039"/>
            <a:ext cx="7431578" cy="0"/>
          </a:xfrm>
          <a:prstGeom prst="line">
            <a:avLst/>
          </a:prstGeom>
          <a:ln w="28575">
            <a:solidFill>
              <a:schemeClr val="accent1">
                <a:lumMod val="40000"/>
                <a:lumOff val="60000"/>
              </a:schemeClr>
            </a:solidFill>
          </a:ln>
          <a:effectLst>
            <a:glow rad="101600">
              <a:schemeClr val="accent1">
                <a:satMod val="175000"/>
                <a:alpha val="40000"/>
              </a:schemeClr>
            </a:glo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61574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48599-6A9D-F1D6-423E-C1BA4E1172E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2464F49-DE67-69B7-EB54-0963190DE31C}"/>
              </a:ext>
            </a:extLst>
          </p:cNvPr>
          <p:cNvSpPr>
            <a:spLocks noGrp="1"/>
          </p:cNvSpPr>
          <p:nvPr>
            <p:ph type="title"/>
          </p:nvPr>
        </p:nvSpPr>
        <p:spPr>
          <a:xfrm>
            <a:off x="4037027" y="2642633"/>
            <a:ext cx="4117946" cy="1572733"/>
          </a:xfrm>
        </p:spPr>
        <p:txBody>
          <a:bodyPr>
            <a:normAutofit/>
          </a:bodyPr>
          <a:lstStyle/>
          <a:p>
            <a:pPr algn="ctr"/>
            <a:r>
              <a:rPr kumimoji="1" lang="ja-JP" altLang="en-US" sz="5400" dirty="0"/>
              <a:t>実験１</a:t>
            </a:r>
          </a:p>
        </p:txBody>
      </p:sp>
      <p:sp>
        <p:nvSpPr>
          <p:cNvPr id="3" name="スライド番号プレースホルダー 2">
            <a:extLst>
              <a:ext uri="{FF2B5EF4-FFF2-40B4-BE49-F238E27FC236}">
                <a16:creationId xmlns:a16="http://schemas.microsoft.com/office/drawing/2014/main" id="{64CA9F04-2BA4-FE67-358B-4D0E4F6570FF}"/>
              </a:ext>
            </a:extLst>
          </p:cNvPr>
          <p:cNvSpPr>
            <a:spLocks noGrp="1"/>
          </p:cNvSpPr>
          <p:nvPr>
            <p:ph type="sldNum" sz="quarter" idx="12"/>
          </p:nvPr>
        </p:nvSpPr>
        <p:spPr/>
        <p:txBody>
          <a:bodyPr/>
          <a:lstStyle/>
          <a:p>
            <a:fld id="{15850237-4F5E-434F-B1A9-6179087F5D60}" type="slidenum">
              <a:rPr kumimoji="1" lang="ja-JP" altLang="en-US" smtClean="0"/>
              <a:t>7</a:t>
            </a:fld>
            <a:endParaRPr kumimoji="1" lang="ja-JP" altLang="en-US"/>
          </a:p>
        </p:txBody>
      </p:sp>
    </p:spTree>
    <p:extLst>
      <p:ext uri="{BB962C8B-B14F-4D97-AF65-F5344CB8AC3E}">
        <p14:creationId xmlns:p14="http://schemas.microsoft.com/office/powerpoint/2010/main" val="3987551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9BC6E2-D94C-AE27-4070-C77953091160}"/>
              </a:ext>
            </a:extLst>
          </p:cNvPr>
          <p:cNvSpPr>
            <a:spLocks noGrp="1"/>
          </p:cNvSpPr>
          <p:nvPr>
            <p:ph type="title"/>
          </p:nvPr>
        </p:nvSpPr>
        <p:spPr>
          <a:xfrm>
            <a:off x="838200" y="500062"/>
            <a:ext cx="10515600" cy="1325563"/>
          </a:xfrm>
        </p:spPr>
        <p:txBody>
          <a:bodyPr/>
          <a:lstStyle/>
          <a:p>
            <a:r>
              <a:rPr kumimoji="1" lang="ja-JP" altLang="en-US" b="1" dirty="0">
                <a:solidFill>
                  <a:schemeClr val="bg1">
                    <a:lumMod val="65000"/>
                  </a:schemeClr>
                </a:solidFill>
              </a:rPr>
              <a:t>実験１条件</a:t>
            </a:r>
          </a:p>
        </p:txBody>
      </p:sp>
      <p:sp>
        <p:nvSpPr>
          <p:cNvPr id="3" name="コンテンツ プレースホルダー 2">
            <a:extLst>
              <a:ext uri="{FF2B5EF4-FFF2-40B4-BE49-F238E27FC236}">
                <a16:creationId xmlns:a16="http://schemas.microsoft.com/office/drawing/2014/main" id="{ACDAF1FA-4F9E-9BA1-E15E-099964E3CE6B}"/>
              </a:ext>
            </a:extLst>
          </p:cNvPr>
          <p:cNvSpPr>
            <a:spLocks noGrp="1"/>
          </p:cNvSpPr>
          <p:nvPr>
            <p:ph idx="1"/>
          </p:nvPr>
        </p:nvSpPr>
        <p:spPr/>
        <p:txBody>
          <a:bodyPr>
            <a:normAutofit fontScale="92500" lnSpcReduction="20000"/>
          </a:bodyPr>
          <a:lstStyle/>
          <a:p>
            <a:pPr marL="0" indent="0">
              <a:buNone/>
            </a:pPr>
            <a:r>
              <a:rPr lang="ja-JP" altLang="en-US" b="1" dirty="0"/>
              <a:t>・</a:t>
            </a:r>
            <a:r>
              <a:rPr kumimoji="1" lang="ja-JP" altLang="en-US" dirty="0"/>
              <a:t>場所　</a:t>
            </a:r>
            <a:r>
              <a:rPr kumimoji="1" lang="en-US" altLang="ja-JP" dirty="0"/>
              <a:t>…</a:t>
            </a:r>
            <a:r>
              <a:rPr kumimoji="1" lang="ja-JP" altLang="en-US" dirty="0"/>
              <a:t>　</a:t>
            </a:r>
            <a:r>
              <a:rPr lang="ja-JP" altLang="en-US" dirty="0"/>
              <a:t>東海大学</a:t>
            </a:r>
            <a:r>
              <a:rPr lang="en-US" altLang="ja-JP" dirty="0"/>
              <a:t>19</a:t>
            </a:r>
            <a:r>
              <a:rPr lang="ja-JP" altLang="en-US" dirty="0"/>
              <a:t>号館</a:t>
            </a:r>
            <a:r>
              <a:rPr lang="en-US" altLang="ja-JP" dirty="0"/>
              <a:t>6</a:t>
            </a:r>
            <a:r>
              <a:rPr lang="ja-JP" altLang="en-US" dirty="0"/>
              <a:t>階</a:t>
            </a:r>
            <a:r>
              <a:rPr lang="en-US" altLang="ja-JP" dirty="0"/>
              <a:t>629</a:t>
            </a:r>
            <a:r>
              <a:rPr lang="ja-JP" altLang="en-US" dirty="0"/>
              <a:t>室 シールドルーム</a:t>
            </a:r>
            <a:endParaRPr lang="en-US" altLang="ja-JP" dirty="0"/>
          </a:p>
          <a:p>
            <a:endParaRPr kumimoji="1" lang="en-US" altLang="ja-JP" dirty="0"/>
          </a:p>
          <a:p>
            <a:pPr marL="0" indent="0">
              <a:buNone/>
            </a:pPr>
            <a:r>
              <a:rPr lang="ja-JP" altLang="en-US" b="1" dirty="0"/>
              <a:t>・</a:t>
            </a:r>
            <a:r>
              <a:rPr lang="ja-JP" altLang="en-US" dirty="0"/>
              <a:t>被験者　</a:t>
            </a:r>
            <a:r>
              <a:rPr lang="en-US" altLang="ja-JP" dirty="0"/>
              <a:t>…</a:t>
            </a:r>
            <a:r>
              <a:rPr lang="ja-JP" altLang="en-US" dirty="0"/>
              <a:t>　</a:t>
            </a:r>
            <a:r>
              <a:rPr lang="en-US" altLang="ja-JP" dirty="0"/>
              <a:t>2</a:t>
            </a:r>
            <a:r>
              <a:rPr lang="ja-JP" altLang="en-US" dirty="0"/>
              <a:t>１歳～</a:t>
            </a:r>
            <a:r>
              <a:rPr lang="en-US" altLang="ja-JP" dirty="0"/>
              <a:t>22</a:t>
            </a:r>
            <a:r>
              <a:rPr lang="ja-JP" altLang="en-US" dirty="0"/>
              <a:t>歳</a:t>
            </a:r>
            <a:r>
              <a:rPr lang="en-US" altLang="ja-JP" sz="1900" dirty="0"/>
              <a:t>(</a:t>
            </a:r>
            <a:r>
              <a:rPr lang="ja-JP" altLang="en-US" sz="1900" dirty="0"/>
              <a:t>平均年齢</a:t>
            </a:r>
            <a:r>
              <a:rPr lang="en-US" altLang="ja-JP" sz="1900" dirty="0"/>
              <a:t>21.25</a:t>
            </a:r>
            <a:r>
              <a:rPr lang="ja-JP" altLang="en-US" sz="1900" dirty="0"/>
              <a:t>歳</a:t>
            </a:r>
            <a:r>
              <a:rPr lang="en-US" altLang="ja-JP" sz="1900" dirty="0"/>
              <a:t>)</a:t>
            </a:r>
            <a:r>
              <a:rPr lang="ja-JP" altLang="en-US" dirty="0"/>
              <a:t>の男女</a:t>
            </a:r>
            <a:r>
              <a:rPr lang="en-US" altLang="ja-JP" dirty="0"/>
              <a:t>8</a:t>
            </a:r>
            <a:r>
              <a:rPr lang="ja-JP" altLang="en-US" dirty="0"/>
              <a:t>名</a:t>
            </a:r>
            <a:r>
              <a:rPr lang="en-US" altLang="ja-JP" sz="1900" dirty="0"/>
              <a:t>(</a:t>
            </a:r>
            <a:r>
              <a:rPr lang="ja-JP" altLang="en-US" sz="1900" dirty="0"/>
              <a:t>男性</a:t>
            </a:r>
            <a:r>
              <a:rPr lang="en-US" altLang="ja-JP" sz="1900" dirty="0"/>
              <a:t>3</a:t>
            </a:r>
            <a:r>
              <a:rPr lang="ja-JP" altLang="en-US" sz="1900" dirty="0"/>
              <a:t>名，女性</a:t>
            </a:r>
            <a:r>
              <a:rPr lang="en-US" altLang="ja-JP" sz="1900" dirty="0"/>
              <a:t>5</a:t>
            </a:r>
            <a:r>
              <a:rPr lang="ja-JP" altLang="en-US" sz="1900" dirty="0"/>
              <a:t>名</a:t>
            </a:r>
            <a:r>
              <a:rPr lang="en-US" altLang="ja-JP" sz="1900" dirty="0"/>
              <a:t>)</a:t>
            </a:r>
          </a:p>
          <a:p>
            <a:pPr marL="0" indent="0">
              <a:buNone/>
            </a:pPr>
            <a:r>
              <a:rPr lang="ja-JP" altLang="en-US" dirty="0"/>
              <a:t>                     前日と当日のカフェイン，アルコールは摂取禁止</a:t>
            </a:r>
            <a:endParaRPr lang="en-US" altLang="ja-JP" dirty="0"/>
          </a:p>
          <a:p>
            <a:pPr marL="0" indent="0">
              <a:buNone/>
            </a:pPr>
            <a:endParaRPr lang="en-US" altLang="ja-JP" b="1" dirty="0"/>
          </a:p>
          <a:p>
            <a:pPr marL="0" indent="0">
              <a:buNone/>
            </a:pPr>
            <a:r>
              <a:rPr lang="ja-JP" altLang="en-US" b="1" dirty="0"/>
              <a:t>・</a:t>
            </a:r>
            <a:r>
              <a:rPr lang="ja-JP" altLang="en-US" dirty="0"/>
              <a:t>瞳孔計と</a:t>
            </a:r>
            <a:r>
              <a:rPr lang="en-US" altLang="ja-JP" dirty="0"/>
              <a:t>LED</a:t>
            </a:r>
            <a:r>
              <a:rPr lang="ja-JP" altLang="en-US" dirty="0"/>
              <a:t>光源を使用し計測</a:t>
            </a:r>
            <a:endParaRPr lang="en-US" altLang="ja-JP" dirty="0"/>
          </a:p>
          <a:p>
            <a:pPr marL="0" indent="0">
              <a:buNone/>
            </a:pPr>
            <a:endParaRPr lang="en-US" altLang="ja-JP" dirty="0"/>
          </a:p>
          <a:p>
            <a:pPr marL="0" indent="0">
              <a:buNone/>
            </a:pPr>
            <a:r>
              <a:rPr lang="ja-JP" altLang="en-US" b="1" dirty="0"/>
              <a:t>・</a:t>
            </a:r>
            <a:r>
              <a:rPr lang="ja-JP" altLang="en-US" dirty="0"/>
              <a:t>シールドルーム内は一番暗い明かりに設定（</a:t>
            </a:r>
            <a:r>
              <a:rPr lang="en-US" altLang="ja-JP" dirty="0"/>
              <a:t>16.1 lx</a:t>
            </a:r>
            <a:r>
              <a:rPr lang="ja-JP" altLang="en-US" dirty="0"/>
              <a:t>）</a:t>
            </a:r>
            <a:endParaRPr lang="en-US" altLang="ja-JP" dirty="0"/>
          </a:p>
          <a:p>
            <a:pPr marL="0" indent="0">
              <a:buNone/>
            </a:pPr>
            <a:endParaRPr lang="en-US" altLang="ja-JP" dirty="0"/>
          </a:p>
          <a:p>
            <a:pPr marL="0" indent="0">
              <a:buNone/>
            </a:pPr>
            <a:r>
              <a:rPr lang="ja-JP" altLang="en-US" b="1" dirty="0"/>
              <a:t>・</a:t>
            </a:r>
            <a:r>
              <a:rPr lang="ja-JP" altLang="en-US" dirty="0"/>
              <a:t>顎台から，拡散板までの距離</a:t>
            </a:r>
            <a:r>
              <a:rPr lang="en-US" altLang="ja-JP" dirty="0"/>
              <a:t>56cm</a:t>
            </a:r>
            <a:r>
              <a:rPr lang="ja-JP" altLang="en-US" dirty="0"/>
              <a:t>，視野角左右８度ずつ</a:t>
            </a:r>
            <a:endParaRPr lang="en-US" altLang="ja-JP" dirty="0"/>
          </a:p>
          <a:p>
            <a:pPr marL="0" indent="0">
              <a:buNone/>
            </a:pPr>
            <a:endParaRPr lang="en-US" altLang="ja-JP" dirty="0"/>
          </a:p>
        </p:txBody>
      </p:sp>
      <p:sp>
        <p:nvSpPr>
          <p:cNvPr id="4" name="スライド番号プレースホルダー 3">
            <a:extLst>
              <a:ext uri="{FF2B5EF4-FFF2-40B4-BE49-F238E27FC236}">
                <a16:creationId xmlns:a16="http://schemas.microsoft.com/office/drawing/2014/main" id="{B29096F8-5BF3-5C49-33D1-C1E9E1DD90E6}"/>
              </a:ext>
            </a:extLst>
          </p:cNvPr>
          <p:cNvSpPr>
            <a:spLocks noGrp="1"/>
          </p:cNvSpPr>
          <p:nvPr>
            <p:ph type="sldNum" sz="quarter" idx="12"/>
          </p:nvPr>
        </p:nvSpPr>
        <p:spPr/>
        <p:txBody>
          <a:bodyPr/>
          <a:lstStyle/>
          <a:p>
            <a:fld id="{15850237-4F5E-434F-B1A9-6179087F5D60}" type="slidenum">
              <a:rPr kumimoji="1" lang="ja-JP" altLang="en-US" smtClean="0"/>
              <a:t>8</a:t>
            </a:fld>
            <a:endParaRPr kumimoji="1" lang="ja-JP" altLang="en-US"/>
          </a:p>
        </p:txBody>
      </p:sp>
      <p:cxnSp>
        <p:nvCxnSpPr>
          <p:cNvPr id="6" name="直線コネクタ 5">
            <a:extLst>
              <a:ext uri="{FF2B5EF4-FFF2-40B4-BE49-F238E27FC236}">
                <a16:creationId xmlns:a16="http://schemas.microsoft.com/office/drawing/2014/main" id="{DA9A69C0-AF4F-4410-2C2A-F2E16BA70860}"/>
              </a:ext>
            </a:extLst>
          </p:cNvPr>
          <p:cNvCxnSpPr>
            <a:cxnSpLocks/>
          </p:cNvCxnSpPr>
          <p:nvPr/>
        </p:nvCxnSpPr>
        <p:spPr>
          <a:xfrm>
            <a:off x="838200" y="1493107"/>
            <a:ext cx="7431578" cy="0"/>
          </a:xfrm>
          <a:prstGeom prst="line">
            <a:avLst/>
          </a:prstGeom>
          <a:ln w="28575">
            <a:solidFill>
              <a:srgbClr val="FFC000"/>
            </a:solidFill>
          </a:ln>
          <a:effectLst>
            <a:glow rad="101600">
              <a:schemeClr val="accent2">
                <a:satMod val="175000"/>
                <a:alpha val="40000"/>
              </a:schemeClr>
            </a:glo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54613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AD81D0-6288-14D7-D82D-4E7BF35320E6}"/>
              </a:ext>
            </a:extLst>
          </p:cNvPr>
          <p:cNvSpPr>
            <a:spLocks noGrp="1"/>
          </p:cNvSpPr>
          <p:nvPr>
            <p:ph type="title"/>
          </p:nvPr>
        </p:nvSpPr>
        <p:spPr>
          <a:xfrm>
            <a:off x="838200" y="251514"/>
            <a:ext cx="10515600" cy="1325563"/>
          </a:xfrm>
        </p:spPr>
        <p:txBody>
          <a:bodyPr/>
          <a:lstStyle/>
          <a:p>
            <a:r>
              <a:rPr lang="ja-JP" altLang="en-US" b="1" dirty="0">
                <a:solidFill>
                  <a:schemeClr val="bg1">
                    <a:lumMod val="65000"/>
                  </a:schemeClr>
                </a:solidFill>
              </a:rPr>
              <a:t>光の条件１</a:t>
            </a:r>
            <a:r>
              <a:rPr lang="en-US" altLang="ja-JP" b="1" dirty="0">
                <a:solidFill>
                  <a:schemeClr val="bg1">
                    <a:lumMod val="65000"/>
                  </a:schemeClr>
                </a:solidFill>
              </a:rPr>
              <a:t>(</a:t>
            </a:r>
            <a:r>
              <a:rPr lang="ja-JP" altLang="en-US" b="1" dirty="0">
                <a:solidFill>
                  <a:schemeClr val="bg1">
                    <a:lumMod val="65000"/>
                  </a:schemeClr>
                </a:solidFill>
              </a:rPr>
              <a:t>分光波長</a:t>
            </a:r>
            <a:r>
              <a:rPr lang="en-US" altLang="ja-JP" b="1" dirty="0">
                <a:solidFill>
                  <a:schemeClr val="bg1">
                    <a:lumMod val="65000"/>
                  </a:schemeClr>
                </a:solidFill>
              </a:rPr>
              <a:t>)</a:t>
            </a:r>
            <a:endParaRPr kumimoji="1" lang="ja-JP" altLang="en-US" b="1" dirty="0">
              <a:solidFill>
                <a:schemeClr val="bg1">
                  <a:lumMod val="65000"/>
                </a:schemeClr>
              </a:solidFill>
            </a:endParaRPr>
          </a:p>
        </p:txBody>
      </p:sp>
      <p:sp>
        <p:nvSpPr>
          <p:cNvPr id="12" name="テキスト ボックス 11">
            <a:extLst>
              <a:ext uri="{FF2B5EF4-FFF2-40B4-BE49-F238E27FC236}">
                <a16:creationId xmlns:a16="http://schemas.microsoft.com/office/drawing/2014/main" id="{2DA70C60-9E13-ADA3-3B3B-8F28BD335B9B}"/>
              </a:ext>
            </a:extLst>
          </p:cNvPr>
          <p:cNvSpPr txBox="1"/>
          <p:nvPr/>
        </p:nvSpPr>
        <p:spPr>
          <a:xfrm>
            <a:off x="7109547" y="4662805"/>
            <a:ext cx="4495800" cy="193899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altLang="ja-JP" sz="2000" dirty="0"/>
              <a:t>LED</a:t>
            </a:r>
            <a:r>
              <a:rPr lang="ja-JP" altLang="en-US" sz="2000" dirty="0"/>
              <a:t>光源の波長光は青の輝度を基準に約</a:t>
            </a:r>
            <a:r>
              <a:rPr lang="en-US" altLang="ja-JP" sz="2000" dirty="0"/>
              <a:t>100[cd/m</a:t>
            </a:r>
            <a:r>
              <a:rPr lang="en-US" altLang="ja-JP" sz="2000" baseline="30000" dirty="0"/>
              <a:t>2</a:t>
            </a:r>
            <a:r>
              <a:rPr lang="en-US" altLang="ja-JP" sz="2000" dirty="0"/>
              <a:t>]</a:t>
            </a:r>
            <a:r>
              <a:rPr lang="ja-JP" altLang="en-US" sz="2000" dirty="0"/>
              <a:t>ずつずらした</a:t>
            </a:r>
            <a:endParaRPr lang="en-US" altLang="ja-JP" sz="2000" dirty="0"/>
          </a:p>
          <a:p>
            <a:r>
              <a:rPr lang="en-US" altLang="ja-JP" sz="2000" dirty="0"/>
              <a:t> </a:t>
            </a:r>
            <a:r>
              <a:rPr lang="ja-JP" altLang="en-US" sz="2000" dirty="0">
                <a:solidFill>
                  <a:srgbClr val="0070C0"/>
                </a:solidFill>
              </a:rPr>
              <a:t>短波長光</a:t>
            </a:r>
            <a:r>
              <a:rPr lang="en-US" altLang="ja-JP" sz="2000" dirty="0">
                <a:solidFill>
                  <a:srgbClr val="0070C0"/>
                </a:solidFill>
              </a:rPr>
              <a:t>B21</a:t>
            </a:r>
            <a:r>
              <a:rPr lang="en-US" altLang="ja-JP" sz="2000" dirty="0"/>
              <a:t>:</a:t>
            </a:r>
            <a:r>
              <a:rPr lang="ja-JP" altLang="en-US" sz="2000" dirty="0"/>
              <a:t>　</a:t>
            </a:r>
            <a:r>
              <a:rPr lang="en-US" altLang="ja-JP" sz="2000" dirty="0"/>
              <a:t>213   [cd/m</a:t>
            </a:r>
            <a:r>
              <a:rPr lang="en-US" altLang="ja-JP" sz="2000" baseline="30000" dirty="0"/>
              <a:t>2</a:t>
            </a:r>
            <a:r>
              <a:rPr lang="en-US" altLang="ja-JP" sz="2000" dirty="0"/>
              <a:t>]</a:t>
            </a:r>
          </a:p>
          <a:p>
            <a:r>
              <a:rPr lang="ja-JP" altLang="en-US" sz="2000" dirty="0">
                <a:solidFill>
                  <a:srgbClr val="00B050"/>
                </a:solidFill>
              </a:rPr>
              <a:t> </a:t>
            </a:r>
            <a:r>
              <a:rPr lang="ja-JP" altLang="en-US" sz="2000" dirty="0">
                <a:solidFill>
                  <a:schemeClr val="accent6">
                    <a:lumMod val="75000"/>
                  </a:schemeClr>
                </a:solidFill>
              </a:rPr>
              <a:t>中波長光</a:t>
            </a:r>
            <a:r>
              <a:rPr lang="en-US" altLang="ja-JP" sz="2000" dirty="0"/>
              <a:t>(</a:t>
            </a:r>
            <a:r>
              <a:rPr lang="en-US" altLang="ja-JP" sz="2000" dirty="0">
                <a:solidFill>
                  <a:schemeClr val="accent6">
                    <a:lumMod val="75000"/>
                  </a:schemeClr>
                </a:solidFill>
              </a:rPr>
              <a:t>G90</a:t>
            </a:r>
            <a:r>
              <a:rPr lang="en-US" altLang="ja-JP" sz="2000" dirty="0"/>
              <a:t>):90.29cd/m</a:t>
            </a:r>
            <a:r>
              <a:rPr lang="ja-JP" altLang="ja-JP" sz="2000" dirty="0"/>
              <a:t>²</a:t>
            </a:r>
            <a:endParaRPr lang="en-US" altLang="ja-JP" sz="2000" dirty="0"/>
          </a:p>
          <a:p>
            <a:r>
              <a:rPr lang="ja-JP" altLang="en-US" sz="2000" dirty="0">
                <a:solidFill>
                  <a:srgbClr val="00B050"/>
                </a:solidFill>
              </a:rPr>
              <a:t> </a:t>
            </a:r>
            <a:r>
              <a:rPr lang="ja-JP" altLang="en-US" sz="2000" dirty="0">
                <a:solidFill>
                  <a:schemeClr val="accent6">
                    <a:lumMod val="75000"/>
                  </a:schemeClr>
                </a:solidFill>
              </a:rPr>
              <a:t>中波長光</a:t>
            </a:r>
            <a:r>
              <a:rPr lang="en-US" altLang="ja-JP" sz="2000" dirty="0"/>
              <a:t>(</a:t>
            </a:r>
            <a:r>
              <a:rPr lang="en-US" altLang="ja-JP" sz="2000" dirty="0">
                <a:solidFill>
                  <a:schemeClr val="accent6">
                    <a:lumMod val="75000"/>
                  </a:schemeClr>
                </a:solidFill>
              </a:rPr>
              <a:t>G217</a:t>
            </a:r>
            <a:r>
              <a:rPr lang="en-US" altLang="ja-JP" sz="2000" dirty="0"/>
              <a:t>):217.2cd/m</a:t>
            </a:r>
            <a:r>
              <a:rPr lang="ja-JP" altLang="ja-JP" sz="2000" dirty="0"/>
              <a:t>²</a:t>
            </a:r>
            <a:endParaRPr lang="en-US" altLang="ja-JP" sz="2000" dirty="0"/>
          </a:p>
          <a:p>
            <a:r>
              <a:rPr lang="ja-JP" altLang="en-US" sz="2000" dirty="0">
                <a:solidFill>
                  <a:srgbClr val="00B050"/>
                </a:solidFill>
              </a:rPr>
              <a:t> </a:t>
            </a:r>
            <a:r>
              <a:rPr lang="ja-JP" altLang="en-US" sz="2000" dirty="0">
                <a:solidFill>
                  <a:schemeClr val="accent6">
                    <a:lumMod val="75000"/>
                  </a:schemeClr>
                </a:solidFill>
              </a:rPr>
              <a:t>中波長光</a:t>
            </a:r>
            <a:r>
              <a:rPr lang="en-US" altLang="ja-JP" sz="2000" dirty="0"/>
              <a:t>(</a:t>
            </a:r>
            <a:r>
              <a:rPr lang="en-US" altLang="ja-JP" sz="2000" dirty="0">
                <a:solidFill>
                  <a:schemeClr val="accent6">
                    <a:lumMod val="75000"/>
                  </a:schemeClr>
                </a:solidFill>
              </a:rPr>
              <a:t>G310</a:t>
            </a:r>
            <a:r>
              <a:rPr lang="en-US" altLang="ja-JP" sz="2000" dirty="0"/>
              <a:t>):310cd/m</a:t>
            </a:r>
            <a:r>
              <a:rPr lang="ja-JP" altLang="ja-JP" sz="2000" dirty="0"/>
              <a:t>²</a:t>
            </a:r>
            <a:endParaRPr lang="en-US" altLang="ja-JP" sz="2000" dirty="0"/>
          </a:p>
        </p:txBody>
      </p:sp>
      <p:sp>
        <p:nvSpPr>
          <p:cNvPr id="3" name="スライド番号プレースホルダー 2">
            <a:extLst>
              <a:ext uri="{FF2B5EF4-FFF2-40B4-BE49-F238E27FC236}">
                <a16:creationId xmlns:a16="http://schemas.microsoft.com/office/drawing/2014/main" id="{C48AD503-F58C-02B5-1F40-147DD5CBE773}"/>
              </a:ext>
            </a:extLst>
          </p:cNvPr>
          <p:cNvSpPr>
            <a:spLocks noGrp="1"/>
          </p:cNvSpPr>
          <p:nvPr>
            <p:ph type="sldNum" sz="quarter" idx="12"/>
          </p:nvPr>
        </p:nvSpPr>
        <p:spPr/>
        <p:txBody>
          <a:bodyPr/>
          <a:lstStyle/>
          <a:p>
            <a:fld id="{15850237-4F5E-434F-B1A9-6179087F5D60}" type="slidenum">
              <a:rPr kumimoji="1" lang="ja-JP" altLang="en-US" smtClean="0"/>
              <a:t>9</a:t>
            </a:fld>
            <a:endParaRPr kumimoji="1" lang="ja-JP" altLang="en-US" dirty="0"/>
          </a:p>
        </p:txBody>
      </p:sp>
      <p:cxnSp>
        <p:nvCxnSpPr>
          <p:cNvPr id="5" name="直線コネクタ 4">
            <a:extLst>
              <a:ext uri="{FF2B5EF4-FFF2-40B4-BE49-F238E27FC236}">
                <a16:creationId xmlns:a16="http://schemas.microsoft.com/office/drawing/2014/main" id="{5C6D5D8C-7E10-63EA-92DC-1E01C1059A65}"/>
              </a:ext>
            </a:extLst>
          </p:cNvPr>
          <p:cNvCxnSpPr>
            <a:cxnSpLocks/>
          </p:cNvCxnSpPr>
          <p:nvPr/>
        </p:nvCxnSpPr>
        <p:spPr>
          <a:xfrm>
            <a:off x="838200" y="1179532"/>
            <a:ext cx="7431578" cy="0"/>
          </a:xfrm>
          <a:prstGeom prst="line">
            <a:avLst/>
          </a:prstGeom>
          <a:ln w="28575">
            <a:solidFill>
              <a:schemeClr val="accent1">
                <a:lumMod val="40000"/>
                <a:lumOff val="60000"/>
              </a:schemeClr>
            </a:solidFill>
          </a:ln>
          <a:effectLst>
            <a:glow rad="101600">
              <a:schemeClr val="accent1">
                <a:satMod val="175000"/>
                <a:alpha val="40000"/>
              </a:schemeClr>
            </a:glow>
          </a:effectLst>
        </p:spPr>
        <p:style>
          <a:lnRef idx="2">
            <a:schemeClr val="accent1"/>
          </a:lnRef>
          <a:fillRef idx="0">
            <a:schemeClr val="accent1"/>
          </a:fillRef>
          <a:effectRef idx="1">
            <a:schemeClr val="accent1"/>
          </a:effectRef>
          <a:fontRef idx="minor">
            <a:schemeClr val="tx1"/>
          </a:fontRef>
        </p:style>
      </p:cxnSp>
      <p:sp>
        <p:nvSpPr>
          <p:cNvPr id="4" name="テキスト ボックス 3">
            <a:extLst>
              <a:ext uri="{FF2B5EF4-FFF2-40B4-BE49-F238E27FC236}">
                <a16:creationId xmlns:a16="http://schemas.microsoft.com/office/drawing/2014/main" id="{B8028A13-1C1E-2D32-0B93-EE8E2F822F96}"/>
              </a:ext>
            </a:extLst>
          </p:cNvPr>
          <p:cNvSpPr txBox="1"/>
          <p:nvPr/>
        </p:nvSpPr>
        <p:spPr>
          <a:xfrm>
            <a:off x="5548674" y="3609836"/>
            <a:ext cx="1346200" cy="276999"/>
          </a:xfrm>
          <a:prstGeom prst="rect">
            <a:avLst/>
          </a:prstGeom>
          <a:noFill/>
        </p:spPr>
        <p:txBody>
          <a:bodyPr wrap="square" rtlCol="0">
            <a:spAutoFit/>
          </a:bodyPr>
          <a:lstStyle/>
          <a:p>
            <a:pPr algn="ctr"/>
            <a:r>
              <a:rPr kumimoji="1" lang="ja-JP" altLang="en-US" sz="1200" dirty="0"/>
              <a:t>波長</a:t>
            </a:r>
            <a:r>
              <a:rPr kumimoji="1" lang="en-US" altLang="ja-JP" sz="1200" dirty="0"/>
              <a:t>(nm)</a:t>
            </a:r>
            <a:endParaRPr kumimoji="1" lang="ja-JP" altLang="en-US" sz="1200" dirty="0"/>
          </a:p>
        </p:txBody>
      </p:sp>
      <p:graphicFrame>
        <p:nvGraphicFramePr>
          <p:cNvPr id="6" name="グラフ 5">
            <a:extLst>
              <a:ext uri="{FF2B5EF4-FFF2-40B4-BE49-F238E27FC236}">
                <a16:creationId xmlns:a16="http://schemas.microsoft.com/office/drawing/2014/main" id="{649E3709-9928-B792-53B9-800E1985D69C}"/>
              </a:ext>
            </a:extLst>
          </p:cNvPr>
          <p:cNvGraphicFramePr/>
          <p:nvPr>
            <p:extLst>
              <p:ext uri="{D42A27DB-BD31-4B8C-83A1-F6EECF244321}">
                <p14:modId xmlns:p14="http://schemas.microsoft.com/office/powerpoint/2010/main" val="1833458480"/>
              </p:ext>
            </p:extLst>
          </p:nvPr>
        </p:nvGraphicFramePr>
        <p:xfrm>
          <a:off x="838200" y="1654575"/>
          <a:ext cx="5159375" cy="284353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グラフ 8">
            <a:extLst>
              <a:ext uri="{FF2B5EF4-FFF2-40B4-BE49-F238E27FC236}">
                <a16:creationId xmlns:a16="http://schemas.microsoft.com/office/drawing/2014/main" id="{B44AD31E-4A5A-2168-DE41-AC2273EC6406}"/>
              </a:ext>
            </a:extLst>
          </p:cNvPr>
          <p:cNvGraphicFramePr/>
          <p:nvPr>
            <p:extLst>
              <p:ext uri="{D42A27DB-BD31-4B8C-83A1-F6EECF244321}">
                <p14:modId xmlns:p14="http://schemas.microsoft.com/office/powerpoint/2010/main" val="1283837155"/>
              </p:ext>
            </p:extLst>
          </p:nvPr>
        </p:nvGraphicFramePr>
        <p:xfrm>
          <a:off x="6445972" y="1577077"/>
          <a:ext cx="5159375" cy="284353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表 9">
            <a:extLst>
              <a:ext uri="{FF2B5EF4-FFF2-40B4-BE49-F238E27FC236}">
                <a16:creationId xmlns:a16="http://schemas.microsoft.com/office/drawing/2014/main" id="{C6012C25-52A5-3602-21F8-C64484AFDFE9}"/>
              </a:ext>
            </a:extLst>
          </p:cNvPr>
          <p:cNvGraphicFramePr>
            <a:graphicFrameLocks noGrp="1"/>
          </p:cNvGraphicFramePr>
          <p:nvPr>
            <p:extLst>
              <p:ext uri="{D42A27DB-BD31-4B8C-83A1-F6EECF244321}">
                <p14:modId xmlns:p14="http://schemas.microsoft.com/office/powerpoint/2010/main" val="1303880815"/>
              </p:ext>
            </p:extLst>
          </p:nvPr>
        </p:nvGraphicFramePr>
        <p:xfrm>
          <a:off x="1368560" y="4575603"/>
          <a:ext cx="5159376" cy="2145875"/>
        </p:xfrm>
        <a:graphic>
          <a:graphicData uri="http://schemas.openxmlformats.org/drawingml/2006/table">
            <a:tbl>
              <a:tblPr firstRow="1" firstCol="1" bandRow="1">
                <a:tableStyleId>{E8B1032C-EA38-4F05-BA0D-38AFFFC7BED3}</a:tableStyleId>
              </a:tblPr>
              <a:tblGrid>
                <a:gridCol w="1864886">
                  <a:extLst>
                    <a:ext uri="{9D8B030D-6E8A-4147-A177-3AD203B41FA5}">
                      <a16:colId xmlns:a16="http://schemas.microsoft.com/office/drawing/2014/main" val="2585177590"/>
                    </a:ext>
                  </a:extLst>
                </a:gridCol>
                <a:gridCol w="1647245">
                  <a:extLst>
                    <a:ext uri="{9D8B030D-6E8A-4147-A177-3AD203B41FA5}">
                      <a16:colId xmlns:a16="http://schemas.microsoft.com/office/drawing/2014/main" val="1903853634"/>
                    </a:ext>
                  </a:extLst>
                </a:gridCol>
                <a:gridCol w="1647245">
                  <a:extLst>
                    <a:ext uri="{9D8B030D-6E8A-4147-A177-3AD203B41FA5}">
                      <a16:colId xmlns:a16="http://schemas.microsoft.com/office/drawing/2014/main" val="324562488"/>
                    </a:ext>
                  </a:extLst>
                </a:gridCol>
              </a:tblGrid>
              <a:tr h="429175">
                <a:tc>
                  <a:txBody>
                    <a:bodyPr/>
                    <a:lstStyle/>
                    <a:p>
                      <a:pPr algn="l">
                        <a:buNone/>
                      </a:pPr>
                      <a:r>
                        <a:rPr lang="ja-JP" sz="1200" kern="0" dirty="0">
                          <a:effectLst/>
                        </a:rPr>
                        <a:t>　</a:t>
                      </a:r>
                      <a:endParaRPr lang="ja-JP" sz="12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2865" marR="62865" marT="0" marB="0" anchor="ctr"/>
                </a:tc>
                <a:tc>
                  <a:txBody>
                    <a:bodyPr/>
                    <a:lstStyle/>
                    <a:p>
                      <a:pPr algn="l">
                        <a:buNone/>
                      </a:pPr>
                      <a:r>
                        <a:rPr lang="ja-JP" sz="1200" kern="0" dirty="0">
                          <a:effectLst/>
                        </a:rPr>
                        <a:t>λ</a:t>
                      </a:r>
                      <a:r>
                        <a:rPr lang="en-US" sz="1200" kern="0" dirty="0">
                          <a:effectLst/>
                        </a:rPr>
                        <a:t> max(nm)</a:t>
                      </a:r>
                      <a:endParaRPr lang="ja-JP" sz="12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2865" marR="62865" marT="0" marB="0" anchor="ctr"/>
                </a:tc>
                <a:tc>
                  <a:txBody>
                    <a:bodyPr/>
                    <a:lstStyle/>
                    <a:p>
                      <a:pPr algn="l">
                        <a:buNone/>
                      </a:pPr>
                      <a:r>
                        <a:rPr lang="ja-JP" sz="1200" kern="0">
                          <a:effectLst/>
                        </a:rPr>
                        <a:t>半値幅</a:t>
                      </a:r>
                      <a:r>
                        <a:rPr lang="en-US" sz="1200" kern="0">
                          <a:effectLst/>
                        </a:rPr>
                        <a:t>(nm)</a:t>
                      </a:r>
                      <a:endParaRPr lang="ja-JP" sz="1200"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2865" marR="62865" marT="0" marB="0" anchor="ctr"/>
                </a:tc>
                <a:extLst>
                  <a:ext uri="{0D108BD9-81ED-4DB2-BD59-A6C34878D82A}">
                    <a16:rowId xmlns:a16="http://schemas.microsoft.com/office/drawing/2014/main" val="3504964987"/>
                  </a:ext>
                </a:extLst>
              </a:tr>
              <a:tr h="429175">
                <a:tc>
                  <a:txBody>
                    <a:bodyPr/>
                    <a:lstStyle/>
                    <a:p>
                      <a:pPr algn="l">
                        <a:buNone/>
                      </a:pPr>
                      <a:r>
                        <a:rPr lang="ja-JP" altLang="en-US" sz="1200" kern="0" dirty="0">
                          <a:effectLst/>
                        </a:rPr>
                        <a:t>短波長光（</a:t>
                      </a:r>
                      <a:r>
                        <a:rPr lang="en-US" sz="1200" kern="0" dirty="0">
                          <a:effectLst/>
                        </a:rPr>
                        <a:t>B213.0</a:t>
                      </a:r>
                      <a:r>
                        <a:rPr lang="ja-JP" altLang="en-US" sz="1200" kern="0" dirty="0">
                          <a:effectLst/>
                        </a:rPr>
                        <a:t>）</a:t>
                      </a:r>
                      <a:endParaRPr lang="ja-JP" sz="12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2865" marR="62865" marT="0" marB="0" anchor="ctr"/>
                </a:tc>
                <a:tc>
                  <a:txBody>
                    <a:bodyPr/>
                    <a:lstStyle/>
                    <a:p>
                      <a:pPr algn="ctr">
                        <a:buNone/>
                      </a:pPr>
                      <a:r>
                        <a:rPr lang="en-US" sz="1200" kern="0" dirty="0">
                          <a:effectLst/>
                        </a:rPr>
                        <a:t>454</a:t>
                      </a:r>
                      <a:endParaRPr lang="ja-JP" sz="12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2865" marR="62865" marT="0" marB="0" anchor="ctr"/>
                </a:tc>
                <a:tc>
                  <a:txBody>
                    <a:bodyPr/>
                    <a:lstStyle/>
                    <a:p>
                      <a:pPr algn="ctr">
                        <a:buNone/>
                      </a:pPr>
                      <a:r>
                        <a:rPr lang="en-US" sz="1200" kern="0" dirty="0">
                          <a:effectLst/>
                        </a:rPr>
                        <a:t>21</a:t>
                      </a:r>
                      <a:endParaRPr lang="ja-JP" sz="12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2865" marR="62865" marT="0" marB="0" anchor="ctr"/>
                </a:tc>
                <a:extLst>
                  <a:ext uri="{0D108BD9-81ED-4DB2-BD59-A6C34878D82A}">
                    <a16:rowId xmlns:a16="http://schemas.microsoft.com/office/drawing/2014/main" val="1246311966"/>
                  </a:ext>
                </a:extLst>
              </a:tr>
              <a:tr h="429175">
                <a:tc>
                  <a:txBody>
                    <a:bodyPr/>
                    <a:lstStyle/>
                    <a:p>
                      <a:pPr algn="l">
                        <a:buNone/>
                      </a:pPr>
                      <a:r>
                        <a:rPr lang="ja-JP" altLang="en-US" sz="1200" kern="0" dirty="0">
                          <a:effectLst/>
                        </a:rPr>
                        <a:t>中波長光（</a:t>
                      </a:r>
                      <a:r>
                        <a:rPr lang="en-US" sz="1200" kern="0" dirty="0">
                          <a:effectLst/>
                        </a:rPr>
                        <a:t>G90.29</a:t>
                      </a:r>
                      <a:r>
                        <a:rPr lang="ja-JP" altLang="en-US" sz="1200" kern="0" dirty="0">
                          <a:effectLst/>
                        </a:rPr>
                        <a:t>）</a:t>
                      </a:r>
                      <a:endParaRPr lang="ja-JP" sz="12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2865" marR="62865" marT="0" marB="0" anchor="ctr"/>
                </a:tc>
                <a:tc>
                  <a:txBody>
                    <a:bodyPr/>
                    <a:lstStyle/>
                    <a:p>
                      <a:pPr algn="ctr">
                        <a:buNone/>
                      </a:pPr>
                      <a:r>
                        <a:rPr lang="en-US" sz="1200" kern="0" dirty="0">
                          <a:effectLst/>
                        </a:rPr>
                        <a:t>523</a:t>
                      </a:r>
                      <a:endParaRPr lang="ja-JP" sz="12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2865" marR="62865" marT="0" marB="0" anchor="ctr"/>
                </a:tc>
                <a:tc>
                  <a:txBody>
                    <a:bodyPr/>
                    <a:lstStyle/>
                    <a:p>
                      <a:pPr algn="ctr">
                        <a:buNone/>
                      </a:pPr>
                      <a:r>
                        <a:rPr lang="en-US" sz="1200" kern="0" dirty="0">
                          <a:effectLst/>
                        </a:rPr>
                        <a:t>33</a:t>
                      </a:r>
                      <a:endParaRPr lang="ja-JP" sz="12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2865" marR="62865" marT="0" marB="0" anchor="ctr"/>
                </a:tc>
                <a:extLst>
                  <a:ext uri="{0D108BD9-81ED-4DB2-BD59-A6C34878D82A}">
                    <a16:rowId xmlns:a16="http://schemas.microsoft.com/office/drawing/2014/main" val="3476307064"/>
                  </a:ext>
                </a:extLst>
              </a:tr>
              <a:tr h="429175">
                <a:tc>
                  <a:txBody>
                    <a:bodyPr/>
                    <a:lstStyle/>
                    <a:p>
                      <a:pPr algn="l">
                        <a:buNone/>
                      </a:pPr>
                      <a:r>
                        <a:rPr lang="ja-JP" altLang="en-US" sz="1200" kern="0" dirty="0">
                          <a:effectLst/>
                        </a:rPr>
                        <a:t>中波長光（</a:t>
                      </a:r>
                      <a:r>
                        <a:rPr lang="en-US" sz="1200" kern="0" dirty="0">
                          <a:effectLst/>
                        </a:rPr>
                        <a:t>G217.2</a:t>
                      </a:r>
                      <a:r>
                        <a:rPr lang="ja-JP" altLang="en-US" sz="1200" kern="0" dirty="0">
                          <a:effectLst/>
                        </a:rPr>
                        <a:t>）</a:t>
                      </a:r>
                      <a:endParaRPr lang="ja-JP" sz="12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2865" marR="62865" marT="0" marB="0" anchor="ctr"/>
                </a:tc>
                <a:tc>
                  <a:txBody>
                    <a:bodyPr/>
                    <a:lstStyle/>
                    <a:p>
                      <a:pPr algn="ctr">
                        <a:buNone/>
                      </a:pPr>
                      <a:r>
                        <a:rPr lang="en-US" sz="1200" kern="0" dirty="0">
                          <a:effectLst/>
                        </a:rPr>
                        <a:t>521</a:t>
                      </a:r>
                      <a:endParaRPr lang="ja-JP" sz="12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2865" marR="62865" marT="0" marB="0" anchor="ctr"/>
                </a:tc>
                <a:tc>
                  <a:txBody>
                    <a:bodyPr/>
                    <a:lstStyle/>
                    <a:p>
                      <a:pPr algn="ctr">
                        <a:buNone/>
                      </a:pPr>
                      <a:r>
                        <a:rPr lang="en-US" sz="1200" kern="0" dirty="0">
                          <a:effectLst/>
                        </a:rPr>
                        <a:t>34</a:t>
                      </a:r>
                      <a:endParaRPr lang="ja-JP" sz="12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2865" marR="62865" marT="0" marB="0" anchor="ctr"/>
                </a:tc>
                <a:extLst>
                  <a:ext uri="{0D108BD9-81ED-4DB2-BD59-A6C34878D82A}">
                    <a16:rowId xmlns:a16="http://schemas.microsoft.com/office/drawing/2014/main" val="3204126148"/>
                  </a:ext>
                </a:extLst>
              </a:tr>
              <a:tr h="4291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kern="0" dirty="0">
                          <a:effectLst/>
                        </a:rPr>
                        <a:t>中波長光（</a:t>
                      </a:r>
                      <a:r>
                        <a:rPr lang="en-US" altLang="ja-JP" sz="1200" kern="0" dirty="0">
                          <a:effectLst/>
                        </a:rPr>
                        <a:t>G310.0</a:t>
                      </a:r>
                      <a:r>
                        <a:rPr lang="ja-JP" altLang="en-US" sz="1200" kern="0" dirty="0">
                          <a:effectLst/>
                        </a:rPr>
                        <a:t>）</a:t>
                      </a:r>
                      <a:endParaRPr lang="ja-JP" altLang="ja-JP" sz="12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2865" marR="62865"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kern="0" dirty="0">
                          <a:effectLst/>
                        </a:rPr>
                        <a:t>521</a:t>
                      </a:r>
                      <a:endParaRPr lang="ja-JP" altLang="ja-JP" sz="12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2865" marR="62865"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kern="0" dirty="0">
                          <a:effectLst/>
                        </a:rPr>
                        <a:t>35</a:t>
                      </a:r>
                      <a:endParaRPr lang="ja-JP" altLang="ja-JP" sz="12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2865" marR="62865" marT="0" marB="0" anchor="ctr"/>
                </a:tc>
                <a:extLst>
                  <a:ext uri="{0D108BD9-81ED-4DB2-BD59-A6C34878D82A}">
                    <a16:rowId xmlns:a16="http://schemas.microsoft.com/office/drawing/2014/main" val="2762250195"/>
                  </a:ext>
                </a:extLst>
              </a:tr>
            </a:tbl>
          </a:graphicData>
        </a:graphic>
      </p:graphicFrame>
      <p:sp>
        <p:nvSpPr>
          <p:cNvPr id="11" name="テキスト ボックス 10">
            <a:extLst>
              <a:ext uri="{FF2B5EF4-FFF2-40B4-BE49-F238E27FC236}">
                <a16:creationId xmlns:a16="http://schemas.microsoft.com/office/drawing/2014/main" id="{DE90C046-2A3B-3902-B1DE-D363487A208C}"/>
              </a:ext>
            </a:extLst>
          </p:cNvPr>
          <p:cNvSpPr txBox="1"/>
          <p:nvPr/>
        </p:nvSpPr>
        <p:spPr>
          <a:xfrm>
            <a:off x="11328979" y="3748335"/>
            <a:ext cx="1173667" cy="276999"/>
          </a:xfrm>
          <a:prstGeom prst="rect">
            <a:avLst/>
          </a:prstGeom>
          <a:noFill/>
        </p:spPr>
        <p:txBody>
          <a:bodyPr wrap="square" rtlCol="0">
            <a:spAutoFit/>
          </a:bodyPr>
          <a:lstStyle/>
          <a:p>
            <a:pPr algn="ctr"/>
            <a:r>
              <a:rPr kumimoji="1" lang="ja-JP" altLang="en-US" sz="1200" dirty="0"/>
              <a:t>波長</a:t>
            </a:r>
            <a:r>
              <a:rPr kumimoji="1" lang="en-US" altLang="ja-JP" sz="1200" dirty="0"/>
              <a:t>(nm)</a:t>
            </a:r>
            <a:endParaRPr kumimoji="1" lang="ja-JP" altLang="en-US" sz="1200" dirty="0"/>
          </a:p>
        </p:txBody>
      </p:sp>
    </p:spTree>
    <p:extLst>
      <p:ext uri="{BB962C8B-B14F-4D97-AF65-F5344CB8AC3E}">
        <p14:creationId xmlns:p14="http://schemas.microsoft.com/office/powerpoint/2010/main" val="4069142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F12E4AD-7195-F5E8-3AF6-2CC928EC16B3}"/>
              </a:ext>
            </a:extLst>
          </p:cNvPr>
          <p:cNvSpPr>
            <a:spLocks noGrp="1"/>
          </p:cNvSpPr>
          <p:nvPr>
            <p:ph type="title"/>
          </p:nvPr>
        </p:nvSpPr>
        <p:spPr>
          <a:xfrm>
            <a:off x="838200" y="440613"/>
            <a:ext cx="10515600" cy="1325563"/>
          </a:xfrm>
        </p:spPr>
        <p:txBody>
          <a:bodyPr/>
          <a:lstStyle/>
          <a:p>
            <a:r>
              <a:rPr kumimoji="1" lang="ja-JP" altLang="en-US" b="1">
                <a:solidFill>
                  <a:schemeClr val="bg1">
                    <a:lumMod val="65000"/>
                  </a:schemeClr>
                </a:solidFill>
              </a:rPr>
              <a:t>実験方法</a:t>
            </a:r>
          </a:p>
        </p:txBody>
      </p:sp>
      <p:sp>
        <p:nvSpPr>
          <p:cNvPr id="3" name="コンテンツ プレースホルダー 2">
            <a:extLst>
              <a:ext uri="{FF2B5EF4-FFF2-40B4-BE49-F238E27FC236}">
                <a16:creationId xmlns:a16="http://schemas.microsoft.com/office/drawing/2014/main" id="{4EC95DE4-D022-2B19-3217-0F2EA04BC31F}"/>
              </a:ext>
            </a:extLst>
          </p:cNvPr>
          <p:cNvSpPr>
            <a:spLocks noGrp="1"/>
          </p:cNvSpPr>
          <p:nvPr>
            <p:ph idx="1"/>
          </p:nvPr>
        </p:nvSpPr>
        <p:spPr>
          <a:xfrm>
            <a:off x="838199" y="1825625"/>
            <a:ext cx="10856053" cy="4351338"/>
          </a:xfrm>
        </p:spPr>
        <p:txBody>
          <a:bodyPr>
            <a:normAutofit/>
          </a:bodyPr>
          <a:lstStyle/>
          <a:p>
            <a:pPr marL="0" indent="0">
              <a:buNone/>
            </a:pPr>
            <a:r>
              <a:rPr lang="ja-JP" altLang="en-US" sz="2400" dirty="0"/>
              <a:t>①実験開始前に暗順応のため</a:t>
            </a:r>
            <a:r>
              <a:rPr lang="en-US" altLang="ja-JP" sz="2400" dirty="0"/>
              <a:t>15</a:t>
            </a:r>
            <a:r>
              <a:rPr lang="ja-JP" altLang="en-US" sz="2400" dirty="0"/>
              <a:t>分間シールドルーム内に待機</a:t>
            </a:r>
            <a:endParaRPr lang="en-US" altLang="ja-JP" sz="2400" dirty="0"/>
          </a:p>
          <a:p>
            <a:pPr marL="0" indent="0">
              <a:buNone/>
            </a:pPr>
            <a:r>
              <a:rPr lang="ja-JP" altLang="en-US" sz="2400" dirty="0"/>
              <a:t>② 被験者は瞳孔計を装着し，顎台を使用して</a:t>
            </a:r>
            <a:endParaRPr lang="en-US" altLang="ja-JP" sz="2400" dirty="0"/>
          </a:p>
          <a:p>
            <a:pPr marL="0" indent="0">
              <a:buNone/>
            </a:pPr>
            <a:r>
              <a:rPr lang="ja-JP" altLang="en-US" sz="2400" dirty="0"/>
              <a:t>　 拡散板越しの</a:t>
            </a:r>
            <a:r>
              <a:rPr lang="en-US" altLang="ja-JP" sz="2400" dirty="0"/>
              <a:t>LED</a:t>
            </a:r>
            <a:r>
              <a:rPr lang="ja-JP" altLang="en-US" sz="2400" dirty="0"/>
              <a:t>光源を見る．</a:t>
            </a:r>
            <a:endParaRPr lang="en-US" altLang="ja-JP" sz="2400" dirty="0"/>
          </a:p>
          <a:p>
            <a:pPr marL="0" indent="0">
              <a:buNone/>
            </a:pPr>
            <a:r>
              <a:rPr lang="ja-JP" altLang="en-US" sz="2400" dirty="0"/>
              <a:t>③ スイッチをオンにし，</a:t>
            </a:r>
            <a:r>
              <a:rPr lang="en-US" altLang="ja-JP" sz="2400" dirty="0"/>
              <a:t>0.5</a:t>
            </a:r>
            <a:r>
              <a:rPr lang="ja-JP" altLang="en-US" sz="2400" dirty="0"/>
              <a:t>秒ごとに</a:t>
            </a:r>
            <a:r>
              <a:rPr lang="ja-JP" altLang="en-US" sz="2400" dirty="0">
                <a:solidFill>
                  <a:srgbClr val="00B0F0"/>
                </a:solidFill>
              </a:rPr>
              <a:t>短波長光</a:t>
            </a:r>
            <a:r>
              <a:rPr lang="ja-JP" altLang="en-US" sz="2400" dirty="0"/>
              <a:t>と</a:t>
            </a:r>
            <a:r>
              <a:rPr lang="ja-JP" altLang="en-US" sz="2400" dirty="0">
                <a:solidFill>
                  <a:schemeClr val="accent6">
                    <a:lumMod val="75000"/>
                  </a:schemeClr>
                </a:solidFill>
              </a:rPr>
              <a:t>中波長光</a:t>
            </a:r>
            <a:r>
              <a:rPr lang="ja-JP" altLang="en-US" sz="2400" dirty="0"/>
              <a:t>が</a:t>
            </a:r>
            <a:endParaRPr lang="en-US" altLang="ja-JP" sz="2400" dirty="0"/>
          </a:p>
          <a:p>
            <a:pPr marL="0" indent="0">
              <a:buNone/>
            </a:pPr>
            <a:r>
              <a:rPr lang="ja-JP" altLang="en-US" sz="2400" dirty="0"/>
              <a:t>　</a:t>
            </a:r>
            <a:r>
              <a:rPr lang="ja-JP" altLang="en-US" sz="2400" b="1" dirty="0"/>
              <a:t>切り替わるフリッカー光</a:t>
            </a:r>
            <a:r>
              <a:rPr lang="en-US" altLang="ja-JP" sz="2400" b="1" dirty="0"/>
              <a:t>10</a:t>
            </a:r>
            <a:r>
              <a:rPr lang="ja-JP" altLang="en-US" sz="2400" b="1" dirty="0"/>
              <a:t>秒</a:t>
            </a:r>
            <a:r>
              <a:rPr lang="ja-JP" altLang="en-US" sz="2400" dirty="0"/>
              <a:t>と</a:t>
            </a:r>
            <a:r>
              <a:rPr lang="ja-JP" altLang="en-US" sz="2400" b="1" dirty="0"/>
              <a:t>光照射後</a:t>
            </a:r>
            <a:r>
              <a:rPr lang="en-US" altLang="ja-JP" sz="2400" b="1" dirty="0"/>
              <a:t>18</a:t>
            </a:r>
            <a:r>
              <a:rPr lang="ja-JP" altLang="en-US" sz="2400" b="1" dirty="0"/>
              <a:t>秒間</a:t>
            </a:r>
            <a:r>
              <a:rPr lang="ja-JP" altLang="en-US" sz="2400" dirty="0"/>
              <a:t>を測定する</a:t>
            </a:r>
            <a:endParaRPr lang="en-US" altLang="ja-JP" sz="2400" dirty="0"/>
          </a:p>
          <a:p>
            <a:pPr marL="0" indent="0">
              <a:buNone/>
            </a:pPr>
            <a:r>
              <a:rPr lang="ja-JP" altLang="en-US" sz="2400" dirty="0"/>
              <a:t>④ 瞳孔面積が</a:t>
            </a:r>
            <a:r>
              <a:rPr lang="en-US" altLang="ja-JP" sz="2400" dirty="0"/>
              <a:t>BL(</a:t>
            </a:r>
            <a:r>
              <a:rPr lang="ja-JP" altLang="en-US" sz="2400" dirty="0"/>
              <a:t>ベースライン</a:t>
            </a:r>
            <a:r>
              <a:rPr lang="en-US" altLang="ja-JP" sz="2400" dirty="0"/>
              <a:t>)</a:t>
            </a:r>
            <a:r>
              <a:rPr lang="ja-JP" altLang="en-US" sz="2400" dirty="0"/>
              <a:t>に戻り次第，次の</a:t>
            </a:r>
            <a:r>
              <a:rPr lang="ja-JP" altLang="en-US" sz="2400" dirty="0">
                <a:solidFill>
                  <a:schemeClr val="accent6">
                    <a:lumMod val="75000"/>
                  </a:schemeClr>
                </a:solidFill>
              </a:rPr>
              <a:t>中波長光</a:t>
            </a:r>
            <a:r>
              <a:rPr lang="ja-JP" altLang="en-US" sz="2400" dirty="0"/>
              <a:t>の</a:t>
            </a:r>
            <a:endParaRPr lang="en-US" altLang="ja-JP" sz="2400" dirty="0"/>
          </a:p>
          <a:p>
            <a:pPr marL="0" indent="0">
              <a:buNone/>
            </a:pPr>
            <a:r>
              <a:rPr lang="ja-JP" altLang="en-US" sz="2400" dirty="0"/>
              <a:t>　実験を実施する</a:t>
            </a:r>
            <a:r>
              <a:rPr lang="en-US" altLang="ja-JP" sz="2400" dirty="0"/>
              <a:t>(</a:t>
            </a:r>
            <a:r>
              <a:rPr lang="ja-JP" altLang="en-US" sz="2400" dirty="0"/>
              <a:t>間隔</a:t>
            </a:r>
            <a:r>
              <a:rPr lang="en-US" altLang="ja-JP" sz="2400" dirty="0"/>
              <a:t>3~4</a:t>
            </a:r>
            <a:r>
              <a:rPr lang="ja-JP" altLang="en-US" sz="2400" dirty="0"/>
              <a:t>分程度</a:t>
            </a:r>
            <a:r>
              <a:rPr lang="en-US" altLang="ja-JP" sz="2400" dirty="0"/>
              <a:t>)</a:t>
            </a:r>
          </a:p>
          <a:p>
            <a:pPr marL="0" indent="0">
              <a:buNone/>
            </a:pPr>
            <a:r>
              <a:rPr lang="ja-JP" altLang="en-US" sz="2400" dirty="0"/>
              <a:t>　波長光の規則的な順番による影響を防ぐため，</a:t>
            </a:r>
            <a:r>
              <a:rPr lang="ja-JP" altLang="en-US" sz="2400" dirty="0">
                <a:solidFill>
                  <a:schemeClr val="accent6">
                    <a:lumMod val="75000"/>
                  </a:schemeClr>
                </a:solidFill>
              </a:rPr>
              <a:t>中波長光</a:t>
            </a:r>
            <a:r>
              <a:rPr lang="ja-JP" altLang="en-US" sz="2400" dirty="0"/>
              <a:t>の</a:t>
            </a:r>
            <a:endParaRPr lang="en-US" altLang="ja-JP" sz="2400" dirty="0"/>
          </a:p>
          <a:p>
            <a:pPr marL="0" indent="0">
              <a:buNone/>
            </a:pPr>
            <a:r>
              <a:rPr lang="en-US" altLang="ja-JP" sz="2400" dirty="0"/>
              <a:t>    </a:t>
            </a:r>
            <a:r>
              <a:rPr lang="ja-JP" altLang="en-US" sz="2400" dirty="0"/>
              <a:t>強さの順番はランダムにする．</a:t>
            </a:r>
            <a:endParaRPr lang="en-US" altLang="ja-JP" sz="2400" dirty="0"/>
          </a:p>
          <a:p>
            <a:pPr marL="0" indent="0">
              <a:buNone/>
            </a:pPr>
            <a:endParaRPr lang="en-US" altLang="ja-JP" sz="1600" dirty="0"/>
          </a:p>
          <a:p>
            <a:pPr marL="0" indent="0">
              <a:buNone/>
            </a:pPr>
            <a:endParaRPr lang="ja-JP" altLang="en-US" sz="1600" dirty="0"/>
          </a:p>
          <a:p>
            <a:pPr marL="0" indent="0">
              <a:buNone/>
            </a:pPr>
            <a:endParaRPr lang="en-US" altLang="ja-JP" b="0" i="0" u="none" strike="noStrike" dirty="0">
              <a:solidFill>
                <a:srgbClr val="000000"/>
              </a:solidFill>
              <a:effectLst/>
              <a:latin typeface="Meiryo UI" panose="020B0604030504040204" pitchFamily="34" charset="-128"/>
              <a:ea typeface="Meiryo UI" panose="020B0604030504040204" pitchFamily="34" charset="-128"/>
            </a:endParaRPr>
          </a:p>
        </p:txBody>
      </p:sp>
      <p:grpSp>
        <p:nvGrpSpPr>
          <p:cNvPr id="11" name="グループ化 10">
            <a:extLst>
              <a:ext uri="{FF2B5EF4-FFF2-40B4-BE49-F238E27FC236}">
                <a16:creationId xmlns:a16="http://schemas.microsoft.com/office/drawing/2014/main" id="{0C3B0938-82BB-D408-3A2B-CC240CB1A323}"/>
              </a:ext>
            </a:extLst>
          </p:cNvPr>
          <p:cNvGrpSpPr/>
          <p:nvPr/>
        </p:nvGrpSpPr>
        <p:grpSpPr>
          <a:xfrm>
            <a:off x="9309105" y="3969293"/>
            <a:ext cx="2544941" cy="2448094"/>
            <a:chOff x="9493256" y="2563375"/>
            <a:chExt cx="2544941" cy="2448094"/>
          </a:xfrm>
        </p:grpSpPr>
        <p:pic>
          <p:nvPicPr>
            <p:cNvPr id="1028" name="Picture 4" descr="屋内, テーブル, 座る, 木製 が含まれている画像&#10;&#10;自動的に生成された説明">
              <a:extLst>
                <a:ext uri="{FF2B5EF4-FFF2-40B4-BE49-F238E27FC236}">
                  <a16:creationId xmlns:a16="http://schemas.microsoft.com/office/drawing/2014/main" id="{8B7A97D9-C326-AA80-EEF6-D24F40FAAB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93256" y="2563375"/>
              <a:ext cx="2544941" cy="2050091"/>
            </a:xfrm>
            <a:prstGeom prst="rect">
              <a:avLst/>
            </a:prstGeom>
            <a:noFill/>
            <a:extLst>
              <a:ext uri="{909E8E84-426E-40DD-AFC4-6F175D3DCCD1}">
                <a14:hiddenFill xmlns:a14="http://schemas.microsoft.com/office/drawing/2010/main">
                  <a:solidFill>
                    <a:srgbClr val="FFFFFF"/>
                  </a:solidFill>
                </a14:hiddenFill>
              </a:ext>
            </a:extLst>
          </p:spPr>
        </p:pic>
        <p:sp>
          <p:nvSpPr>
            <p:cNvPr id="10" name="テキスト ボックス 9">
              <a:extLst>
                <a:ext uri="{FF2B5EF4-FFF2-40B4-BE49-F238E27FC236}">
                  <a16:creationId xmlns:a16="http://schemas.microsoft.com/office/drawing/2014/main" id="{93961F81-6B1E-6A57-4D35-0679F8AF9E92}"/>
                </a:ext>
              </a:extLst>
            </p:cNvPr>
            <p:cNvSpPr txBox="1"/>
            <p:nvPr/>
          </p:nvSpPr>
          <p:spPr>
            <a:xfrm>
              <a:off x="10334773" y="4642137"/>
              <a:ext cx="881766" cy="369332"/>
            </a:xfrm>
            <a:prstGeom prst="rect">
              <a:avLst/>
            </a:prstGeom>
            <a:noFill/>
          </p:spPr>
          <p:txBody>
            <a:bodyPr wrap="square" rtlCol="0">
              <a:spAutoFit/>
            </a:bodyPr>
            <a:lstStyle/>
            <a:p>
              <a:r>
                <a:rPr kumimoji="1" lang="ja-JP" altLang="en-US"/>
                <a:t>瞳孔計</a:t>
              </a:r>
            </a:p>
          </p:txBody>
        </p:sp>
      </p:grpSp>
      <p:sp>
        <p:nvSpPr>
          <p:cNvPr id="7" name="スライド番号プレースホルダー 6">
            <a:extLst>
              <a:ext uri="{FF2B5EF4-FFF2-40B4-BE49-F238E27FC236}">
                <a16:creationId xmlns:a16="http://schemas.microsoft.com/office/drawing/2014/main" id="{12C0085F-323F-B423-57F7-055CB8512226}"/>
              </a:ext>
            </a:extLst>
          </p:cNvPr>
          <p:cNvSpPr>
            <a:spLocks noGrp="1"/>
          </p:cNvSpPr>
          <p:nvPr>
            <p:ph type="sldNum" sz="quarter" idx="12"/>
          </p:nvPr>
        </p:nvSpPr>
        <p:spPr/>
        <p:txBody>
          <a:bodyPr/>
          <a:lstStyle/>
          <a:p>
            <a:fld id="{15850237-4F5E-434F-B1A9-6179087F5D60}" type="slidenum">
              <a:rPr kumimoji="1" lang="ja-JP" altLang="en-US" smtClean="0"/>
              <a:t>10</a:t>
            </a:fld>
            <a:endParaRPr kumimoji="1" lang="ja-JP" altLang="en-US"/>
          </a:p>
        </p:txBody>
      </p:sp>
      <p:cxnSp>
        <p:nvCxnSpPr>
          <p:cNvPr id="9" name="直線コネクタ 8">
            <a:extLst>
              <a:ext uri="{FF2B5EF4-FFF2-40B4-BE49-F238E27FC236}">
                <a16:creationId xmlns:a16="http://schemas.microsoft.com/office/drawing/2014/main" id="{15EDCD8D-1FE5-73B0-9F85-0865153CC0DE}"/>
              </a:ext>
            </a:extLst>
          </p:cNvPr>
          <p:cNvCxnSpPr>
            <a:cxnSpLocks/>
          </p:cNvCxnSpPr>
          <p:nvPr/>
        </p:nvCxnSpPr>
        <p:spPr>
          <a:xfrm>
            <a:off x="838200" y="1471073"/>
            <a:ext cx="7431578" cy="0"/>
          </a:xfrm>
          <a:prstGeom prst="line">
            <a:avLst/>
          </a:prstGeom>
          <a:ln w="28575">
            <a:solidFill>
              <a:srgbClr val="FFC000"/>
            </a:solidFill>
          </a:ln>
          <a:effectLst>
            <a:glow rad="101600">
              <a:schemeClr val="accent2">
                <a:satMod val="175000"/>
                <a:alpha val="40000"/>
              </a:schemeClr>
            </a:glow>
          </a:effectLst>
        </p:spPr>
        <p:style>
          <a:lnRef idx="2">
            <a:schemeClr val="accent1"/>
          </a:lnRef>
          <a:fillRef idx="0">
            <a:schemeClr val="accent1"/>
          </a:fillRef>
          <a:effectRef idx="1">
            <a:schemeClr val="accent1"/>
          </a:effectRef>
          <a:fontRef idx="minor">
            <a:schemeClr val="tx1"/>
          </a:fontRef>
        </p:style>
      </p:cxnSp>
      <p:pic>
        <p:nvPicPr>
          <p:cNvPr id="8" name="図 7" descr="屋内, 人, 光, 男 が含まれている画像&#10;&#10;AI 生成コンテンツは誤りを含む可能性があります。">
            <a:extLst>
              <a:ext uri="{FF2B5EF4-FFF2-40B4-BE49-F238E27FC236}">
                <a16:creationId xmlns:a16="http://schemas.microsoft.com/office/drawing/2014/main" id="{B33DF5C8-EA25-3DF3-B07E-74FA3CE527F7}"/>
              </a:ext>
            </a:extLst>
          </p:cNvPr>
          <p:cNvPicPr>
            <a:picLocks noChangeAspect="1"/>
          </p:cNvPicPr>
          <p:nvPr/>
        </p:nvPicPr>
        <p:blipFill>
          <a:blip r:embed="rId4">
            <a:extLst>
              <a:ext uri="{28A0092B-C50C-407E-A947-70E740481C1C}">
                <a14:useLocalDpi xmlns:a14="http://schemas.microsoft.com/office/drawing/2010/main" val="0"/>
              </a:ext>
            </a:extLst>
          </a:blip>
          <a:srcRect r="3424" b="2"/>
          <a:stretch>
            <a:fillRect/>
          </a:stretch>
        </p:blipFill>
        <p:spPr>
          <a:xfrm rot="5400000">
            <a:off x="9156296" y="941489"/>
            <a:ext cx="3037023" cy="2358476"/>
          </a:xfrm>
          <a:prstGeom prst="rect">
            <a:avLst/>
          </a:prstGeom>
          <a:effectLst/>
        </p:spPr>
      </p:pic>
      <p:sp>
        <p:nvSpPr>
          <p:cNvPr id="4" name="テキスト ボックス 3">
            <a:extLst>
              <a:ext uri="{FF2B5EF4-FFF2-40B4-BE49-F238E27FC236}">
                <a16:creationId xmlns:a16="http://schemas.microsoft.com/office/drawing/2014/main" id="{53D27548-3C5A-5824-7FE0-82173929ED3B}"/>
              </a:ext>
            </a:extLst>
          </p:cNvPr>
          <p:cNvSpPr txBox="1"/>
          <p:nvPr/>
        </p:nvSpPr>
        <p:spPr>
          <a:xfrm>
            <a:off x="9982200" y="3616970"/>
            <a:ext cx="1346200" cy="338554"/>
          </a:xfrm>
          <a:prstGeom prst="rect">
            <a:avLst/>
          </a:prstGeom>
          <a:noFill/>
        </p:spPr>
        <p:txBody>
          <a:bodyPr wrap="square" rtlCol="0">
            <a:spAutoFit/>
          </a:bodyPr>
          <a:lstStyle/>
          <a:p>
            <a:pPr algn="ctr"/>
            <a:r>
              <a:rPr lang="ja-JP" altLang="en-US" sz="1600" dirty="0"/>
              <a:t>実験の様子</a:t>
            </a:r>
            <a:endParaRPr kumimoji="1" lang="ja-JP" altLang="en-US" sz="1600" dirty="0"/>
          </a:p>
        </p:txBody>
      </p:sp>
    </p:spTree>
    <p:extLst>
      <p:ext uri="{BB962C8B-B14F-4D97-AF65-F5344CB8AC3E}">
        <p14:creationId xmlns:p14="http://schemas.microsoft.com/office/powerpoint/2010/main" val="2878624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6671FD-61A4-D32D-9A8E-CFF9FE0B0ECD}"/>
              </a:ext>
            </a:extLst>
          </p:cNvPr>
          <p:cNvSpPr>
            <a:spLocks noGrp="1"/>
          </p:cNvSpPr>
          <p:nvPr>
            <p:ph type="title"/>
          </p:nvPr>
        </p:nvSpPr>
        <p:spPr>
          <a:xfrm>
            <a:off x="838200" y="410368"/>
            <a:ext cx="10515600" cy="1325563"/>
          </a:xfrm>
        </p:spPr>
        <p:txBody>
          <a:bodyPr/>
          <a:lstStyle/>
          <a:p>
            <a:r>
              <a:rPr kumimoji="1" lang="ja-JP" altLang="en-US" b="1">
                <a:solidFill>
                  <a:schemeClr val="bg1">
                    <a:lumMod val="65000"/>
                  </a:schemeClr>
                </a:solidFill>
              </a:rPr>
              <a:t>解析方法</a:t>
            </a:r>
          </a:p>
        </p:txBody>
      </p:sp>
      <p:sp>
        <p:nvSpPr>
          <p:cNvPr id="3" name="コンテンツ プレースホルダー 2">
            <a:extLst>
              <a:ext uri="{FF2B5EF4-FFF2-40B4-BE49-F238E27FC236}">
                <a16:creationId xmlns:a16="http://schemas.microsoft.com/office/drawing/2014/main" id="{AAA3C2D4-7622-B584-A1BA-CDDADD7FCEFE}"/>
              </a:ext>
            </a:extLst>
          </p:cNvPr>
          <p:cNvSpPr>
            <a:spLocks noGrp="1"/>
          </p:cNvSpPr>
          <p:nvPr>
            <p:ph idx="1"/>
          </p:nvPr>
        </p:nvSpPr>
        <p:spPr/>
        <p:txBody>
          <a:bodyPr>
            <a:normAutofit/>
          </a:bodyPr>
          <a:lstStyle/>
          <a:p>
            <a:pPr marL="0" indent="0">
              <a:buNone/>
            </a:pPr>
            <a:r>
              <a:rPr kumimoji="1" lang="en-US" altLang="ja-JP" sz="2400" dirty="0"/>
              <a:t>① </a:t>
            </a:r>
            <a:r>
              <a:rPr kumimoji="1" lang="ja-JP" altLang="en-US" sz="2400" dirty="0"/>
              <a:t>測定したデータを</a:t>
            </a:r>
            <a:r>
              <a:rPr kumimoji="1" lang="en" altLang="ja-JP" sz="2400" dirty="0"/>
              <a:t>Excel</a:t>
            </a:r>
            <a:r>
              <a:rPr kumimoji="1" lang="ja-JP" altLang="en-US" sz="2400" dirty="0"/>
              <a:t>でグラフ作成​</a:t>
            </a:r>
          </a:p>
          <a:p>
            <a:pPr marL="0" indent="0">
              <a:buNone/>
            </a:pPr>
            <a:r>
              <a:rPr kumimoji="1" lang="ja-JP" altLang="en-US" sz="2400" dirty="0"/>
              <a:t>　 </a:t>
            </a:r>
            <a:r>
              <a:rPr kumimoji="1" lang="en" altLang="ja-JP" sz="2400" dirty="0"/>
              <a:t>BL</a:t>
            </a:r>
            <a:r>
              <a:rPr kumimoji="1" lang="ja-JP" altLang="en-US" sz="2400" dirty="0"/>
              <a:t>（ベースライン）とフリッカー光照射中と照射後</a:t>
            </a:r>
            <a:r>
              <a:rPr kumimoji="1" lang="en-US" altLang="ja-JP" sz="2400" dirty="0"/>
              <a:t>18</a:t>
            </a:r>
            <a:r>
              <a:rPr kumimoji="1" lang="ja-JP" altLang="en-US" sz="2400" dirty="0"/>
              <a:t>秒間の時間をグラフ化した​</a:t>
            </a:r>
          </a:p>
          <a:p>
            <a:pPr marL="0" indent="0">
              <a:buNone/>
            </a:pPr>
            <a:r>
              <a:rPr kumimoji="1" lang="ja-JP" altLang="en-US" sz="2400" dirty="0"/>
              <a:t>​</a:t>
            </a:r>
          </a:p>
          <a:p>
            <a:pPr marL="0" indent="0">
              <a:buNone/>
            </a:pPr>
            <a:r>
              <a:rPr kumimoji="1" lang="en-US" altLang="ja-JP" sz="2400" dirty="0"/>
              <a:t>② </a:t>
            </a:r>
            <a:r>
              <a:rPr kumimoji="1" lang="ja-JP" altLang="en-US" sz="2400" dirty="0"/>
              <a:t>瞬き除去</a:t>
            </a:r>
            <a:r>
              <a:rPr kumimoji="1" lang="en-US" altLang="ja-JP" sz="2400" dirty="0"/>
              <a:t>(</a:t>
            </a:r>
            <a:r>
              <a:rPr kumimoji="1" lang="ja-JP" altLang="en-US" sz="2400" dirty="0"/>
              <a:t>前後の時間の瞳孔面積を平均化</a:t>
            </a:r>
            <a:r>
              <a:rPr kumimoji="1" lang="en-US" altLang="ja-JP" sz="2400" dirty="0"/>
              <a:t>)​</a:t>
            </a:r>
          </a:p>
          <a:p>
            <a:pPr marL="0" indent="0">
              <a:buNone/>
            </a:pPr>
            <a:r>
              <a:rPr kumimoji="1" lang="en-US" altLang="ja-JP" sz="2400" dirty="0"/>
              <a:t>​</a:t>
            </a:r>
          </a:p>
          <a:p>
            <a:pPr marL="0" indent="0">
              <a:buNone/>
            </a:pPr>
            <a:r>
              <a:rPr kumimoji="1" lang="en-US" altLang="ja-JP" sz="2400" dirty="0"/>
              <a:t>③ </a:t>
            </a:r>
            <a:r>
              <a:rPr kumimoji="1" lang="ja-JP" altLang="en-US" sz="2400" dirty="0"/>
              <a:t>グラフから</a:t>
            </a:r>
            <a:r>
              <a:rPr lang="ja-JP" altLang="en-US" sz="2400" dirty="0"/>
              <a:t>縮瞳率</a:t>
            </a:r>
            <a:r>
              <a:rPr kumimoji="1" lang="ja-JP" altLang="en-US" sz="2400" dirty="0"/>
              <a:t>を求めた​</a:t>
            </a:r>
          </a:p>
          <a:p>
            <a:pPr marL="0" indent="0">
              <a:buNone/>
            </a:pPr>
            <a:r>
              <a:rPr kumimoji="1" lang="ja-JP" altLang="en-US" sz="2400" dirty="0"/>
              <a:t>​</a:t>
            </a:r>
          </a:p>
          <a:p>
            <a:pPr marL="0" indent="0">
              <a:buNone/>
            </a:pPr>
            <a:r>
              <a:rPr kumimoji="1" lang="en-US" altLang="ja-JP" sz="2400" dirty="0"/>
              <a:t>④ </a:t>
            </a:r>
            <a:r>
              <a:rPr kumimoji="1" lang="ja-JP" altLang="en-US" sz="2400" dirty="0"/>
              <a:t>縮瞳率データを</a:t>
            </a:r>
            <a:r>
              <a:rPr kumimoji="1" lang="en" altLang="ja-JP" sz="2400" dirty="0"/>
              <a:t>SPSS(</a:t>
            </a:r>
            <a:r>
              <a:rPr kumimoji="1" lang="ja-JP" altLang="en-US" sz="2400" dirty="0"/>
              <a:t>解析ソフトウェア</a:t>
            </a:r>
            <a:r>
              <a:rPr kumimoji="1" lang="en-US" altLang="ja-JP" sz="2400" dirty="0"/>
              <a:t>)</a:t>
            </a:r>
            <a:r>
              <a:rPr kumimoji="1" lang="ja-JP" altLang="en-US" sz="2400" dirty="0"/>
              <a:t>で二元配置分散分析した​</a:t>
            </a:r>
          </a:p>
          <a:p>
            <a:pPr marL="0" indent="0">
              <a:buNone/>
            </a:pPr>
            <a:endParaRPr kumimoji="1" lang="ja-JP" altLang="en-US" sz="2400" dirty="0"/>
          </a:p>
        </p:txBody>
      </p:sp>
      <p:sp>
        <p:nvSpPr>
          <p:cNvPr id="4" name="スライド番号プレースホルダー 3">
            <a:extLst>
              <a:ext uri="{FF2B5EF4-FFF2-40B4-BE49-F238E27FC236}">
                <a16:creationId xmlns:a16="http://schemas.microsoft.com/office/drawing/2014/main" id="{6D600AE4-0925-8D7E-1455-E447F7346187}"/>
              </a:ext>
            </a:extLst>
          </p:cNvPr>
          <p:cNvSpPr>
            <a:spLocks noGrp="1"/>
          </p:cNvSpPr>
          <p:nvPr>
            <p:ph type="sldNum" sz="quarter" idx="12"/>
          </p:nvPr>
        </p:nvSpPr>
        <p:spPr/>
        <p:txBody>
          <a:bodyPr/>
          <a:lstStyle/>
          <a:p>
            <a:fld id="{15850237-4F5E-434F-B1A9-6179087F5D60}" type="slidenum">
              <a:rPr kumimoji="1" lang="ja-JP" altLang="en-US" smtClean="0"/>
              <a:t>11</a:t>
            </a:fld>
            <a:endParaRPr kumimoji="1" lang="ja-JP" altLang="en-US"/>
          </a:p>
        </p:txBody>
      </p:sp>
      <p:cxnSp>
        <p:nvCxnSpPr>
          <p:cNvPr id="6" name="直線コネクタ 5">
            <a:extLst>
              <a:ext uri="{FF2B5EF4-FFF2-40B4-BE49-F238E27FC236}">
                <a16:creationId xmlns:a16="http://schemas.microsoft.com/office/drawing/2014/main" id="{5F948805-D010-19FD-7FD0-BE0E3B6A0832}"/>
              </a:ext>
            </a:extLst>
          </p:cNvPr>
          <p:cNvCxnSpPr>
            <a:cxnSpLocks/>
          </p:cNvCxnSpPr>
          <p:nvPr/>
        </p:nvCxnSpPr>
        <p:spPr>
          <a:xfrm>
            <a:off x="838200" y="1381663"/>
            <a:ext cx="7431578" cy="0"/>
          </a:xfrm>
          <a:prstGeom prst="line">
            <a:avLst/>
          </a:prstGeom>
          <a:ln w="28575">
            <a:solidFill>
              <a:schemeClr val="accent1">
                <a:lumMod val="40000"/>
                <a:lumOff val="60000"/>
              </a:schemeClr>
            </a:solidFill>
          </a:ln>
          <a:effectLst>
            <a:glow rad="101600">
              <a:schemeClr val="accent1">
                <a:satMod val="175000"/>
                <a:alpha val="40000"/>
              </a:schemeClr>
            </a:glo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28615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A3A6AB-832B-CE7E-F2BE-FDDB9C44B5AC}"/>
              </a:ext>
            </a:extLst>
          </p:cNvPr>
          <p:cNvSpPr>
            <a:spLocks noGrp="1"/>
          </p:cNvSpPr>
          <p:nvPr>
            <p:ph type="title"/>
          </p:nvPr>
        </p:nvSpPr>
        <p:spPr>
          <a:xfrm>
            <a:off x="4037027" y="2642633"/>
            <a:ext cx="4117946" cy="1572733"/>
          </a:xfrm>
        </p:spPr>
        <p:txBody>
          <a:bodyPr>
            <a:normAutofit/>
          </a:bodyPr>
          <a:lstStyle/>
          <a:p>
            <a:pPr algn="ctr"/>
            <a:r>
              <a:rPr kumimoji="1" lang="ja-JP" altLang="en-US" sz="5400" dirty="0"/>
              <a:t>実験１結果</a:t>
            </a:r>
          </a:p>
        </p:txBody>
      </p:sp>
      <p:sp>
        <p:nvSpPr>
          <p:cNvPr id="3" name="スライド番号プレースホルダー 2">
            <a:extLst>
              <a:ext uri="{FF2B5EF4-FFF2-40B4-BE49-F238E27FC236}">
                <a16:creationId xmlns:a16="http://schemas.microsoft.com/office/drawing/2014/main" id="{A830BAB0-D480-BC0F-4CF7-9A62C4C2CB40}"/>
              </a:ext>
            </a:extLst>
          </p:cNvPr>
          <p:cNvSpPr>
            <a:spLocks noGrp="1"/>
          </p:cNvSpPr>
          <p:nvPr>
            <p:ph type="sldNum" sz="quarter" idx="12"/>
          </p:nvPr>
        </p:nvSpPr>
        <p:spPr/>
        <p:txBody>
          <a:bodyPr/>
          <a:lstStyle/>
          <a:p>
            <a:fld id="{15850237-4F5E-434F-B1A9-6179087F5D60}" type="slidenum">
              <a:rPr kumimoji="1" lang="ja-JP" altLang="en-US" smtClean="0"/>
              <a:t>12</a:t>
            </a:fld>
            <a:endParaRPr kumimoji="1" lang="ja-JP" altLang="en-US"/>
          </a:p>
        </p:txBody>
      </p:sp>
    </p:spTree>
    <p:extLst>
      <p:ext uri="{BB962C8B-B14F-4D97-AF65-F5344CB8AC3E}">
        <p14:creationId xmlns:p14="http://schemas.microsoft.com/office/powerpoint/2010/main" val="3415278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EFDEE58B-5AA2-C385-1BCF-C8BBD7EFE01E}"/>
              </a:ext>
            </a:extLst>
          </p:cNvPr>
          <p:cNvSpPr>
            <a:spLocks noGrp="1"/>
          </p:cNvSpPr>
          <p:nvPr>
            <p:ph type="sldNum" sz="quarter" idx="12"/>
          </p:nvPr>
        </p:nvSpPr>
        <p:spPr/>
        <p:txBody>
          <a:bodyPr/>
          <a:lstStyle/>
          <a:p>
            <a:fld id="{15850237-4F5E-434F-B1A9-6179087F5D60}" type="slidenum">
              <a:rPr kumimoji="1" lang="ja-JP" altLang="en-US" smtClean="0"/>
              <a:t>13</a:t>
            </a:fld>
            <a:endParaRPr kumimoji="1" lang="ja-JP" altLang="en-US"/>
          </a:p>
        </p:txBody>
      </p:sp>
      <p:graphicFrame>
        <p:nvGraphicFramePr>
          <p:cNvPr id="3" name="グラフ 2">
            <a:extLst>
              <a:ext uri="{FF2B5EF4-FFF2-40B4-BE49-F238E27FC236}">
                <a16:creationId xmlns:a16="http://schemas.microsoft.com/office/drawing/2014/main" id="{64E6159F-E6A6-4F6C-A5AC-8504768DFA99}"/>
              </a:ext>
            </a:extLst>
          </p:cNvPr>
          <p:cNvGraphicFramePr/>
          <p:nvPr>
            <p:extLst>
              <p:ext uri="{D42A27DB-BD31-4B8C-83A1-F6EECF244321}">
                <p14:modId xmlns:p14="http://schemas.microsoft.com/office/powerpoint/2010/main" val="1245841733"/>
              </p:ext>
            </p:extLst>
          </p:nvPr>
        </p:nvGraphicFramePr>
        <p:xfrm>
          <a:off x="696000" y="136525"/>
          <a:ext cx="11196000" cy="2304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グラフ 3">
            <a:extLst>
              <a:ext uri="{FF2B5EF4-FFF2-40B4-BE49-F238E27FC236}">
                <a16:creationId xmlns:a16="http://schemas.microsoft.com/office/drawing/2014/main" id="{0912F555-909E-4A53-ABC7-6E4254B09A72}"/>
              </a:ext>
            </a:extLst>
          </p:cNvPr>
          <p:cNvGraphicFramePr/>
          <p:nvPr>
            <p:extLst>
              <p:ext uri="{D42A27DB-BD31-4B8C-83A1-F6EECF244321}">
                <p14:modId xmlns:p14="http://schemas.microsoft.com/office/powerpoint/2010/main" val="1617708988"/>
              </p:ext>
            </p:extLst>
          </p:nvPr>
        </p:nvGraphicFramePr>
        <p:xfrm>
          <a:off x="696000" y="2304006"/>
          <a:ext cx="11196000" cy="2304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グラフ 5">
            <a:extLst>
              <a:ext uri="{FF2B5EF4-FFF2-40B4-BE49-F238E27FC236}">
                <a16:creationId xmlns:a16="http://schemas.microsoft.com/office/drawing/2014/main" id="{3B6DFE03-DA3D-4931-A2D2-69558DBAB9BF}"/>
              </a:ext>
            </a:extLst>
          </p:cNvPr>
          <p:cNvGraphicFramePr/>
          <p:nvPr>
            <p:extLst>
              <p:ext uri="{D42A27DB-BD31-4B8C-83A1-F6EECF244321}">
                <p14:modId xmlns:p14="http://schemas.microsoft.com/office/powerpoint/2010/main" val="2189434260"/>
              </p:ext>
            </p:extLst>
          </p:nvPr>
        </p:nvGraphicFramePr>
        <p:xfrm>
          <a:off x="696000" y="4431711"/>
          <a:ext cx="11196000" cy="23040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245798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線矢印コネクタ 6">
            <a:extLst>
              <a:ext uri="{FF2B5EF4-FFF2-40B4-BE49-F238E27FC236}">
                <a16:creationId xmlns:a16="http://schemas.microsoft.com/office/drawing/2014/main" id="{99351857-6476-1F4C-16BC-CA5710C8F33B}"/>
              </a:ext>
            </a:extLst>
          </p:cNvPr>
          <p:cNvCxnSpPr>
            <a:cxnSpLocks/>
          </p:cNvCxnSpPr>
          <p:nvPr/>
        </p:nvCxnSpPr>
        <p:spPr>
          <a:xfrm>
            <a:off x="2566355" y="1238434"/>
            <a:ext cx="0" cy="524744"/>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 name="テキスト ボックス 8">
            <a:extLst>
              <a:ext uri="{FF2B5EF4-FFF2-40B4-BE49-F238E27FC236}">
                <a16:creationId xmlns:a16="http://schemas.microsoft.com/office/drawing/2014/main" id="{6A797C8B-A90F-7DA8-F4A8-72DBDE85E29B}"/>
              </a:ext>
            </a:extLst>
          </p:cNvPr>
          <p:cNvSpPr txBox="1"/>
          <p:nvPr/>
        </p:nvSpPr>
        <p:spPr>
          <a:xfrm>
            <a:off x="1801260" y="633589"/>
            <a:ext cx="2956560" cy="646331"/>
          </a:xfrm>
          <a:prstGeom prst="rect">
            <a:avLst/>
          </a:prstGeom>
          <a:noFill/>
        </p:spPr>
        <p:txBody>
          <a:bodyPr wrap="square" rtlCol="0">
            <a:spAutoFit/>
          </a:bodyPr>
          <a:lstStyle/>
          <a:p>
            <a:r>
              <a:rPr kumimoji="1" lang="en-US" altLang="ja-JP" dirty="0"/>
              <a:t>BL(</a:t>
            </a:r>
            <a:r>
              <a:rPr kumimoji="1" lang="ja-JP" altLang="en-US" dirty="0"/>
              <a:t>ベースライン</a:t>
            </a:r>
            <a:r>
              <a:rPr kumimoji="1" lang="en-US" altLang="ja-JP" dirty="0"/>
              <a:t>)</a:t>
            </a:r>
          </a:p>
          <a:p>
            <a:r>
              <a:rPr lang="ja-JP" altLang="en-US" dirty="0"/>
              <a:t>照射開始</a:t>
            </a:r>
            <a:endParaRPr kumimoji="1" lang="ja-JP" altLang="en-US" dirty="0"/>
          </a:p>
        </p:txBody>
      </p:sp>
      <p:graphicFrame>
        <p:nvGraphicFramePr>
          <p:cNvPr id="28" name="グラフ 27">
            <a:extLst>
              <a:ext uri="{FF2B5EF4-FFF2-40B4-BE49-F238E27FC236}">
                <a16:creationId xmlns:a16="http://schemas.microsoft.com/office/drawing/2014/main" id="{A4472649-7441-B3FA-86B4-ACBE5F35B95A}"/>
              </a:ext>
            </a:extLst>
          </p:cNvPr>
          <p:cNvGraphicFramePr>
            <a:graphicFrameLocks/>
          </p:cNvGraphicFramePr>
          <p:nvPr/>
        </p:nvGraphicFramePr>
        <p:xfrm>
          <a:off x="1097575" y="1370458"/>
          <a:ext cx="10017143"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32" name="テキスト ボックス 31">
            <a:extLst>
              <a:ext uri="{FF2B5EF4-FFF2-40B4-BE49-F238E27FC236}">
                <a16:creationId xmlns:a16="http://schemas.microsoft.com/office/drawing/2014/main" id="{85B63167-224E-722D-4AE9-3375C5F25553}"/>
              </a:ext>
            </a:extLst>
          </p:cNvPr>
          <p:cNvSpPr txBox="1"/>
          <p:nvPr/>
        </p:nvSpPr>
        <p:spPr>
          <a:xfrm>
            <a:off x="4934970" y="498849"/>
            <a:ext cx="461665" cy="1148156"/>
          </a:xfrm>
          <a:prstGeom prst="rect">
            <a:avLst/>
          </a:prstGeom>
          <a:noFill/>
        </p:spPr>
        <p:txBody>
          <a:bodyPr vert="eaVert" wrap="square" rtlCol="0">
            <a:spAutoFit/>
          </a:bodyPr>
          <a:lstStyle/>
          <a:p>
            <a:r>
              <a:rPr kumimoji="1" lang="ja-JP" altLang="en-US" dirty="0"/>
              <a:t>照射終了</a:t>
            </a:r>
          </a:p>
        </p:txBody>
      </p:sp>
      <p:sp>
        <p:nvSpPr>
          <p:cNvPr id="33" name="テキスト ボックス 32">
            <a:extLst>
              <a:ext uri="{FF2B5EF4-FFF2-40B4-BE49-F238E27FC236}">
                <a16:creationId xmlns:a16="http://schemas.microsoft.com/office/drawing/2014/main" id="{52947724-50A0-5F3D-8B91-4B90F21F6DD8}"/>
              </a:ext>
            </a:extLst>
          </p:cNvPr>
          <p:cNvSpPr txBox="1"/>
          <p:nvPr/>
        </p:nvSpPr>
        <p:spPr>
          <a:xfrm>
            <a:off x="5644482" y="554595"/>
            <a:ext cx="461665" cy="1148156"/>
          </a:xfrm>
          <a:prstGeom prst="rect">
            <a:avLst/>
          </a:prstGeom>
          <a:noFill/>
        </p:spPr>
        <p:txBody>
          <a:bodyPr vert="eaVert" wrap="square" rtlCol="0">
            <a:spAutoFit/>
          </a:bodyPr>
          <a:lstStyle/>
          <a:p>
            <a:r>
              <a:rPr lang="ja-JP" altLang="en-US" dirty="0"/>
              <a:t>３秒後</a:t>
            </a:r>
            <a:endParaRPr kumimoji="1" lang="ja-JP" altLang="en-US" dirty="0"/>
          </a:p>
        </p:txBody>
      </p:sp>
      <p:sp>
        <p:nvSpPr>
          <p:cNvPr id="34" name="テキスト ボックス 33">
            <a:extLst>
              <a:ext uri="{FF2B5EF4-FFF2-40B4-BE49-F238E27FC236}">
                <a16:creationId xmlns:a16="http://schemas.microsoft.com/office/drawing/2014/main" id="{E1D0857A-05C6-86A5-ED87-FF4B968E84E2}"/>
              </a:ext>
            </a:extLst>
          </p:cNvPr>
          <p:cNvSpPr txBox="1"/>
          <p:nvPr/>
        </p:nvSpPr>
        <p:spPr>
          <a:xfrm>
            <a:off x="6485914" y="554595"/>
            <a:ext cx="461665" cy="1148156"/>
          </a:xfrm>
          <a:prstGeom prst="rect">
            <a:avLst/>
          </a:prstGeom>
          <a:noFill/>
        </p:spPr>
        <p:txBody>
          <a:bodyPr vert="eaVert" wrap="square" rtlCol="0">
            <a:spAutoFit/>
          </a:bodyPr>
          <a:lstStyle/>
          <a:p>
            <a:r>
              <a:rPr lang="ja-JP" altLang="en-US" dirty="0"/>
              <a:t>６秒後</a:t>
            </a:r>
            <a:endParaRPr kumimoji="1" lang="ja-JP" altLang="en-US" dirty="0"/>
          </a:p>
        </p:txBody>
      </p:sp>
      <p:sp>
        <p:nvSpPr>
          <p:cNvPr id="35" name="テキスト ボックス 34">
            <a:extLst>
              <a:ext uri="{FF2B5EF4-FFF2-40B4-BE49-F238E27FC236}">
                <a16:creationId xmlns:a16="http://schemas.microsoft.com/office/drawing/2014/main" id="{55B0E852-233B-14AA-A51A-04776601031C}"/>
              </a:ext>
            </a:extLst>
          </p:cNvPr>
          <p:cNvSpPr txBox="1"/>
          <p:nvPr/>
        </p:nvSpPr>
        <p:spPr>
          <a:xfrm>
            <a:off x="7257031" y="554595"/>
            <a:ext cx="461665" cy="1148156"/>
          </a:xfrm>
          <a:prstGeom prst="rect">
            <a:avLst/>
          </a:prstGeom>
          <a:noFill/>
        </p:spPr>
        <p:txBody>
          <a:bodyPr vert="eaVert" wrap="square" rtlCol="0">
            <a:spAutoFit/>
          </a:bodyPr>
          <a:lstStyle/>
          <a:p>
            <a:r>
              <a:rPr lang="ja-JP" altLang="en-US" dirty="0"/>
              <a:t>９</a:t>
            </a:r>
            <a:r>
              <a:rPr lang="ja-JP" altLang="en-US"/>
              <a:t>秒後</a:t>
            </a:r>
            <a:endParaRPr kumimoji="1" lang="ja-JP" altLang="en-US" dirty="0"/>
          </a:p>
        </p:txBody>
      </p:sp>
      <p:sp>
        <p:nvSpPr>
          <p:cNvPr id="36" name="テキスト ボックス 35">
            <a:extLst>
              <a:ext uri="{FF2B5EF4-FFF2-40B4-BE49-F238E27FC236}">
                <a16:creationId xmlns:a16="http://schemas.microsoft.com/office/drawing/2014/main" id="{53DA541C-E4A4-403C-E8D3-20253326F953}"/>
              </a:ext>
            </a:extLst>
          </p:cNvPr>
          <p:cNvSpPr txBox="1"/>
          <p:nvPr/>
        </p:nvSpPr>
        <p:spPr>
          <a:xfrm>
            <a:off x="8028148" y="389591"/>
            <a:ext cx="461665" cy="1148156"/>
          </a:xfrm>
          <a:prstGeom prst="rect">
            <a:avLst/>
          </a:prstGeom>
          <a:noFill/>
        </p:spPr>
        <p:txBody>
          <a:bodyPr vert="eaVert" wrap="square" rtlCol="0">
            <a:spAutoFit/>
          </a:bodyPr>
          <a:lstStyle/>
          <a:p>
            <a:r>
              <a:rPr lang="ja-JP" altLang="en-US" dirty="0"/>
              <a:t>１２秒後</a:t>
            </a:r>
            <a:endParaRPr kumimoji="1" lang="ja-JP" altLang="en-US" dirty="0"/>
          </a:p>
        </p:txBody>
      </p:sp>
      <p:sp>
        <p:nvSpPr>
          <p:cNvPr id="38" name="テキスト ボックス 37">
            <a:extLst>
              <a:ext uri="{FF2B5EF4-FFF2-40B4-BE49-F238E27FC236}">
                <a16:creationId xmlns:a16="http://schemas.microsoft.com/office/drawing/2014/main" id="{1DA52698-EEB4-B00F-9B0F-298E89927FF3}"/>
              </a:ext>
            </a:extLst>
          </p:cNvPr>
          <p:cNvSpPr txBox="1"/>
          <p:nvPr/>
        </p:nvSpPr>
        <p:spPr>
          <a:xfrm>
            <a:off x="8816542" y="382676"/>
            <a:ext cx="461665" cy="1148156"/>
          </a:xfrm>
          <a:prstGeom prst="rect">
            <a:avLst/>
          </a:prstGeom>
          <a:noFill/>
        </p:spPr>
        <p:txBody>
          <a:bodyPr vert="eaVert" wrap="square" rtlCol="0">
            <a:spAutoFit/>
          </a:bodyPr>
          <a:lstStyle/>
          <a:p>
            <a:r>
              <a:rPr lang="ja-JP" altLang="en-US"/>
              <a:t>１５秒後</a:t>
            </a:r>
            <a:endParaRPr kumimoji="1" lang="ja-JP" altLang="en-US" dirty="0"/>
          </a:p>
        </p:txBody>
      </p:sp>
      <p:sp>
        <p:nvSpPr>
          <p:cNvPr id="39" name="テキスト ボックス 38">
            <a:extLst>
              <a:ext uri="{FF2B5EF4-FFF2-40B4-BE49-F238E27FC236}">
                <a16:creationId xmlns:a16="http://schemas.microsoft.com/office/drawing/2014/main" id="{92F05F15-A64E-CA53-9615-1AF2689EB029}"/>
              </a:ext>
            </a:extLst>
          </p:cNvPr>
          <p:cNvSpPr txBox="1"/>
          <p:nvPr/>
        </p:nvSpPr>
        <p:spPr>
          <a:xfrm>
            <a:off x="9604936" y="352650"/>
            <a:ext cx="461665" cy="1148156"/>
          </a:xfrm>
          <a:prstGeom prst="rect">
            <a:avLst/>
          </a:prstGeom>
          <a:noFill/>
        </p:spPr>
        <p:txBody>
          <a:bodyPr vert="eaVert" wrap="square" rtlCol="0">
            <a:spAutoFit/>
          </a:bodyPr>
          <a:lstStyle/>
          <a:p>
            <a:r>
              <a:rPr lang="ja-JP" altLang="en-US"/>
              <a:t>１８秒後</a:t>
            </a:r>
            <a:endParaRPr kumimoji="1" lang="ja-JP" altLang="en-US" dirty="0"/>
          </a:p>
        </p:txBody>
      </p:sp>
      <p:sp>
        <p:nvSpPr>
          <p:cNvPr id="41" name="スライド番号プレースホルダー 40">
            <a:extLst>
              <a:ext uri="{FF2B5EF4-FFF2-40B4-BE49-F238E27FC236}">
                <a16:creationId xmlns:a16="http://schemas.microsoft.com/office/drawing/2014/main" id="{1A52BA11-4696-B26A-9D0C-17F45C7C65F6}"/>
              </a:ext>
            </a:extLst>
          </p:cNvPr>
          <p:cNvSpPr>
            <a:spLocks noGrp="1"/>
          </p:cNvSpPr>
          <p:nvPr>
            <p:ph type="sldNum" sz="quarter" idx="12"/>
          </p:nvPr>
        </p:nvSpPr>
        <p:spPr/>
        <p:txBody>
          <a:bodyPr/>
          <a:lstStyle/>
          <a:p>
            <a:fld id="{9B67CCD3-D6D5-4091-819E-1CDEA7D0B598}" type="slidenum">
              <a:rPr kumimoji="1" lang="ja-JP" altLang="en-US" smtClean="0"/>
              <a:t>14</a:t>
            </a:fld>
            <a:endParaRPr kumimoji="1" lang="ja-JP" altLang="en-US"/>
          </a:p>
        </p:txBody>
      </p:sp>
      <p:cxnSp>
        <p:nvCxnSpPr>
          <p:cNvPr id="45" name="直線コネクタ 44">
            <a:extLst>
              <a:ext uri="{FF2B5EF4-FFF2-40B4-BE49-F238E27FC236}">
                <a16:creationId xmlns:a16="http://schemas.microsoft.com/office/drawing/2014/main" id="{BBD0ACFC-C818-1467-6FCC-D523C6CB1EF6}"/>
              </a:ext>
            </a:extLst>
          </p:cNvPr>
          <p:cNvCxnSpPr/>
          <p:nvPr/>
        </p:nvCxnSpPr>
        <p:spPr>
          <a:xfrm>
            <a:off x="2566355" y="1763178"/>
            <a:ext cx="8424200" cy="0"/>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0" name="直線コネクタ 49">
            <a:extLst>
              <a:ext uri="{FF2B5EF4-FFF2-40B4-BE49-F238E27FC236}">
                <a16:creationId xmlns:a16="http://schemas.microsoft.com/office/drawing/2014/main" id="{81E9D427-5EB0-224D-A46A-1707FF637555}"/>
              </a:ext>
            </a:extLst>
          </p:cNvPr>
          <p:cNvCxnSpPr>
            <a:cxnSpLocks/>
          </p:cNvCxnSpPr>
          <p:nvPr/>
        </p:nvCxnSpPr>
        <p:spPr>
          <a:xfrm flipV="1">
            <a:off x="5166804" y="1763178"/>
            <a:ext cx="0" cy="1885544"/>
          </a:xfrm>
          <a:prstGeom prst="line">
            <a:avLst/>
          </a:prstGeom>
          <a:ln w="19050" cap="flat" cmpd="sng" algn="ctr">
            <a:solidFill>
              <a:schemeClr val="accent5"/>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graphicFrame>
        <p:nvGraphicFramePr>
          <p:cNvPr id="2" name="グラフ 1">
            <a:extLst>
              <a:ext uri="{FF2B5EF4-FFF2-40B4-BE49-F238E27FC236}">
                <a16:creationId xmlns:a16="http://schemas.microsoft.com/office/drawing/2014/main" id="{941B354A-576E-E861-1681-D27DBD0E510A}"/>
              </a:ext>
            </a:extLst>
          </p:cNvPr>
          <p:cNvGraphicFramePr/>
          <p:nvPr>
            <p:extLst>
              <p:ext uri="{D42A27DB-BD31-4B8C-83A1-F6EECF244321}">
                <p14:modId xmlns:p14="http://schemas.microsoft.com/office/powerpoint/2010/main" val="2443651590"/>
              </p:ext>
            </p:extLst>
          </p:nvPr>
        </p:nvGraphicFramePr>
        <p:xfrm>
          <a:off x="1097575" y="4174085"/>
          <a:ext cx="10017143" cy="2301239"/>
        </p:xfrm>
        <a:graphic>
          <a:graphicData uri="http://schemas.openxmlformats.org/drawingml/2006/chart">
            <c:chart xmlns:c="http://schemas.openxmlformats.org/drawingml/2006/chart" xmlns:r="http://schemas.openxmlformats.org/officeDocument/2006/relationships" r:id="rId4"/>
          </a:graphicData>
        </a:graphic>
      </p:graphicFrame>
      <p:cxnSp>
        <p:nvCxnSpPr>
          <p:cNvPr id="3" name="直線コネクタ 2">
            <a:extLst>
              <a:ext uri="{FF2B5EF4-FFF2-40B4-BE49-F238E27FC236}">
                <a16:creationId xmlns:a16="http://schemas.microsoft.com/office/drawing/2014/main" id="{65D652E0-B120-3B2D-6E96-5936822F8318}"/>
              </a:ext>
            </a:extLst>
          </p:cNvPr>
          <p:cNvCxnSpPr>
            <a:cxnSpLocks/>
          </p:cNvCxnSpPr>
          <p:nvPr/>
        </p:nvCxnSpPr>
        <p:spPr>
          <a:xfrm>
            <a:off x="1533655" y="1370458"/>
            <a:ext cx="0" cy="225906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161B334F-F2DB-0FFB-01DF-9C23DAAF67EF}"/>
              </a:ext>
            </a:extLst>
          </p:cNvPr>
          <p:cNvCxnSpPr>
            <a:cxnSpLocks/>
          </p:cNvCxnSpPr>
          <p:nvPr/>
        </p:nvCxnSpPr>
        <p:spPr>
          <a:xfrm>
            <a:off x="1457938" y="4536440"/>
            <a:ext cx="0" cy="110948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B0A22379-EE52-7C9B-DCF9-5604CED06C42}"/>
              </a:ext>
            </a:extLst>
          </p:cNvPr>
          <p:cNvSpPr txBox="1"/>
          <p:nvPr/>
        </p:nvSpPr>
        <p:spPr>
          <a:xfrm>
            <a:off x="11114718" y="3629524"/>
            <a:ext cx="6093618" cy="276999"/>
          </a:xfrm>
          <a:prstGeom prst="rect">
            <a:avLst/>
          </a:prstGeom>
          <a:noFill/>
        </p:spPr>
        <p:txBody>
          <a:bodyPr wrap="square">
            <a:spAutoFit/>
          </a:bodyPr>
          <a:lstStyle/>
          <a:p>
            <a:r>
              <a:rPr lang="ja-JP" altLang="en-US" sz="1200" b="0" i="0" u="none" strike="noStrike" kern="1200" baseline="0" dirty="0">
                <a:solidFill>
                  <a:sysClr val="windowText" lastClr="000000">
                    <a:lumMod val="65000"/>
                    <a:lumOff val="35000"/>
                  </a:sysClr>
                </a:solidFill>
              </a:rPr>
              <a:t>時間</a:t>
            </a:r>
            <a:r>
              <a:rPr lang="en-US" altLang="ja-JP" sz="1200" b="0" i="0" u="none" strike="noStrike" kern="1200" baseline="0" dirty="0">
                <a:solidFill>
                  <a:sysClr val="windowText" lastClr="000000">
                    <a:lumMod val="65000"/>
                    <a:lumOff val="35000"/>
                  </a:sysClr>
                </a:solidFill>
              </a:rPr>
              <a:t>[</a:t>
            </a:r>
            <a:r>
              <a:rPr lang="en-US" altLang="ja-JP" sz="1200" b="0" i="0" u="none" strike="noStrike" kern="1200" baseline="0" dirty="0" err="1">
                <a:solidFill>
                  <a:sysClr val="windowText" lastClr="000000">
                    <a:lumMod val="65000"/>
                    <a:lumOff val="35000"/>
                  </a:sysClr>
                </a:solidFill>
              </a:rPr>
              <a:t>ms</a:t>
            </a:r>
            <a:r>
              <a:rPr lang="en-US" altLang="ja-JP" sz="1200" b="0" i="0" u="none" strike="noStrike" kern="1200" baseline="0" dirty="0">
                <a:solidFill>
                  <a:sysClr val="windowText" lastClr="000000">
                    <a:lumMod val="65000"/>
                    <a:lumOff val="35000"/>
                  </a:sysClr>
                </a:solidFill>
              </a:rPr>
              <a:t>]</a:t>
            </a:r>
            <a:endParaRPr lang="ja-JP" altLang="en-US" sz="1200" dirty="0"/>
          </a:p>
        </p:txBody>
      </p:sp>
      <p:sp>
        <p:nvSpPr>
          <p:cNvPr id="11" name="テキスト ボックス 10">
            <a:extLst>
              <a:ext uri="{FF2B5EF4-FFF2-40B4-BE49-F238E27FC236}">
                <a16:creationId xmlns:a16="http://schemas.microsoft.com/office/drawing/2014/main" id="{244EF183-09F1-0135-8738-42F23297C0B2}"/>
              </a:ext>
            </a:extLst>
          </p:cNvPr>
          <p:cNvSpPr txBox="1"/>
          <p:nvPr/>
        </p:nvSpPr>
        <p:spPr>
          <a:xfrm>
            <a:off x="10903872" y="5772139"/>
            <a:ext cx="8601074" cy="307777"/>
          </a:xfrm>
          <a:prstGeom prst="rect">
            <a:avLst/>
          </a:prstGeom>
          <a:noFill/>
        </p:spPr>
        <p:txBody>
          <a:bodyPr wrap="square">
            <a:spAutoFit/>
          </a:bodyPr>
          <a:lstStyle/>
          <a:p>
            <a:r>
              <a:rPr lang="ja-JP" altLang="en-US" sz="1400" b="0" i="0" u="none" strike="noStrike" kern="1200" baseline="0" dirty="0">
                <a:solidFill>
                  <a:sysClr val="windowText" lastClr="000000">
                    <a:lumMod val="65000"/>
                    <a:lumOff val="35000"/>
                  </a:sysClr>
                </a:solidFill>
              </a:rPr>
              <a:t>時間</a:t>
            </a:r>
            <a:r>
              <a:rPr lang="en-US" altLang="ja-JP" sz="1400" b="0" i="0" u="none" strike="noStrike" kern="1200" baseline="0" dirty="0">
                <a:solidFill>
                  <a:sysClr val="windowText" lastClr="000000">
                    <a:lumMod val="65000"/>
                    <a:lumOff val="35000"/>
                  </a:sysClr>
                </a:solidFill>
              </a:rPr>
              <a:t>[s]</a:t>
            </a:r>
            <a:endParaRPr lang="ja-JP" altLang="en-US" sz="1400" dirty="0"/>
          </a:p>
        </p:txBody>
      </p:sp>
      <p:sp>
        <p:nvSpPr>
          <p:cNvPr id="13" name="テキスト ボックス 12">
            <a:extLst>
              <a:ext uri="{FF2B5EF4-FFF2-40B4-BE49-F238E27FC236}">
                <a16:creationId xmlns:a16="http://schemas.microsoft.com/office/drawing/2014/main" id="{2E0C4984-AFCF-750D-DB65-C43754708543}"/>
              </a:ext>
            </a:extLst>
          </p:cNvPr>
          <p:cNvSpPr txBox="1"/>
          <p:nvPr/>
        </p:nvSpPr>
        <p:spPr>
          <a:xfrm rot="16200000">
            <a:off x="-4041888" y="2361492"/>
            <a:ext cx="9753600"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ysClr val="windowText" lastClr="000000">
                    <a:lumMod val="65000"/>
                    <a:lumOff val="35000"/>
                  </a:sysClr>
                </a:solidFill>
                <a:latin typeface="+mn-lt"/>
                <a:ea typeface="+mn-ea"/>
                <a:cs typeface="+mn-cs"/>
              </a:defRPr>
            </a:pPr>
            <a:r>
              <a:rPr lang="ja-JP" altLang="en-US" sz="1200" b="0" i="0" u="none" strike="noStrike" kern="1200" baseline="0" dirty="0">
                <a:solidFill>
                  <a:sysClr val="windowText" lastClr="000000">
                    <a:lumMod val="65000"/>
                    <a:lumOff val="35000"/>
                  </a:sysClr>
                </a:solidFill>
              </a:rPr>
              <a:t>瞳孔面積［</a:t>
            </a:r>
            <a:r>
              <a:rPr lang="en-US" altLang="ja-JP" sz="1200" b="0" i="0" u="none" strike="noStrike" kern="1200" baseline="0" dirty="0">
                <a:solidFill>
                  <a:sysClr val="windowText" lastClr="000000">
                    <a:lumMod val="65000"/>
                    <a:lumOff val="35000"/>
                  </a:sysClr>
                </a:solidFill>
              </a:rPr>
              <a:t>dot]</a:t>
            </a:r>
            <a:endParaRPr lang="ja-JP" altLang="en-US" sz="1200" b="0" i="0" u="none" strike="noStrike" kern="1200" baseline="0" dirty="0">
              <a:solidFill>
                <a:sysClr val="windowText" lastClr="000000">
                  <a:lumMod val="65000"/>
                  <a:lumOff val="35000"/>
                </a:sysClr>
              </a:solidFill>
            </a:endParaRPr>
          </a:p>
        </p:txBody>
      </p:sp>
    </p:spTree>
    <p:extLst>
      <p:ext uri="{BB962C8B-B14F-4D97-AF65-F5344CB8AC3E}">
        <p14:creationId xmlns:p14="http://schemas.microsoft.com/office/powerpoint/2010/main" val="34587636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93851-9A0F-3D0E-45EB-0BA2D9A7D641}"/>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F9B4202D-801D-EA81-C528-30BF8B769F79}"/>
              </a:ext>
            </a:extLst>
          </p:cNvPr>
          <p:cNvSpPr>
            <a:spLocks noGrp="1"/>
          </p:cNvSpPr>
          <p:nvPr>
            <p:ph type="sldNum" sz="quarter" idx="12"/>
          </p:nvPr>
        </p:nvSpPr>
        <p:spPr/>
        <p:txBody>
          <a:bodyPr/>
          <a:lstStyle/>
          <a:p>
            <a:fld id="{15850237-4F5E-434F-B1A9-6179087F5D60}" type="slidenum">
              <a:rPr kumimoji="1" lang="ja-JP" altLang="en-US" smtClean="0"/>
              <a:t>15</a:t>
            </a:fld>
            <a:endParaRPr kumimoji="1" lang="ja-JP" altLang="en-US"/>
          </a:p>
        </p:txBody>
      </p:sp>
      <p:grpSp>
        <p:nvGrpSpPr>
          <p:cNvPr id="8" name="グループ化 7">
            <a:extLst>
              <a:ext uri="{FF2B5EF4-FFF2-40B4-BE49-F238E27FC236}">
                <a16:creationId xmlns:a16="http://schemas.microsoft.com/office/drawing/2014/main" id="{BD64C1EB-56A5-5F15-E61A-4A4032B0189D}"/>
              </a:ext>
            </a:extLst>
          </p:cNvPr>
          <p:cNvGrpSpPr/>
          <p:nvPr/>
        </p:nvGrpSpPr>
        <p:grpSpPr>
          <a:xfrm>
            <a:off x="953861" y="654478"/>
            <a:ext cx="7548881" cy="769441"/>
            <a:chOff x="193415" y="76200"/>
            <a:chExt cx="7548881" cy="769441"/>
          </a:xfrm>
        </p:grpSpPr>
        <p:sp>
          <p:nvSpPr>
            <p:cNvPr id="10" name="テキスト ボックス 9">
              <a:extLst>
                <a:ext uri="{FF2B5EF4-FFF2-40B4-BE49-F238E27FC236}">
                  <a16:creationId xmlns:a16="http://schemas.microsoft.com/office/drawing/2014/main" id="{9BFD2A3F-D3A8-7ACE-62F4-9ABD0F307BCB}"/>
                </a:ext>
              </a:extLst>
            </p:cNvPr>
            <p:cNvSpPr txBox="1"/>
            <p:nvPr/>
          </p:nvSpPr>
          <p:spPr>
            <a:xfrm>
              <a:off x="193415" y="76200"/>
              <a:ext cx="2778826" cy="769441"/>
            </a:xfrm>
            <a:prstGeom prst="rect">
              <a:avLst/>
            </a:prstGeom>
            <a:noFill/>
          </p:spPr>
          <p:txBody>
            <a:bodyPr wrap="square" rtlCol="0">
              <a:spAutoFit/>
            </a:bodyPr>
            <a:lstStyle/>
            <a:p>
              <a:r>
                <a:rPr kumimoji="1" lang="ja-JP" altLang="en-US" sz="4400" b="1" dirty="0">
                  <a:solidFill>
                    <a:schemeClr val="bg1">
                      <a:lumMod val="65000"/>
                    </a:schemeClr>
                  </a:solidFill>
                  <a:latin typeface="+mj-ea"/>
                  <a:ea typeface="+mj-ea"/>
                </a:rPr>
                <a:t>検定</a:t>
              </a:r>
            </a:p>
          </p:txBody>
        </p:sp>
        <p:cxnSp>
          <p:nvCxnSpPr>
            <p:cNvPr id="11" name="直線コネクタ 10">
              <a:extLst>
                <a:ext uri="{FF2B5EF4-FFF2-40B4-BE49-F238E27FC236}">
                  <a16:creationId xmlns:a16="http://schemas.microsoft.com/office/drawing/2014/main" id="{EE4F4F0E-E17C-AE1F-F8B9-52D0362D3FC8}"/>
                </a:ext>
              </a:extLst>
            </p:cNvPr>
            <p:cNvCxnSpPr>
              <a:cxnSpLocks/>
            </p:cNvCxnSpPr>
            <p:nvPr/>
          </p:nvCxnSpPr>
          <p:spPr>
            <a:xfrm>
              <a:off x="310718" y="729191"/>
              <a:ext cx="7431578" cy="0"/>
            </a:xfrm>
            <a:prstGeom prst="line">
              <a:avLst/>
            </a:prstGeom>
            <a:ln w="28575">
              <a:solidFill>
                <a:srgbClr val="FFC000"/>
              </a:solidFill>
            </a:ln>
            <a:effectLst>
              <a:glow rad="101600">
                <a:schemeClr val="accent2">
                  <a:satMod val="175000"/>
                  <a:alpha val="40000"/>
                </a:schemeClr>
              </a:glow>
            </a:effectLst>
          </p:spPr>
          <p:style>
            <a:lnRef idx="2">
              <a:schemeClr val="accent1"/>
            </a:lnRef>
            <a:fillRef idx="0">
              <a:schemeClr val="accent1"/>
            </a:fillRef>
            <a:effectRef idx="1">
              <a:schemeClr val="accent1"/>
            </a:effectRef>
            <a:fontRef idx="minor">
              <a:schemeClr val="tx1"/>
            </a:fontRef>
          </p:style>
        </p:cxnSp>
      </p:grpSp>
      <p:grpSp>
        <p:nvGrpSpPr>
          <p:cNvPr id="4" name="グループ化 3">
            <a:extLst>
              <a:ext uri="{FF2B5EF4-FFF2-40B4-BE49-F238E27FC236}">
                <a16:creationId xmlns:a16="http://schemas.microsoft.com/office/drawing/2014/main" id="{EE2D3566-6798-EA52-1849-510DEC6C2377}"/>
              </a:ext>
            </a:extLst>
          </p:cNvPr>
          <p:cNvGrpSpPr/>
          <p:nvPr/>
        </p:nvGrpSpPr>
        <p:grpSpPr>
          <a:xfrm>
            <a:off x="953861" y="1971972"/>
            <a:ext cx="6299307" cy="648273"/>
            <a:chOff x="1030061" y="1535869"/>
            <a:chExt cx="6299307" cy="648273"/>
          </a:xfrm>
        </p:grpSpPr>
        <p:sp>
          <p:nvSpPr>
            <p:cNvPr id="42" name="テキスト ボックス 41">
              <a:extLst>
                <a:ext uri="{FF2B5EF4-FFF2-40B4-BE49-F238E27FC236}">
                  <a16:creationId xmlns:a16="http://schemas.microsoft.com/office/drawing/2014/main" id="{50B23257-F152-B167-D847-66A1E6C36CCD}"/>
                </a:ext>
              </a:extLst>
            </p:cNvPr>
            <p:cNvSpPr txBox="1"/>
            <p:nvPr/>
          </p:nvSpPr>
          <p:spPr>
            <a:xfrm>
              <a:off x="1030061" y="1603869"/>
              <a:ext cx="886265" cy="461665"/>
            </a:xfrm>
            <a:prstGeom prst="rect">
              <a:avLst/>
            </a:prstGeom>
            <a:noFill/>
          </p:spPr>
          <p:txBody>
            <a:bodyPr wrap="square" rtlCol="0">
              <a:spAutoFit/>
            </a:bodyPr>
            <a:lstStyle/>
            <a:p>
              <a:r>
                <a:rPr kumimoji="1" lang="ja-JP" altLang="en-US" sz="2400" dirty="0"/>
                <a:t>検定</a:t>
              </a:r>
              <a:endParaRPr kumimoji="1" lang="en-US" altLang="ja-JP" dirty="0"/>
            </a:p>
          </p:txBody>
        </p:sp>
        <p:sp>
          <p:nvSpPr>
            <p:cNvPr id="43" name="左中かっこ 42">
              <a:extLst>
                <a:ext uri="{FF2B5EF4-FFF2-40B4-BE49-F238E27FC236}">
                  <a16:creationId xmlns:a16="http://schemas.microsoft.com/office/drawing/2014/main" id="{6CA02645-99B0-04EC-CA47-22878E615435}"/>
                </a:ext>
              </a:extLst>
            </p:cNvPr>
            <p:cNvSpPr/>
            <p:nvPr/>
          </p:nvSpPr>
          <p:spPr>
            <a:xfrm>
              <a:off x="1834076" y="1535869"/>
              <a:ext cx="354373" cy="646331"/>
            </a:xfrm>
            <a:prstGeom prst="leftBrace">
              <a:avLst>
                <a:gd name="adj1" fmla="val 8333"/>
                <a:gd name="adj2" fmla="val 36364"/>
              </a:avLst>
            </a:prstGeom>
            <a:noFill/>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44" name="テキスト ボックス 43">
              <a:extLst>
                <a:ext uri="{FF2B5EF4-FFF2-40B4-BE49-F238E27FC236}">
                  <a16:creationId xmlns:a16="http://schemas.microsoft.com/office/drawing/2014/main" id="{A2D07240-7143-FBB0-59FE-625D0A22D863}"/>
                </a:ext>
              </a:extLst>
            </p:cNvPr>
            <p:cNvSpPr txBox="1"/>
            <p:nvPr/>
          </p:nvSpPr>
          <p:spPr>
            <a:xfrm>
              <a:off x="2077409" y="1537811"/>
              <a:ext cx="5251959" cy="646331"/>
            </a:xfrm>
            <a:prstGeom prst="rect">
              <a:avLst/>
            </a:prstGeom>
            <a:noFill/>
          </p:spPr>
          <p:txBody>
            <a:bodyPr wrap="square" rtlCol="0">
              <a:spAutoFit/>
            </a:bodyPr>
            <a:lstStyle/>
            <a:p>
              <a:r>
                <a:rPr lang="ja-JP" altLang="en-US" dirty="0"/>
                <a:t>照射後</a:t>
              </a:r>
              <a:r>
                <a:rPr lang="en-US" altLang="ja-JP" dirty="0"/>
                <a:t>3</a:t>
              </a:r>
              <a:r>
                <a:rPr lang="ja-JP" altLang="en-US" dirty="0"/>
                <a:t>秒時点ごとの６つの時間の組み合わせ</a:t>
              </a:r>
              <a:endParaRPr lang="en-US" altLang="ja-JP" dirty="0"/>
            </a:p>
            <a:p>
              <a:r>
                <a:rPr lang="ja-JP" altLang="en-US" dirty="0"/>
                <a:t>輝度の組み合わせ</a:t>
              </a:r>
              <a:endParaRPr lang="en-US" altLang="ja-JP" dirty="0"/>
            </a:p>
          </p:txBody>
        </p:sp>
      </p:grpSp>
      <p:grpSp>
        <p:nvGrpSpPr>
          <p:cNvPr id="12" name="グループ化 11">
            <a:extLst>
              <a:ext uri="{FF2B5EF4-FFF2-40B4-BE49-F238E27FC236}">
                <a16:creationId xmlns:a16="http://schemas.microsoft.com/office/drawing/2014/main" id="{DD9F9A4C-89B1-6000-7C82-0E44FBF98043}"/>
              </a:ext>
            </a:extLst>
          </p:cNvPr>
          <p:cNvGrpSpPr/>
          <p:nvPr/>
        </p:nvGrpSpPr>
        <p:grpSpPr>
          <a:xfrm>
            <a:off x="1071164" y="3283158"/>
            <a:ext cx="7064828" cy="1381242"/>
            <a:chOff x="1170974" y="2454429"/>
            <a:chExt cx="7064828" cy="1381242"/>
          </a:xfrm>
        </p:grpSpPr>
        <p:sp>
          <p:nvSpPr>
            <p:cNvPr id="15" name="テキスト ボックス 14">
              <a:extLst>
                <a:ext uri="{FF2B5EF4-FFF2-40B4-BE49-F238E27FC236}">
                  <a16:creationId xmlns:a16="http://schemas.microsoft.com/office/drawing/2014/main" id="{46DC1BEC-48F4-9EDB-F16C-1711780EFFAB}"/>
                </a:ext>
              </a:extLst>
            </p:cNvPr>
            <p:cNvSpPr txBox="1"/>
            <p:nvPr/>
          </p:nvSpPr>
          <p:spPr>
            <a:xfrm>
              <a:off x="1170974" y="2454429"/>
              <a:ext cx="7064828" cy="369332"/>
            </a:xfrm>
            <a:prstGeom prst="rect">
              <a:avLst/>
            </a:prstGeom>
            <a:noFill/>
          </p:spPr>
          <p:txBody>
            <a:bodyPr wrap="square">
              <a:spAutoFit/>
            </a:bodyPr>
            <a:lstStyle/>
            <a:p>
              <a:r>
                <a:rPr lang="en-US" altLang="ja-JP" dirty="0"/>
                <a:t>Mauchly</a:t>
              </a:r>
              <a:r>
                <a:rPr lang="ja-JP" altLang="ja-JP" dirty="0"/>
                <a:t>の球面性検定</a:t>
              </a:r>
              <a:r>
                <a:rPr lang="en-US" altLang="ja-JP" dirty="0"/>
                <a:t>(p</a:t>
              </a:r>
              <a:r>
                <a:rPr lang="ja-JP" altLang="en-US" dirty="0"/>
                <a:t>＞</a:t>
              </a:r>
              <a:r>
                <a:rPr lang="en-US" altLang="ja-JP" dirty="0"/>
                <a:t>0.05)</a:t>
              </a:r>
              <a:endParaRPr lang="ja-JP" altLang="en-US" dirty="0"/>
            </a:p>
          </p:txBody>
        </p:sp>
        <p:grpSp>
          <p:nvGrpSpPr>
            <p:cNvPr id="9" name="グループ化 8">
              <a:extLst>
                <a:ext uri="{FF2B5EF4-FFF2-40B4-BE49-F238E27FC236}">
                  <a16:creationId xmlns:a16="http://schemas.microsoft.com/office/drawing/2014/main" id="{BFD90337-A9F0-47B6-8A84-1EED42B828DF}"/>
                </a:ext>
              </a:extLst>
            </p:cNvPr>
            <p:cNvGrpSpPr/>
            <p:nvPr/>
          </p:nvGrpSpPr>
          <p:grpSpPr>
            <a:xfrm>
              <a:off x="1170974" y="2823761"/>
              <a:ext cx="4484861" cy="1011910"/>
              <a:chOff x="6236704" y="1973934"/>
              <a:chExt cx="4484861" cy="1011910"/>
            </a:xfrm>
          </p:grpSpPr>
          <p:pic>
            <p:nvPicPr>
              <p:cNvPr id="3" name="図 2" descr="テーブル&#10;&#10;AI 生成コンテンツは誤りを含む可能性があります。">
                <a:extLst>
                  <a:ext uri="{FF2B5EF4-FFF2-40B4-BE49-F238E27FC236}">
                    <a16:creationId xmlns:a16="http://schemas.microsoft.com/office/drawing/2014/main" id="{29249227-ECC7-0C31-42B1-F1436E82E5F4}"/>
                  </a:ext>
                </a:extLst>
              </p:cNvPr>
              <p:cNvPicPr>
                <a:picLocks noChangeAspect="1"/>
              </p:cNvPicPr>
              <p:nvPr/>
            </p:nvPicPr>
            <p:blipFill>
              <a:blip r:embed="rId3"/>
              <a:srcRect t="21199"/>
              <a:stretch>
                <a:fillRect/>
              </a:stretch>
            </p:blipFill>
            <p:spPr>
              <a:xfrm>
                <a:off x="6236704" y="1973934"/>
                <a:ext cx="4484861" cy="1011910"/>
              </a:xfrm>
              <a:prstGeom prst="rect">
                <a:avLst/>
              </a:prstGeom>
            </p:spPr>
          </p:pic>
          <p:sp>
            <p:nvSpPr>
              <p:cNvPr id="6" name="四角形: 角を丸くする 5">
                <a:extLst>
                  <a:ext uri="{FF2B5EF4-FFF2-40B4-BE49-F238E27FC236}">
                    <a16:creationId xmlns:a16="http://schemas.microsoft.com/office/drawing/2014/main" id="{F23C8AB8-E6F7-FEFD-EE84-511CDB11FEEB}"/>
                  </a:ext>
                </a:extLst>
              </p:cNvPr>
              <p:cNvSpPr/>
              <p:nvPr/>
            </p:nvSpPr>
            <p:spPr>
              <a:xfrm>
                <a:off x="10088100" y="2156800"/>
                <a:ext cx="413657" cy="217714"/>
              </a:xfrm>
              <a:prstGeom prst="roundRect">
                <a:avLst/>
              </a:prstGeom>
              <a:noFill/>
              <a:ln w="19050" cap="flat" cmpd="sng" algn="ctr">
                <a:solidFill>
                  <a:srgbClr val="92D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ja-JP" altLang="en-US" dirty="0">
                  <a:highlight>
                    <a:srgbClr val="FFFF00"/>
                  </a:highlight>
                </a:endParaRPr>
              </a:p>
            </p:txBody>
          </p:sp>
          <p:sp>
            <p:nvSpPr>
              <p:cNvPr id="7" name="四角形: 角を丸くする 6">
                <a:extLst>
                  <a:ext uri="{FF2B5EF4-FFF2-40B4-BE49-F238E27FC236}">
                    <a16:creationId xmlns:a16="http://schemas.microsoft.com/office/drawing/2014/main" id="{95DF781A-D212-096F-0B05-90219D794A77}"/>
                  </a:ext>
                </a:extLst>
              </p:cNvPr>
              <p:cNvSpPr/>
              <p:nvPr/>
            </p:nvSpPr>
            <p:spPr>
              <a:xfrm>
                <a:off x="10088100" y="2374514"/>
                <a:ext cx="413657" cy="217714"/>
              </a:xfrm>
              <a:prstGeom prst="roundRect">
                <a:avLst/>
              </a:prstGeom>
              <a:noFill/>
              <a:ln w="19050" cap="flat" cmpd="sng" algn="ctr">
                <a:solidFill>
                  <a:srgbClr val="92D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ja-JP" altLang="en-US" dirty="0">
                  <a:highlight>
                    <a:srgbClr val="FFFF00"/>
                  </a:highlight>
                </a:endParaRPr>
              </a:p>
            </p:txBody>
          </p:sp>
        </p:grpSp>
      </p:grpSp>
      <p:grpSp>
        <p:nvGrpSpPr>
          <p:cNvPr id="18" name="グループ化 17">
            <a:extLst>
              <a:ext uri="{FF2B5EF4-FFF2-40B4-BE49-F238E27FC236}">
                <a16:creationId xmlns:a16="http://schemas.microsoft.com/office/drawing/2014/main" id="{08C4394D-1D92-2C00-16BA-0FDBAD4B66D7}"/>
              </a:ext>
            </a:extLst>
          </p:cNvPr>
          <p:cNvGrpSpPr/>
          <p:nvPr/>
        </p:nvGrpSpPr>
        <p:grpSpPr>
          <a:xfrm>
            <a:off x="6096000" y="3283158"/>
            <a:ext cx="6413360" cy="2339696"/>
            <a:chOff x="1279773" y="3957454"/>
            <a:chExt cx="6413360" cy="2339696"/>
          </a:xfrm>
        </p:grpSpPr>
        <p:sp>
          <p:nvSpPr>
            <p:cNvPr id="52" name="テキスト ボックス 51">
              <a:extLst>
                <a:ext uri="{FF2B5EF4-FFF2-40B4-BE49-F238E27FC236}">
                  <a16:creationId xmlns:a16="http://schemas.microsoft.com/office/drawing/2014/main" id="{E45D55A2-3F2E-91DD-0C39-9FE427D2865A}"/>
                </a:ext>
              </a:extLst>
            </p:cNvPr>
            <p:cNvSpPr txBox="1"/>
            <p:nvPr/>
          </p:nvSpPr>
          <p:spPr>
            <a:xfrm>
              <a:off x="1286891" y="3957454"/>
              <a:ext cx="6406242" cy="369332"/>
            </a:xfrm>
            <a:prstGeom prst="rect">
              <a:avLst/>
            </a:prstGeom>
            <a:noFill/>
          </p:spPr>
          <p:txBody>
            <a:bodyPr wrap="square">
              <a:spAutoFit/>
            </a:bodyPr>
            <a:lstStyle/>
            <a:p>
              <a:r>
                <a:rPr lang="ja-JP" altLang="ja-JP" sz="1800" dirty="0">
                  <a:effectLst/>
                  <a:ea typeface="游明朝" panose="02020400000000000000" pitchFamily="18" charset="-128"/>
                  <a:cs typeface="Times New Roman" panose="02020603050405020304" pitchFamily="18" charset="0"/>
                </a:rPr>
                <a:t>被験者内効果の検定</a:t>
              </a:r>
              <a:r>
                <a:rPr lang="en-US" altLang="ja-JP" sz="1800" dirty="0">
                  <a:effectLst/>
                  <a:ea typeface="游明朝" panose="02020400000000000000" pitchFamily="18" charset="-128"/>
                  <a:cs typeface="Times New Roman" panose="02020603050405020304" pitchFamily="18" charset="0"/>
                </a:rPr>
                <a:t>(p</a:t>
              </a:r>
              <a:r>
                <a:rPr lang="ja-JP" altLang="en-US" sz="1800" dirty="0">
                  <a:effectLst/>
                  <a:ea typeface="游明朝" panose="02020400000000000000" pitchFamily="18" charset="-128"/>
                  <a:cs typeface="Times New Roman" panose="02020603050405020304" pitchFamily="18" charset="0"/>
                </a:rPr>
                <a:t>＜</a:t>
              </a:r>
              <a:r>
                <a:rPr lang="en-US" altLang="ja-JP" sz="1800" dirty="0">
                  <a:effectLst/>
                  <a:ea typeface="游明朝" panose="02020400000000000000" pitchFamily="18" charset="-128"/>
                  <a:cs typeface="Times New Roman" panose="02020603050405020304" pitchFamily="18" charset="0"/>
                </a:rPr>
                <a:t>0.05)</a:t>
              </a:r>
              <a:endParaRPr lang="ja-JP" altLang="en-US" dirty="0"/>
            </a:p>
          </p:txBody>
        </p:sp>
        <p:grpSp>
          <p:nvGrpSpPr>
            <p:cNvPr id="17" name="グループ化 16">
              <a:extLst>
                <a:ext uri="{FF2B5EF4-FFF2-40B4-BE49-F238E27FC236}">
                  <a16:creationId xmlns:a16="http://schemas.microsoft.com/office/drawing/2014/main" id="{979A55F9-3A48-BB60-592F-2904326EF160}"/>
                </a:ext>
              </a:extLst>
            </p:cNvPr>
            <p:cNvGrpSpPr/>
            <p:nvPr/>
          </p:nvGrpSpPr>
          <p:grpSpPr>
            <a:xfrm>
              <a:off x="1279773" y="4284120"/>
              <a:ext cx="3802881" cy="2013030"/>
              <a:chOff x="7122940" y="2182200"/>
              <a:chExt cx="3802881" cy="2013030"/>
            </a:xfrm>
          </p:grpSpPr>
          <p:pic>
            <p:nvPicPr>
              <p:cNvPr id="5" name="図 4" descr="テーブル&#10;&#10;AI 生成コンテンツは誤りを含む可能性があります。">
                <a:extLst>
                  <a:ext uri="{FF2B5EF4-FFF2-40B4-BE49-F238E27FC236}">
                    <a16:creationId xmlns:a16="http://schemas.microsoft.com/office/drawing/2014/main" id="{4FE93652-20A4-78CF-7418-B88D16047992}"/>
                  </a:ext>
                </a:extLst>
              </p:cNvPr>
              <p:cNvPicPr>
                <a:picLocks noChangeAspect="1"/>
              </p:cNvPicPr>
              <p:nvPr/>
            </p:nvPicPr>
            <p:blipFill>
              <a:blip r:embed="rId4"/>
              <a:srcRect t="7941" b="29655"/>
              <a:stretch>
                <a:fillRect/>
              </a:stretch>
            </p:blipFill>
            <p:spPr>
              <a:xfrm>
                <a:off x="7122940" y="2182200"/>
                <a:ext cx="3802881" cy="2013030"/>
              </a:xfrm>
              <a:prstGeom prst="rect">
                <a:avLst/>
              </a:prstGeom>
            </p:spPr>
          </p:pic>
          <p:sp>
            <p:nvSpPr>
              <p:cNvPr id="14" name="四角形: 角を丸くする 13">
                <a:extLst>
                  <a:ext uri="{FF2B5EF4-FFF2-40B4-BE49-F238E27FC236}">
                    <a16:creationId xmlns:a16="http://schemas.microsoft.com/office/drawing/2014/main" id="{4AFF1764-831B-0EE6-E2FE-28FB17D02092}"/>
                  </a:ext>
                </a:extLst>
              </p:cNvPr>
              <p:cNvSpPr/>
              <p:nvPr/>
            </p:nvSpPr>
            <p:spPr>
              <a:xfrm>
                <a:off x="10383497" y="2639095"/>
                <a:ext cx="413657" cy="217714"/>
              </a:xfrm>
              <a:prstGeom prst="roundRect">
                <a:avLst/>
              </a:prstGeom>
              <a:noFill/>
              <a:ln w="19050" cap="flat" cmpd="sng" algn="ctr">
                <a:solidFill>
                  <a:srgbClr val="92D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ja-JP" altLang="en-US" dirty="0">
                  <a:highlight>
                    <a:srgbClr val="FFFF00"/>
                  </a:highlight>
                </a:endParaRPr>
              </a:p>
            </p:txBody>
          </p:sp>
          <p:sp>
            <p:nvSpPr>
              <p:cNvPr id="16" name="四角形: 角を丸くする 15">
                <a:extLst>
                  <a:ext uri="{FF2B5EF4-FFF2-40B4-BE49-F238E27FC236}">
                    <a16:creationId xmlns:a16="http://schemas.microsoft.com/office/drawing/2014/main" id="{81675427-F3AF-6C2A-D2A8-DE74AE7D747F}"/>
                  </a:ext>
                </a:extLst>
              </p:cNvPr>
              <p:cNvSpPr/>
              <p:nvPr/>
            </p:nvSpPr>
            <p:spPr>
              <a:xfrm>
                <a:off x="10383497" y="3502198"/>
                <a:ext cx="413657" cy="217714"/>
              </a:xfrm>
              <a:prstGeom prst="roundRect">
                <a:avLst/>
              </a:prstGeom>
              <a:noFill/>
              <a:ln w="19050" cap="flat" cmpd="sng" algn="ctr">
                <a:solidFill>
                  <a:srgbClr val="92D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ja-JP" altLang="en-US" dirty="0">
                  <a:highlight>
                    <a:srgbClr val="FFFF00"/>
                  </a:highlight>
                </a:endParaRPr>
              </a:p>
            </p:txBody>
          </p:sp>
        </p:grpSp>
      </p:grpSp>
    </p:spTree>
    <p:extLst>
      <p:ext uri="{BB962C8B-B14F-4D97-AF65-F5344CB8AC3E}">
        <p14:creationId xmlns:p14="http://schemas.microsoft.com/office/powerpoint/2010/main" val="29547207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E348EA5-A6D9-AC11-6F92-39EC39E41C83}"/>
              </a:ext>
            </a:extLst>
          </p:cNvPr>
          <p:cNvSpPr txBox="1"/>
          <p:nvPr/>
        </p:nvSpPr>
        <p:spPr>
          <a:xfrm>
            <a:off x="942975" y="521813"/>
            <a:ext cx="2778826" cy="769441"/>
          </a:xfrm>
          <a:prstGeom prst="rect">
            <a:avLst/>
          </a:prstGeom>
          <a:noFill/>
        </p:spPr>
        <p:txBody>
          <a:bodyPr wrap="square" rtlCol="0">
            <a:spAutoFit/>
          </a:bodyPr>
          <a:lstStyle/>
          <a:p>
            <a:r>
              <a:rPr kumimoji="1" lang="ja-JP" altLang="en-US" sz="4400" b="1" dirty="0">
                <a:solidFill>
                  <a:schemeClr val="bg1">
                    <a:lumMod val="65000"/>
                  </a:schemeClr>
                </a:solidFill>
                <a:latin typeface="+mj-ea"/>
                <a:ea typeface="+mj-ea"/>
              </a:rPr>
              <a:t>検定</a:t>
            </a:r>
          </a:p>
        </p:txBody>
      </p:sp>
      <p:sp>
        <p:nvSpPr>
          <p:cNvPr id="12" name="スライド番号プレースホルダー 11">
            <a:extLst>
              <a:ext uri="{FF2B5EF4-FFF2-40B4-BE49-F238E27FC236}">
                <a16:creationId xmlns:a16="http://schemas.microsoft.com/office/drawing/2014/main" id="{E063EEFB-2A4D-DB2A-1156-46EFA5DA0A2A}"/>
              </a:ext>
            </a:extLst>
          </p:cNvPr>
          <p:cNvSpPr>
            <a:spLocks noGrp="1"/>
          </p:cNvSpPr>
          <p:nvPr>
            <p:ph type="sldNum" sz="quarter" idx="12"/>
          </p:nvPr>
        </p:nvSpPr>
        <p:spPr/>
        <p:txBody>
          <a:bodyPr/>
          <a:lstStyle/>
          <a:p>
            <a:fld id="{15850237-4F5E-434F-B1A9-6179087F5D60}" type="slidenum">
              <a:rPr kumimoji="1" lang="ja-JP" altLang="en-US" smtClean="0"/>
              <a:t>16</a:t>
            </a:fld>
            <a:endParaRPr kumimoji="1" lang="ja-JP" altLang="en-US"/>
          </a:p>
        </p:txBody>
      </p:sp>
      <p:cxnSp>
        <p:nvCxnSpPr>
          <p:cNvPr id="18" name="直線コネクタ 17">
            <a:extLst>
              <a:ext uri="{FF2B5EF4-FFF2-40B4-BE49-F238E27FC236}">
                <a16:creationId xmlns:a16="http://schemas.microsoft.com/office/drawing/2014/main" id="{959E288D-5CD5-9C0B-6EFB-11807CBFCDA7}"/>
              </a:ext>
            </a:extLst>
          </p:cNvPr>
          <p:cNvCxnSpPr>
            <a:cxnSpLocks/>
          </p:cNvCxnSpPr>
          <p:nvPr/>
        </p:nvCxnSpPr>
        <p:spPr>
          <a:xfrm>
            <a:off x="1060278" y="1174804"/>
            <a:ext cx="7431578" cy="0"/>
          </a:xfrm>
          <a:prstGeom prst="line">
            <a:avLst/>
          </a:prstGeom>
          <a:ln w="28575">
            <a:solidFill>
              <a:srgbClr val="FFC000"/>
            </a:solidFill>
          </a:ln>
          <a:effectLst>
            <a:glow rad="101600">
              <a:schemeClr val="accent2">
                <a:satMod val="175000"/>
                <a:alpha val="40000"/>
              </a:schemeClr>
            </a:glow>
          </a:effectLst>
        </p:spPr>
        <p:style>
          <a:lnRef idx="2">
            <a:schemeClr val="accent1"/>
          </a:lnRef>
          <a:fillRef idx="0">
            <a:schemeClr val="accent1"/>
          </a:fillRef>
          <a:effectRef idx="1">
            <a:schemeClr val="accent1"/>
          </a:effectRef>
          <a:fontRef idx="minor">
            <a:schemeClr val="tx1"/>
          </a:fontRef>
        </p:style>
      </p:cxnSp>
      <p:sp>
        <p:nvSpPr>
          <p:cNvPr id="20" name="テキスト ボックス 19">
            <a:extLst>
              <a:ext uri="{FF2B5EF4-FFF2-40B4-BE49-F238E27FC236}">
                <a16:creationId xmlns:a16="http://schemas.microsoft.com/office/drawing/2014/main" id="{CE721382-18CA-F3EF-13F8-E2D54ED06032}"/>
              </a:ext>
            </a:extLst>
          </p:cNvPr>
          <p:cNvSpPr txBox="1"/>
          <p:nvPr/>
        </p:nvSpPr>
        <p:spPr>
          <a:xfrm>
            <a:off x="534637" y="3801197"/>
            <a:ext cx="8381951" cy="2246769"/>
          </a:xfrm>
          <a:prstGeom prst="rect">
            <a:avLst/>
          </a:prstGeom>
          <a:noFill/>
        </p:spPr>
        <p:txBody>
          <a:bodyPr wrap="square">
            <a:spAutoFit/>
          </a:bodyPr>
          <a:lstStyle/>
          <a:p>
            <a:pPr marL="0" indent="0">
              <a:buNone/>
            </a:pPr>
            <a:r>
              <a:rPr lang="ja-JP" altLang="en-US" sz="2800" dirty="0"/>
              <a:t>・</a:t>
            </a:r>
            <a:r>
              <a:rPr lang="ja-JP" altLang="ja-JP" sz="2800" dirty="0"/>
              <a:t>照射後の有意確率</a:t>
            </a:r>
            <a:r>
              <a:rPr lang="ja-JP" altLang="en-US" sz="2800" dirty="0"/>
              <a:t>は，</a:t>
            </a:r>
            <a:r>
              <a:rPr lang="ja-JP" altLang="ja-JP" sz="2800" dirty="0"/>
              <a:t>照射後</a:t>
            </a:r>
            <a:r>
              <a:rPr lang="en-US" altLang="ja-JP" sz="2800" dirty="0"/>
              <a:t>12s</a:t>
            </a:r>
            <a:r>
              <a:rPr lang="ja-JP" altLang="ja-JP" sz="2800" dirty="0"/>
              <a:t>と</a:t>
            </a:r>
            <a:r>
              <a:rPr lang="en-US" altLang="ja-JP" sz="2800" dirty="0"/>
              <a:t>15s</a:t>
            </a:r>
            <a:r>
              <a:rPr lang="ja-JP" altLang="en-US" sz="2800" dirty="0"/>
              <a:t>，</a:t>
            </a:r>
            <a:r>
              <a:rPr lang="en-US" altLang="ja-JP" sz="2800" dirty="0"/>
              <a:t>15s</a:t>
            </a:r>
            <a:r>
              <a:rPr lang="ja-JP" altLang="ja-JP" sz="2800" dirty="0"/>
              <a:t>と</a:t>
            </a:r>
            <a:r>
              <a:rPr lang="en-US" altLang="ja-JP" sz="2800" dirty="0"/>
              <a:t>18s</a:t>
            </a:r>
            <a:r>
              <a:rPr lang="ja-JP" altLang="en-US" sz="2800" dirty="0"/>
              <a:t>が</a:t>
            </a:r>
            <a:r>
              <a:rPr lang="ja-JP" altLang="ja-JP" sz="2800" dirty="0"/>
              <a:t>有意差</a:t>
            </a:r>
            <a:r>
              <a:rPr lang="ja-JP" altLang="en-US" sz="2800" dirty="0"/>
              <a:t>なし</a:t>
            </a:r>
            <a:endParaRPr lang="en-US" altLang="ja-JP" sz="2800" dirty="0"/>
          </a:p>
          <a:p>
            <a:pPr marL="0" indent="0">
              <a:buNone/>
            </a:pPr>
            <a:r>
              <a:rPr lang="ja-JP" altLang="ja-JP" sz="2800" b="1" dirty="0"/>
              <a:t>ほかの</a:t>
            </a:r>
            <a:r>
              <a:rPr lang="ja-JP" altLang="en-US" sz="2800" b="1" dirty="0"/>
              <a:t>すべての組み合わせは</a:t>
            </a:r>
            <a:r>
              <a:rPr lang="ja-JP" altLang="ja-JP" sz="2800" b="1" dirty="0"/>
              <a:t>有意差</a:t>
            </a:r>
            <a:r>
              <a:rPr lang="ja-JP" altLang="en-US" sz="2800" b="1" dirty="0"/>
              <a:t>が</a:t>
            </a:r>
            <a:r>
              <a:rPr lang="ja-JP" altLang="ja-JP" sz="2800" b="1" dirty="0"/>
              <a:t>見られた</a:t>
            </a:r>
            <a:r>
              <a:rPr lang="ja-JP" altLang="en-US" sz="2800" dirty="0"/>
              <a:t>．</a:t>
            </a:r>
            <a:endParaRPr lang="en-US" altLang="ja-JP" sz="2800" dirty="0"/>
          </a:p>
          <a:p>
            <a:pPr marL="0" indent="0">
              <a:buNone/>
            </a:pPr>
            <a:endParaRPr lang="en-US" altLang="ja-JP" sz="2800" dirty="0"/>
          </a:p>
          <a:p>
            <a:r>
              <a:rPr lang="ja-JP" altLang="en-US" sz="2800" dirty="0"/>
              <a:t>・</a:t>
            </a:r>
            <a:r>
              <a:rPr lang="ja-JP" altLang="en-US" sz="2800" dirty="0">
                <a:solidFill>
                  <a:schemeClr val="accent6">
                    <a:lumMod val="75000"/>
                  </a:schemeClr>
                </a:solidFill>
              </a:rPr>
              <a:t>中</a:t>
            </a:r>
            <a:r>
              <a:rPr lang="ja-JP" altLang="ja-JP" sz="2800" dirty="0">
                <a:solidFill>
                  <a:schemeClr val="accent6">
                    <a:lumMod val="75000"/>
                  </a:schemeClr>
                </a:solidFill>
              </a:rPr>
              <a:t>波長光</a:t>
            </a:r>
            <a:r>
              <a:rPr lang="ja-JP" altLang="ja-JP" sz="2800" dirty="0"/>
              <a:t>輝度ごと</a:t>
            </a:r>
            <a:r>
              <a:rPr lang="ja-JP" altLang="en-US" sz="2800" dirty="0"/>
              <a:t>の</a:t>
            </a:r>
            <a:r>
              <a:rPr lang="ja-JP" altLang="ja-JP" sz="2800" b="1" dirty="0"/>
              <a:t>有意差は見られなかった</a:t>
            </a:r>
            <a:r>
              <a:rPr lang="ja-JP" altLang="en-US" sz="2800" dirty="0"/>
              <a:t>．</a:t>
            </a:r>
            <a:endParaRPr lang="ja-JP" altLang="ja-JP" sz="2800" dirty="0"/>
          </a:p>
        </p:txBody>
      </p:sp>
      <p:grpSp>
        <p:nvGrpSpPr>
          <p:cNvPr id="14" name="グループ化 13">
            <a:extLst>
              <a:ext uri="{FF2B5EF4-FFF2-40B4-BE49-F238E27FC236}">
                <a16:creationId xmlns:a16="http://schemas.microsoft.com/office/drawing/2014/main" id="{63B60875-F2D5-009D-8489-FDF299FF78C3}"/>
              </a:ext>
            </a:extLst>
          </p:cNvPr>
          <p:cNvGrpSpPr/>
          <p:nvPr/>
        </p:nvGrpSpPr>
        <p:grpSpPr>
          <a:xfrm>
            <a:off x="772382" y="1452716"/>
            <a:ext cx="6406242" cy="2232032"/>
            <a:chOff x="772382" y="1452716"/>
            <a:chExt cx="6406242" cy="2232032"/>
          </a:xfrm>
        </p:grpSpPr>
        <p:grpSp>
          <p:nvGrpSpPr>
            <p:cNvPr id="8" name="グループ化 7">
              <a:extLst>
                <a:ext uri="{FF2B5EF4-FFF2-40B4-BE49-F238E27FC236}">
                  <a16:creationId xmlns:a16="http://schemas.microsoft.com/office/drawing/2014/main" id="{323044AB-F8AB-51A9-2861-E4FDB064BD48}"/>
                </a:ext>
              </a:extLst>
            </p:cNvPr>
            <p:cNvGrpSpPr/>
            <p:nvPr/>
          </p:nvGrpSpPr>
          <p:grpSpPr>
            <a:xfrm>
              <a:off x="772382" y="1452716"/>
              <a:ext cx="6406242" cy="2232032"/>
              <a:chOff x="868635" y="1260780"/>
              <a:chExt cx="6406242" cy="2232032"/>
            </a:xfrm>
          </p:grpSpPr>
          <p:sp>
            <p:nvSpPr>
              <p:cNvPr id="6" name="テキスト ボックス 5">
                <a:extLst>
                  <a:ext uri="{FF2B5EF4-FFF2-40B4-BE49-F238E27FC236}">
                    <a16:creationId xmlns:a16="http://schemas.microsoft.com/office/drawing/2014/main" id="{EC662532-C028-FE6D-3111-953BF8BCEAC5}"/>
                  </a:ext>
                </a:extLst>
              </p:cNvPr>
              <p:cNvSpPr txBox="1"/>
              <p:nvPr/>
            </p:nvSpPr>
            <p:spPr>
              <a:xfrm>
                <a:off x="868635" y="1260780"/>
                <a:ext cx="6406242" cy="369332"/>
              </a:xfrm>
              <a:prstGeom prst="rect">
                <a:avLst/>
              </a:prstGeom>
              <a:noFill/>
            </p:spPr>
            <p:txBody>
              <a:bodyPr wrap="square">
                <a:spAutoFit/>
              </a:bodyPr>
              <a:lstStyle/>
              <a:p>
                <a:r>
                  <a:rPr lang="ja-JP" altLang="en-US" sz="1800" dirty="0">
                    <a:effectLst/>
                    <a:ea typeface="游明朝" panose="02020400000000000000" pitchFamily="18" charset="-128"/>
                    <a:cs typeface="Times New Roman" panose="02020603050405020304" pitchFamily="18" charset="0"/>
                  </a:rPr>
                  <a:t>輝度の</a:t>
                </a:r>
                <a:r>
                  <a:rPr lang="ja-JP" altLang="ja-JP" sz="1800" dirty="0">
                    <a:effectLst/>
                    <a:ea typeface="游明朝" panose="02020400000000000000" pitchFamily="18" charset="-128"/>
                    <a:cs typeface="Times New Roman" panose="02020603050405020304" pitchFamily="18" charset="0"/>
                  </a:rPr>
                  <a:t>ペアごとの比較</a:t>
                </a:r>
                <a:r>
                  <a:rPr lang="en-US" altLang="ja-JP" dirty="0">
                    <a:ea typeface="游明朝" panose="02020400000000000000" pitchFamily="18" charset="-128"/>
                    <a:cs typeface="Times New Roman" panose="02020603050405020304" pitchFamily="18" charset="0"/>
                  </a:rPr>
                  <a:t>(p</a:t>
                </a:r>
                <a:r>
                  <a:rPr lang="ja-JP" altLang="en-US" dirty="0">
                    <a:ea typeface="游明朝" panose="02020400000000000000" pitchFamily="18" charset="-128"/>
                    <a:cs typeface="Times New Roman" panose="02020603050405020304" pitchFamily="18" charset="0"/>
                  </a:rPr>
                  <a:t>＜</a:t>
                </a:r>
                <a:r>
                  <a:rPr lang="en-US" altLang="ja-JP" dirty="0">
                    <a:ea typeface="游明朝" panose="02020400000000000000" pitchFamily="18" charset="-128"/>
                    <a:cs typeface="Times New Roman" panose="02020603050405020304" pitchFamily="18" charset="0"/>
                  </a:rPr>
                  <a:t>0.05)</a:t>
                </a:r>
                <a:endParaRPr lang="ja-JP" altLang="en-US" dirty="0"/>
              </a:p>
            </p:txBody>
          </p:sp>
          <p:pic>
            <p:nvPicPr>
              <p:cNvPr id="7" name="図 6" descr="テーブル&#10;&#10;AI 生成コンテンツは誤りを含む可能性があります。">
                <a:extLst>
                  <a:ext uri="{FF2B5EF4-FFF2-40B4-BE49-F238E27FC236}">
                    <a16:creationId xmlns:a16="http://schemas.microsoft.com/office/drawing/2014/main" id="{B1D3E917-4EB6-7B61-30A9-CB57A417991A}"/>
                  </a:ext>
                </a:extLst>
              </p:cNvPr>
              <p:cNvPicPr>
                <a:picLocks noChangeAspect="1"/>
              </p:cNvPicPr>
              <p:nvPr/>
            </p:nvPicPr>
            <p:blipFill rotWithShape="1">
              <a:blip r:embed="rId3"/>
              <a:srcRect t="12753"/>
              <a:stretch>
                <a:fillRect/>
              </a:stretch>
            </p:blipFill>
            <p:spPr bwMode="auto">
              <a:xfrm>
                <a:off x="868635" y="1630111"/>
                <a:ext cx="5104601" cy="1862701"/>
              </a:xfrm>
              <a:prstGeom prst="rect">
                <a:avLst/>
              </a:prstGeom>
              <a:ln>
                <a:noFill/>
              </a:ln>
              <a:extLst>
                <a:ext uri="{53640926-AAD7-44D8-BBD7-CCE9431645EC}">
                  <a14:shadowObscured xmlns:a14="http://schemas.microsoft.com/office/drawing/2010/main"/>
                </a:ext>
              </a:extLst>
            </p:spPr>
          </p:pic>
        </p:grpSp>
        <p:sp>
          <p:nvSpPr>
            <p:cNvPr id="10" name="四角形: 角を丸くする 9">
              <a:extLst>
                <a:ext uri="{FF2B5EF4-FFF2-40B4-BE49-F238E27FC236}">
                  <a16:creationId xmlns:a16="http://schemas.microsoft.com/office/drawing/2014/main" id="{2F350E9C-2ED2-8A17-7364-79D9675E2621}"/>
                </a:ext>
              </a:extLst>
            </p:cNvPr>
            <p:cNvSpPr/>
            <p:nvPr/>
          </p:nvSpPr>
          <p:spPr>
            <a:xfrm>
              <a:off x="3879673" y="2376498"/>
              <a:ext cx="547947" cy="1308249"/>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ja-JP" altLang="en-US" dirty="0">
                <a:highlight>
                  <a:srgbClr val="FFFF00"/>
                </a:highlight>
              </a:endParaRPr>
            </a:p>
          </p:txBody>
        </p:sp>
      </p:grpSp>
      <p:grpSp>
        <p:nvGrpSpPr>
          <p:cNvPr id="29" name="グループ化 28">
            <a:extLst>
              <a:ext uri="{FF2B5EF4-FFF2-40B4-BE49-F238E27FC236}">
                <a16:creationId xmlns:a16="http://schemas.microsoft.com/office/drawing/2014/main" id="{2CE8E5E4-BF8F-30FE-2325-CF974C81D69D}"/>
              </a:ext>
            </a:extLst>
          </p:cNvPr>
          <p:cNvGrpSpPr/>
          <p:nvPr/>
        </p:nvGrpSpPr>
        <p:grpSpPr>
          <a:xfrm>
            <a:off x="8820758" y="697981"/>
            <a:ext cx="6406242" cy="5658369"/>
            <a:chOff x="8916588" y="833637"/>
            <a:chExt cx="6406242" cy="5658369"/>
          </a:xfrm>
        </p:grpSpPr>
        <p:grpSp>
          <p:nvGrpSpPr>
            <p:cNvPr id="22" name="グループ化 21">
              <a:extLst>
                <a:ext uri="{FF2B5EF4-FFF2-40B4-BE49-F238E27FC236}">
                  <a16:creationId xmlns:a16="http://schemas.microsoft.com/office/drawing/2014/main" id="{E709DBD0-051E-5568-B4D1-2C50B27AE5EA}"/>
                </a:ext>
              </a:extLst>
            </p:cNvPr>
            <p:cNvGrpSpPr/>
            <p:nvPr/>
          </p:nvGrpSpPr>
          <p:grpSpPr>
            <a:xfrm>
              <a:off x="8916588" y="833637"/>
              <a:ext cx="6406242" cy="5658369"/>
              <a:chOff x="9059733" y="805472"/>
              <a:chExt cx="6406242" cy="5658369"/>
            </a:xfrm>
          </p:grpSpPr>
          <p:pic>
            <p:nvPicPr>
              <p:cNvPr id="23" name="図 22" descr="テーブル&#10;&#10;AI 生成コンテンツは誤りを含む可能性があります。">
                <a:extLst>
                  <a:ext uri="{FF2B5EF4-FFF2-40B4-BE49-F238E27FC236}">
                    <a16:creationId xmlns:a16="http://schemas.microsoft.com/office/drawing/2014/main" id="{28FAF085-571F-916A-2A7C-AA1DBA3430AB}"/>
                  </a:ext>
                </a:extLst>
              </p:cNvPr>
              <p:cNvPicPr>
                <a:picLocks noChangeAspect="1"/>
              </p:cNvPicPr>
              <p:nvPr/>
            </p:nvPicPr>
            <p:blipFill rotWithShape="1">
              <a:blip r:embed="rId4"/>
              <a:srcRect t="8119" r="28037"/>
              <a:stretch>
                <a:fillRect/>
              </a:stretch>
            </p:blipFill>
            <p:spPr bwMode="auto">
              <a:xfrm>
                <a:off x="9137969" y="1114489"/>
                <a:ext cx="2743200" cy="5349352"/>
              </a:xfrm>
              <a:prstGeom prst="rect">
                <a:avLst/>
              </a:prstGeom>
              <a:ln>
                <a:noFill/>
              </a:ln>
              <a:extLst>
                <a:ext uri="{53640926-AAD7-44D8-BBD7-CCE9431645EC}">
                  <a14:shadowObscured xmlns:a14="http://schemas.microsoft.com/office/drawing/2010/main"/>
                </a:ext>
              </a:extLst>
            </p:spPr>
          </p:pic>
          <p:sp>
            <p:nvSpPr>
              <p:cNvPr id="24" name="テキスト ボックス 23">
                <a:extLst>
                  <a:ext uri="{FF2B5EF4-FFF2-40B4-BE49-F238E27FC236}">
                    <a16:creationId xmlns:a16="http://schemas.microsoft.com/office/drawing/2014/main" id="{520D3CEB-FE29-A219-4F07-070186FE7E33}"/>
                  </a:ext>
                </a:extLst>
              </p:cNvPr>
              <p:cNvSpPr txBox="1"/>
              <p:nvPr/>
            </p:nvSpPr>
            <p:spPr>
              <a:xfrm>
                <a:off x="9059733" y="805472"/>
                <a:ext cx="6406242" cy="369332"/>
              </a:xfrm>
              <a:prstGeom prst="rect">
                <a:avLst/>
              </a:prstGeom>
              <a:noFill/>
            </p:spPr>
            <p:txBody>
              <a:bodyPr wrap="square">
                <a:spAutoFit/>
              </a:bodyPr>
              <a:lstStyle/>
              <a:p>
                <a:r>
                  <a:rPr lang="ja-JP" altLang="en-US" sz="1800" dirty="0">
                    <a:effectLst/>
                    <a:ea typeface="游明朝" panose="02020400000000000000" pitchFamily="18" charset="-128"/>
                    <a:cs typeface="Times New Roman" panose="02020603050405020304" pitchFamily="18" charset="0"/>
                  </a:rPr>
                  <a:t>時間の</a:t>
                </a:r>
                <a:r>
                  <a:rPr lang="ja-JP" altLang="ja-JP" sz="1800" dirty="0">
                    <a:effectLst/>
                    <a:ea typeface="游明朝" panose="02020400000000000000" pitchFamily="18" charset="-128"/>
                    <a:cs typeface="Times New Roman" panose="02020603050405020304" pitchFamily="18" charset="0"/>
                  </a:rPr>
                  <a:t>ペアごとの比較</a:t>
                </a:r>
                <a:r>
                  <a:rPr lang="en-US" altLang="ja-JP" dirty="0">
                    <a:ea typeface="游明朝" panose="02020400000000000000" pitchFamily="18" charset="-128"/>
                    <a:cs typeface="Times New Roman" panose="02020603050405020304" pitchFamily="18" charset="0"/>
                  </a:rPr>
                  <a:t>(p</a:t>
                </a:r>
                <a:r>
                  <a:rPr lang="ja-JP" altLang="en-US" dirty="0">
                    <a:ea typeface="游明朝" panose="02020400000000000000" pitchFamily="18" charset="-128"/>
                    <a:cs typeface="Times New Roman" panose="02020603050405020304" pitchFamily="18" charset="0"/>
                  </a:rPr>
                  <a:t>＜</a:t>
                </a:r>
                <a:r>
                  <a:rPr lang="en-US" altLang="ja-JP" dirty="0">
                    <a:ea typeface="游明朝" panose="02020400000000000000" pitchFamily="18" charset="-128"/>
                    <a:cs typeface="Times New Roman" panose="02020603050405020304" pitchFamily="18" charset="0"/>
                  </a:rPr>
                  <a:t>0.05)</a:t>
                </a:r>
                <a:endParaRPr lang="ja-JP" altLang="en-US" dirty="0"/>
              </a:p>
            </p:txBody>
          </p:sp>
        </p:grpSp>
        <p:sp>
          <p:nvSpPr>
            <p:cNvPr id="25" name="四角形: 角を丸くする 24">
              <a:extLst>
                <a:ext uri="{FF2B5EF4-FFF2-40B4-BE49-F238E27FC236}">
                  <a16:creationId xmlns:a16="http://schemas.microsoft.com/office/drawing/2014/main" id="{1FEDEC66-742C-4AB9-DB50-12FAA0FE966F}"/>
                </a:ext>
              </a:extLst>
            </p:cNvPr>
            <p:cNvSpPr/>
            <p:nvPr/>
          </p:nvSpPr>
          <p:spPr>
            <a:xfrm>
              <a:off x="11394500" y="1608366"/>
              <a:ext cx="272553" cy="4883639"/>
            </a:xfrm>
            <a:prstGeom prst="roundRect">
              <a:avLst/>
            </a:prstGeom>
            <a:noFill/>
            <a:ln w="19050" cap="flat" cmpd="sng" algn="ctr">
              <a:solidFill>
                <a:srgbClr val="92D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ja-JP" altLang="en-US" dirty="0">
                <a:highlight>
                  <a:srgbClr val="FFFF00"/>
                </a:highlight>
              </a:endParaRPr>
            </a:p>
          </p:txBody>
        </p:sp>
        <p:sp>
          <p:nvSpPr>
            <p:cNvPr id="26" name="四角形: 角を丸くする 25">
              <a:extLst>
                <a:ext uri="{FF2B5EF4-FFF2-40B4-BE49-F238E27FC236}">
                  <a16:creationId xmlns:a16="http://schemas.microsoft.com/office/drawing/2014/main" id="{EBB8CCB4-37AC-AFF6-35AD-EE6035FE1A78}"/>
                </a:ext>
              </a:extLst>
            </p:cNvPr>
            <p:cNvSpPr/>
            <p:nvPr/>
          </p:nvSpPr>
          <p:spPr>
            <a:xfrm>
              <a:off x="11393080" y="5305964"/>
              <a:ext cx="272554" cy="300906"/>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ja-JP" altLang="en-US" dirty="0">
                <a:highlight>
                  <a:srgbClr val="FFFF00"/>
                </a:highlight>
              </a:endParaRPr>
            </a:p>
          </p:txBody>
        </p:sp>
        <p:sp>
          <p:nvSpPr>
            <p:cNvPr id="27" name="四角形: 角を丸くする 26">
              <a:extLst>
                <a:ext uri="{FF2B5EF4-FFF2-40B4-BE49-F238E27FC236}">
                  <a16:creationId xmlns:a16="http://schemas.microsoft.com/office/drawing/2014/main" id="{73DF1D3A-10E4-0D76-A383-C0BE4D41D1EE}"/>
                </a:ext>
              </a:extLst>
            </p:cNvPr>
            <p:cNvSpPr/>
            <p:nvPr/>
          </p:nvSpPr>
          <p:spPr>
            <a:xfrm>
              <a:off x="11413268" y="6263865"/>
              <a:ext cx="252366" cy="206504"/>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ja-JP" altLang="en-US" dirty="0">
                <a:highlight>
                  <a:srgbClr val="FFFF00"/>
                </a:highlight>
              </a:endParaRPr>
            </a:p>
          </p:txBody>
        </p:sp>
        <p:sp>
          <p:nvSpPr>
            <p:cNvPr id="28" name="四角形: 角を丸くする 27">
              <a:extLst>
                <a:ext uri="{FF2B5EF4-FFF2-40B4-BE49-F238E27FC236}">
                  <a16:creationId xmlns:a16="http://schemas.microsoft.com/office/drawing/2014/main" id="{7BCC9DEC-38BC-CE19-53D1-4B05FD605300}"/>
                </a:ext>
              </a:extLst>
            </p:cNvPr>
            <p:cNvSpPr/>
            <p:nvPr/>
          </p:nvSpPr>
          <p:spPr>
            <a:xfrm>
              <a:off x="11426874" y="4498516"/>
              <a:ext cx="238760" cy="150453"/>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ja-JP" altLang="en-US" dirty="0">
                <a:highlight>
                  <a:srgbClr val="FFFF00"/>
                </a:highlight>
              </a:endParaRPr>
            </a:p>
          </p:txBody>
        </p:sp>
      </p:grpSp>
    </p:spTree>
    <p:extLst>
      <p:ext uri="{BB962C8B-B14F-4D97-AF65-F5344CB8AC3E}">
        <p14:creationId xmlns:p14="http://schemas.microsoft.com/office/powerpoint/2010/main" val="7777487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CE9033-2528-5EF0-A479-AE5546286C19}"/>
              </a:ext>
            </a:extLst>
          </p:cNvPr>
          <p:cNvSpPr>
            <a:spLocks noGrp="1"/>
          </p:cNvSpPr>
          <p:nvPr>
            <p:ph type="title"/>
          </p:nvPr>
        </p:nvSpPr>
        <p:spPr/>
        <p:txBody>
          <a:bodyPr/>
          <a:lstStyle/>
          <a:p>
            <a:r>
              <a:rPr kumimoji="1" lang="ja-JP" altLang="en-US" b="1">
                <a:solidFill>
                  <a:schemeClr val="bg1">
                    <a:lumMod val="65000"/>
                  </a:schemeClr>
                </a:solidFill>
              </a:rPr>
              <a:t>考察</a:t>
            </a:r>
          </a:p>
        </p:txBody>
      </p:sp>
      <p:sp>
        <p:nvSpPr>
          <p:cNvPr id="3" name="コンテンツ プレースホルダー 2">
            <a:extLst>
              <a:ext uri="{FF2B5EF4-FFF2-40B4-BE49-F238E27FC236}">
                <a16:creationId xmlns:a16="http://schemas.microsoft.com/office/drawing/2014/main" id="{F4051165-292E-D6AA-A7A3-C4AE56003354}"/>
              </a:ext>
            </a:extLst>
          </p:cNvPr>
          <p:cNvSpPr>
            <a:spLocks noGrp="1"/>
          </p:cNvSpPr>
          <p:nvPr>
            <p:ph idx="1"/>
          </p:nvPr>
        </p:nvSpPr>
        <p:spPr/>
        <p:txBody>
          <a:bodyPr>
            <a:normAutofit/>
          </a:bodyPr>
          <a:lstStyle/>
          <a:p>
            <a:pPr marL="0" indent="0">
              <a:buNone/>
            </a:pPr>
            <a:r>
              <a:rPr kumimoji="1" lang="ja-JP" altLang="en-US" dirty="0"/>
              <a:t>・</a:t>
            </a:r>
            <a:r>
              <a:rPr kumimoji="1" lang="en-US" altLang="ja-JP" dirty="0"/>
              <a:t>12</a:t>
            </a:r>
            <a:r>
              <a:rPr lang="en-US" altLang="ja-JP" dirty="0"/>
              <a:t>s</a:t>
            </a:r>
            <a:r>
              <a:rPr kumimoji="1" lang="ja-JP" altLang="en-US" dirty="0"/>
              <a:t>と</a:t>
            </a:r>
            <a:r>
              <a:rPr kumimoji="1" lang="en-US" altLang="ja-JP" dirty="0"/>
              <a:t>15s</a:t>
            </a:r>
            <a:r>
              <a:rPr kumimoji="1" lang="ja-JP" altLang="en-US" dirty="0"/>
              <a:t>と</a:t>
            </a:r>
            <a:r>
              <a:rPr kumimoji="1" lang="en-US" altLang="ja-JP" dirty="0"/>
              <a:t>18s</a:t>
            </a:r>
            <a:r>
              <a:rPr kumimoji="1" lang="ja-JP" altLang="en-US" dirty="0"/>
              <a:t>に有意差がない</a:t>
            </a:r>
            <a:endParaRPr kumimoji="1" lang="en-US" altLang="ja-JP" dirty="0"/>
          </a:p>
          <a:p>
            <a:pPr marL="0" indent="0">
              <a:buNone/>
            </a:pPr>
            <a:r>
              <a:rPr lang="ja-JP" altLang="en-US" dirty="0"/>
              <a:t>→瞳孔が再拡大し，瞳孔面積と</a:t>
            </a:r>
            <a:r>
              <a:rPr lang="en-US" altLang="ja-JP" dirty="0"/>
              <a:t>BL</a:t>
            </a:r>
            <a:r>
              <a:rPr lang="ja-JP" altLang="en-US" dirty="0"/>
              <a:t>（ベースライン）の差が小さくなることで有意差が見られなくなったと考えられる</a:t>
            </a:r>
            <a:endParaRPr lang="en-US" altLang="ja-JP" dirty="0"/>
          </a:p>
          <a:p>
            <a:pPr marL="0" indent="0">
              <a:buNone/>
            </a:pPr>
            <a:endParaRPr lang="en-US" altLang="ja-JP" dirty="0"/>
          </a:p>
          <a:p>
            <a:pPr marL="0" indent="0">
              <a:buNone/>
            </a:pPr>
            <a:r>
              <a:rPr lang="ja-JP" altLang="en-US" dirty="0"/>
              <a:t>・</a:t>
            </a:r>
            <a:r>
              <a:rPr lang="ja-JP" altLang="en-US" dirty="0">
                <a:solidFill>
                  <a:schemeClr val="accent6">
                    <a:lumMod val="75000"/>
                  </a:schemeClr>
                </a:solidFill>
              </a:rPr>
              <a:t>中</a:t>
            </a:r>
            <a:r>
              <a:rPr lang="ja-JP" altLang="ja-JP" dirty="0">
                <a:solidFill>
                  <a:schemeClr val="accent6">
                    <a:lumMod val="75000"/>
                  </a:schemeClr>
                </a:solidFill>
              </a:rPr>
              <a:t>波長光</a:t>
            </a:r>
            <a:r>
              <a:rPr lang="ja-JP" altLang="ja-JP" dirty="0"/>
              <a:t>輝度ごとの強さの有意確率は</a:t>
            </a:r>
            <a:r>
              <a:rPr lang="en-US" altLang="ja-JP" dirty="0"/>
              <a:t>(p&gt;0.05)</a:t>
            </a:r>
            <a:r>
              <a:rPr lang="ja-JP" altLang="ja-JP" dirty="0"/>
              <a:t>となり</a:t>
            </a:r>
            <a:r>
              <a:rPr lang="ja-JP" altLang="en-US" dirty="0"/>
              <a:t>，</a:t>
            </a:r>
            <a:endParaRPr lang="en-US" altLang="ja-JP" dirty="0"/>
          </a:p>
          <a:p>
            <a:pPr marL="0" indent="0">
              <a:buNone/>
            </a:pPr>
            <a:r>
              <a:rPr lang="ja-JP" altLang="en-US" dirty="0"/>
              <a:t>　</a:t>
            </a:r>
            <a:r>
              <a:rPr lang="ja-JP" altLang="ja-JP" dirty="0"/>
              <a:t>有意差は見られなかった</a:t>
            </a:r>
            <a:r>
              <a:rPr lang="ja-JP" altLang="en-US" dirty="0"/>
              <a:t>．</a:t>
            </a:r>
            <a:endParaRPr lang="en-US" altLang="ja-JP" dirty="0"/>
          </a:p>
          <a:p>
            <a:pPr marL="0" indent="0">
              <a:buNone/>
            </a:pPr>
            <a:r>
              <a:rPr lang="ja-JP" altLang="en-US" dirty="0"/>
              <a:t>→短波長光が強すぎて</a:t>
            </a:r>
            <a:r>
              <a:rPr lang="ja-JP" altLang="en-US" dirty="0">
                <a:solidFill>
                  <a:schemeClr val="accent6">
                    <a:lumMod val="75000"/>
                  </a:schemeClr>
                </a:solidFill>
              </a:rPr>
              <a:t>中波長光</a:t>
            </a:r>
            <a:r>
              <a:rPr lang="ja-JP" altLang="en-US" dirty="0"/>
              <a:t>による回復の効果が見られなかっ　　　　　　　たのではないかと考えた</a:t>
            </a:r>
            <a:endParaRPr lang="en-US" altLang="ja-JP" dirty="0"/>
          </a:p>
          <a:p>
            <a:pPr marL="0" indent="0">
              <a:buNone/>
            </a:pPr>
            <a:endParaRPr kumimoji="1" lang="en-US" altLang="ja-JP" dirty="0"/>
          </a:p>
        </p:txBody>
      </p:sp>
      <p:sp>
        <p:nvSpPr>
          <p:cNvPr id="4" name="スライド番号プレースホルダー 3">
            <a:extLst>
              <a:ext uri="{FF2B5EF4-FFF2-40B4-BE49-F238E27FC236}">
                <a16:creationId xmlns:a16="http://schemas.microsoft.com/office/drawing/2014/main" id="{BCA76767-ACC2-3251-191F-8B17B4444C7F}"/>
              </a:ext>
            </a:extLst>
          </p:cNvPr>
          <p:cNvSpPr>
            <a:spLocks noGrp="1"/>
          </p:cNvSpPr>
          <p:nvPr>
            <p:ph type="sldNum" sz="quarter" idx="12"/>
          </p:nvPr>
        </p:nvSpPr>
        <p:spPr/>
        <p:txBody>
          <a:bodyPr/>
          <a:lstStyle/>
          <a:p>
            <a:fld id="{15850237-4F5E-434F-B1A9-6179087F5D60}" type="slidenum">
              <a:rPr kumimoji="1" lang="ja-JP" altLang="en-US" smtClean="0"/>
              <a:t>17</a:t>
            </a:fld>
            <a:endParaRPr kumimoji="1" lang="ja-JP" altLang="en-US"/>
          </a:p>
        </p:txBody>
      </p:sp>
      <p:cxnSp>
        <p:nvCxnSpPr>
          <p:cNvPr id="6" name="直線コネクタ 5">
            <a:extLst>
              <a:ext uri="{FF2B5EF4-FFF2-40B4-BE49-F238E27FC236}">
                <a16:creationId xmlns:a16="http://schemas.microsoft.com/office/drawing/2014/main" id="{FB48B0E2-3B2D-F626-9997-C26C33FB1B94}"/>
              </a:ext>
            </a:extLst>
          </p:cNvPr>
          <p:cNvCxnSpPr>
            <a:cxnSpLocks/>
          </p:cNvCxnSpPr>
          <p:nvPr/>
        </p:nvCxnSpPr>
        <p:spPr>
          <a:xfrm>
            <a:off x="922276" y="1333537"/>
            <a:ext cx="7431578" cy="0"/>
          </a:xfrm>
          <a:prstGeom prst="line">
            <a:avLst/>
          </a:prstGeom>
          <a:ln w="28575">
            <a:solidFill>
              <a:schemeClr val="accent1">
                <a:lumMod val="40000"/>
                <a:lumOff val="60000"/>
              </a:schemeClr>
            </a:solidFill>
          </a:ln>
          <a:effectLst>
            <a:glow rad="101600">
              <a:schemeClr val="accent1">
                <a:satMod val="175000"/>
                <a:alpha val="40000"/>
              </a:schemeClr>
            </a:glo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258102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31B5F-FFCC-F1E4-83DD-B131245B7D5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32CE268-EF52-9FB1-B541-80B09887C36B}"/>
              </a:ext>
            </a:extLst>
          </p:cNvPr>
          <p:cNvSpPr>
            <a:spLocks noGrp="1"/>
          </p:cNvSpPr>
          <p:nvPr>
            <p:ph type="title"/>
          </p:nvPr>
        </p:nvSpPr>
        <p:spPr>
          <a:xfrm>
            <a:off x="4037027" y="2642633"/>
            <a:ext cx="4117946" cy="1572733"/>
          </a:xfrm>
        </p:spPr>
        <p:txBody>
          <a:bodyPr>
            <a:normAutofit/>
          </a:bodyPr>
          <a:lstStyle/>
          <a:p>
            <a:pPr algn="ctr"/>
            <a:r>
              <a:rPr kumimoji="1" lang="ja-JP" altLang="en-US" sz="5400" dirty="0"/>
              <a:t>実験２</a:t>
            </a:r>
          </a:p>
        </p:txBody>
      </p:sp>
      <p:sp>
        <p:nvSpPr>
          <p:cNvPr id="3" name="スライド番号プレースホルダー 2">
            <a:extLst>
              <a:ext uri="{FF2B5EF4-FFF2-40B4-BE49-F238E27FC236}">
                <a16:creationId xmlns:a16="http://schemas.microsoft.com/office/drawing/2014/main" id="{0D1C7B78-A8B4-12A3-118E-0BCECBA2E72E}"/>
              </a:ext>
            </a:extLst>
          </p:cNvPr>
          <p:cNvSpPr>
            <a:spLocks noGrp="1"/>
          </p:cNvSpPr>
          <p:nvPr>
            <p:ph type="sldNum" sz="quarter" idx="12"/>
          </p:nvPr>
        </p:nvSpPr>
        <p:spPr/>
        <p:txBody>
          <a:bodyPr/>
          <a:lstStyle/>
          <a:p>
            <a:fld id="{15850237-4F5E-434F-B1A9-6179087F5D60}" type="slidenum">
              <a:rPr kumimoji="1" lang="ja-JP" altLang="en-US" smtClean="0"/>
              <a:t>18</a:t>
            </a:fld>
            <a:endParaRPr kumimoji="1" lang="ja-JP" altLang="en-US"/>
          </a:p>
        </p:txBody>
      </p:sp>
    </p:spTree>
    <p:extLst>
      <p:ext uri="{BB962C8B-B14F-4D97-AF65-F5344CB8AC3E}">
        <p14:creationId xmlns:p14="http://schemas.microsoft.com/office/powerpoint/2010/main" val="25367926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0D15D-0CF1-05F3-57C2-B8A9D4F3C3B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CA59359-C548-69EB-C98F-1590D8CFAE59}"/>
              </a:ext>
            </a:extLst>
          </p:cNvPr>
          <p:cNvSpPr>
            <a:spLocks noGrp="1"/>
          </p:cNvSpPr>
          <p:nvPr>
            <p:ph type="title"/>
          </p:nvPr>
        </p:nvSpPr>
        <p:spPr>
          <a:xfrm>
            <a:off x="838200" y="500062"/>
            <a:ext cx="10515600" cy="1325563"/>
          </a:xfrm>
        </p:spPr>
        <p:txBody>
          <a:bodyPr/>
          <a:lstStyle/>
          <a:p>
            <a:r>
              <a:rPr kumimoji="1" lang="ja-JP" altLang="en-US" b="1" dirty="0">
                <a:solidFill>
                  <a:schemeClr val="bg1">
                    <a:lumMod val="65000"/>
                  </a:schemeClr>
                </a:solidFill>
              </a:rPr>
              <a:t>実験条件２</a:t>
            </a:r>
          </a:p>
        </p:txBody>
      </p:sp>
      <p:sp>
        <p:nvSpPr>
          <p:cNvPr id="3" name="コンテンツ プレースホルダー 2">
            <a:extLst>
              <a:ext uri="{FF2B5EF4-FFF2-40B4-BE49-F238E27FC236}">
                <a16:creationId xmlns:a16="http://schemas.microsoft.com/office/drawing/2014/main" id="{165ABB49-DEFD-D759-FFD8-5B974805B26D}"/>
              </a:ext>
            </a:extLst>
          </p:cNvPr>
          <p:cNvSpPr>
            <a:spLocks noGrp="1"/>
          </p:cNvSpPr>
          <p:nvPr>
            <p:ph idx="1"/>
          </p:nvPr>
        </p:nvSpPr>
        <p:spPr/>
        <p:txBody>
          <a:bodyPr>
            <a:normAutofit fontScale="92500" lnSpcReduction="20000"/>
          </a:bodyPr>
          <a:lstStyle/>
          <a:p>
            <a:pPr marL="0" indent="0">
              <a:buNone/>
            </a:pPr>
            <a:r>
              <a:rPr lang="ja-JP" altLang="en-US" b="1" dirty="0"/>
              <a:t>・</a:t>
            </a:r>
            <a:r>
              <a:rPr kumimoji="1" lang="ja-JP" altLang="en-US" dirty="0"/>
              <a:t>場所　</a:t>
            </a:r>
            <a:r>
              <a:rPr kumimoji="1" lang="en-US" altLang="ja-JP" dirty="0"/>
              <a:t>…</a:t>
            </a:r>
            <a:r>
              <a:rPr kumimoji="1" lang="ja-JP" altLang="en-US" dirty="0"/>
              <a:t>　</a:t>
            </a:r>
            <a:r>
              <a:rPr lang="ja-JP" altLang="en-US" dirty="0"/>
              <a:t>東海大学</a:t>
            </a:r>
            <a:r>
              <a:rPr lang="en-US" altLang="ja-JP" dirty="0"/>
              <a:t>19</a:t>
            </a:r>
            <a:r>
              <a:rPr lang="ja-JP" altLang="en-US" dirty="0"/>
              <a:t>号館</a:t>
            </a:r>
            <a:r>
              <a:rPr lang="en-US" altLang="ja-JP" dirty="0"/>
              <a:t>6</a:t>
            </a:r>
            <a:r>
              <a:rPr lang="ja-JP" altLang="en-US" dirty="0"/>
              <a:t>階</a:t>
            </a:r>
            <a:r>
              <a:rPr lang="en-US" altLang="ja-JP" dirty="0"/>
              <a:t>629</a:t>
            </a:r>
            <a:r>
              <a:rPr lang="ja-JP" altLang="en-US" dirty="0"/>
              <a:t>室 シールドルーム</a:t>
            </a:r>
            <a:endParaRPr lang="en-US" altLang="ja-JP" dirty="0"/>
          </a:p>
          <a:p>
            <a:endParaRPr kumimoji="1" lang="en-US" altLang="ja-JP" dirty="0"/>
          </a:p>
          <a:p>
            <a:pPr marL="0" indent="0">
              <a:buNone/>
            </a:pPr>
            <a:r>
              <a:rPr lang="ja-JP" altLang="en-US" b="1" dirty="0"/>
              <a:t>・</a:t>
            </a:r>
            <a:r>
              <a:rPr lang="ja-JP" altLang="en-US" dirty="0"/>
              <a:t>被験者　</a:t>
            </a:r>
            <a:r>
              <a:rPr lang="en-US" altLang="ja-JP" dirty="0"/>
              <a:t>…</a:t>
            </a:r>
            <a:r>
              <a:rPr lang="ja-JP" altLang="en-US" dirty="0"/>
              <a:t>　</a:t>
            </a:r>
            <a:r>
              <a:rPr lang="en-US" altLang="ja-JP" dirty="0"/>
              <a:t>20</a:t>
            </a:r>
            <a:r>
              <a:rPr lang="ja-JP" altLang="en-US" dirty="0"/>
              <a:t>歳～</a:t>
            </a:r>
            <a:r>
              <a:rPr lang="en-US" altLang="ja-JP" dirty="0"/>
              <a:t>22</a:t>
            </a:r>
            <a:r>
              <a:rPr lang="ja-JP" altLang="en-US" dirty="0"/>
              <a:t>歳</a:t>
            </a:r>
            <a:r>
              <a:rPr lang="en-US" altLang="ja-JP" sz="1900" dirty="0"/>
              <a:t>(</a:t>
            </a:r>
            <a:r>
              <a:rPr lang="ja-JP" altLang="en-US" sz="1900" dirty="0"/>
              <a:t>平均年齢</a:t>
            </a:r>
            <a:r>
              <a:rPr lang="en-US" altLang="ja-JP" sz="1900" dirty="0"/>
              <a:t>21.0</a:t>
            </a:r>
            <a:r>
              <a:rPr lang="ja-JP" altLang="en-US" sz="1900" dirty="0"/>
              <a:t>歳</a:t>
            </a:r>
            <a:r>
              <a:rPr lang="en-US" altLang="ja-JP" sz="1900" dirty="0"/>
              <a:t>)</a:t>
            </a:r>
            <a:r>
              <a:rPr lang="ja-JP" altLang="en-US" dirty="0"/>
              <a:t>の男女</a:t>
            </a:r>
            <a:r>
              <a:rPr lang="en-US" altLang="ja-JP" dirty="0"/>
              <a:t>8</a:t>
            </a:r>
            <a:r>
              <a:rPr lang="ja-JP" altLang="en-US" dirty="0"/>
              <a:t>名</a:t>
            </a:r>
            <a:r>
              <a:rPr lang="en-US" altLang="ja-JP" sz="1900" dirty="0"/>
              <a:t>(</a:t>
            </a:r>
            <a:r>
              <a:rPr lang="ja-JP" altLang="en-US" sz="1900" dirty="0"/>
              <a:t>男性</a:t>
            </a:r>
            <a:r>
              <a:rPr lang="en-US" altLang="ja-JP" sz="1900" dirty="0"/>
              <a:t>4</a:t>
            </a:r>
            <a:r>
              <a:rPr lang="ja-JP" altLang="en-US" sz="1900" dirty="0"/>
              <a:t>名，女性</a:t>
            </a:r>
            <a:r>
              <a:rPr lang="en-US" altLang="ja-JP" sz="1900" dirty="0"/>
              <a:t>4</a:t>
            </a:r>
            <a:r>
              <a:rPr lang="ja-JP" altLang="en-US" sz="1900" dirty="0"/>
              <a:t>名</a:t>
            </a:r>
            <a:r>
              <a:rPr lang="en-US" altLang="ja-JP" sz="1900" dirty="0"/>
              <a:t>)</a:t>
            </a:r>
          </a:p>
          <a:p>
            <a:pPr marL="0" indent="0">
              <a:buNone/>
            </a:pPr>
            <a:r>
              <a:rPr lang="ja-JP" altLang="en-US" dirty="0"/>
              <a:t>                     前日と当日のカフェイン，アルコールは摂取禁止</a:t>
            </a:r>
            <a:endParaRPr lang="en-US" altLang="ja-JP" dirty="0"/>
          </a:p>
          <a:p>
            <a:pPr marL="0" indent="0">
              <a:buNone/>
            </a:pPr>
            <a:endParaRPr lang="en-US" altLang="ja-JP" b="1" dirty="0"/>
          </a:p>
          <a:p>
            <a:pPr marL="0" indent="0">
              <a:buNone/>
            </a:pPr>
            <a:r>
              <a:rPr lang="ja-JP" altLang="en-US" b="1" dirty="0"/>
              <a:t>・</a:t>
            </a:r>
            <a:r>
              <a:rPr lang="ja-JP" altLang="en-US" dirty="0"/>
              <a:t>瞳孔計と</a:t>
            </a:r>
            <a:r>
              <a:rPr lang="en-US" altLang="ja-JP" dirty="0"/>
              <a:t>LED</a:t>
            </a:r>
            <a:r>
              <a:rPr lang="ja-JP" altLang="en-US" dirty="0"/>
              <a:t>光源を使用し計測</a:t>
            </a:r>
            <a:endParaRPr lang="en-US" altLang="ja-JP" dirty="0"/>
          </a:p>
          <a:p>
            <a:pPr marL="0" indent="0">
              <a:buNone/>
            </a:pPr>
            <a:endParaRPr lang="en-US" altLang="ja-JP" dirty="0"/>
          </a:p>
          <a:p>
            <a:pPr marL="0" indent="0">
              <a:buNone/>
            </a:pPr>
            <a:r>
              <a:rPr lang="ja-JP" altLang="en-US" b="1" dirty="0"/>
              <a:t>・</a:t>
            </a:r>
            <a:r>
              <a:rPr lang="ja-JP" altLang="en-US" dirty="0"/>
              <a:t>シールドルーム内は一番暗い明かりに設定（</a:t>
            </a:r>
            <a:r>
              <a:rPr lang="en-US" altLang="ja-JP" dirty="0"/>
              <a:t>16.1 lx</a:t>
            </a:r>
            <a:r>
              <a:rPr lang="ja-JP" altLang="en-US" dirty="0"/>
              <a:t>）</a:t>
            </a:r>
            <a:endParaRPr lang="en-US" altLang="ja-JP" dirty="0"/>
          </a:p>
          <a:p>
            <a:pPr marL="0" indent="0">
              <a:buNone/>
            </a:pPr>
            <a:endParaRPr lang="en-US" altLang="ja-JP" dirty="0"/>
          </a:p>
          <a:p>
            <a:pPr marL="0" indent="0">
              <a:buNone/>
            </a:pPr>
            <a:r>
              <a:rPr lang="ja-JP" altLang="en-US" b="1" dirty="0"/>
              <a:t>・</a:t>
            </a:r>
            <a:r>
              <a:rPr lang="ja-JP" altLang="en-US" dirty="0"/>
              <a:t>顎台から，拡散板までの距離</a:t>
            </a:r>
            <a:r>
              <a:rPr lang="en-US" altLang="ja-JP" dirty="0"/>
              <a:t>56cm</a:t>
            </a:r>
            <a:r>
              <a:rPr lang="ja-JP" altLang="en-US" dirty="0"/>
              <a:t>，視野角左右８度ずつ</a:t>
            </a:r>
            <a:endParaRPr lang="en-US" altLang="ja-JP" dirty="0"/>
          </a:p>
          <a:p>
            <a:pPr marL="0" indent="0">
              <a:buNone/>
            </a:pPr>
            <a:endParaRPr lang="en-US" altLang="ja-JP" dirty="0"/>
          </a:p>
        </p:txBody>
      </p:sp>
      <p:sp>
        <p:nvSpPr>
          <p:cNvPr id="4" name="スライド番号プレースホルダー 3">
            <a:extLst>
              <a:ext uri="{FF2B5EF4-FFF2-40B4-BE49-F238E27FC236}">
                <a16:creationId xmlns:a16="http://schemas.microsoft.com/office/drawing/2014/main" id="{E28371B5-F57C-C23D-5CA0-12C973A6DC56}"/>
              </a:ext>
            </a:extLst>
          </p:cNvPr>
          <p:cNvSpPr>
            <a:spLocks noGrp="1"/>
          </p:cNvSpPr>
          <p:nvPr>
            <p:ph type="sldNum" sz="quarter" idx="12"/>
          </p:nvPr>
        </p:nvSpPr>
        <p:spPr/>
        <p:txBody>
          <a:bodyPr/>
          <a:lstStyle/>
          <a:p>
            <a:fld id="{15850237-4F5E-434F-B1A9-6179087F5D60}" type="slidenum">
              <a:rPr kumimoji="1" lang="ja-JP" altLang="en-US" smtClean="0"/>
              <a:t>19</a:t>
            </a:fld>
            <a:endParaRPr kumimoji="1" lang="ja-JP" altLang="en-US"/>
          </a:p>
        </p:txBody>
      </p:sp>
      <p:cxnSp>
        <p:nvCxnSpPr>
          <p:cNvPr id="6" name="直線コネクタ 5">
            <a:extLst>
              <a:ext uri="{FF2B5EF4-FFF2-40B4-BE49-F238E27FC236}">
                <a16:creationId xmlns:a16="http://schemas.microsoft.com/office/drawing/2014/main" id="{DE410FF2-9FEE-86F6-15E8-D3F0FA03D52A}"/>
              </a:ext>
            </a:extLst>
          </p:cNvPr>
          <p:cNvCxnSpPr>
            <a:cxnSpLocks/>
          </p:cNvCxnSpPr>
          <p:nvPr/>
        </p:nvCxnSpPr>
        <p:spPr>
          <a:xfrm>
            <a:off x="838200" y="1493107"/>
            <a:ext cx="7431578" cy="0"/>
          </a:xfrm>
          <a:prstGeom prst="line">
            <a:avLst/>
          </a:prstGeom>
          <a:ln w="28575">
            <a:solidFill>
              <a:srgbClr val="FFC000"/>
            </a:solidFill>
          </a:ln>
          <a:effectLst>
            <a:glow rad="101600">
              <a:schemeClr val="accent2">
                <a:satMod val="175000"/>
                <a:alpha val="40000"/>
              </a:schemeClr>
            </a:glo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705582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18590-1D4F-1485-7A09-FEEE211A7E5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EFA7C80-31DE-C3C6-3E02-6E45C9BEE952}"/>
              </a:ext>
            </a:extLst>
          </p:cNvPr>
          <p:cNvSpPr>
            <a:spLocks noGrp="1"/>
          </p:cNvSpPr>
          <p:nvPr>
            <p:ph type="title"/>
          </p:nvPr>
        </p:nvSpPr>
        <p:spPr>
          <a:xfrm>
            <a:off x="838200" y="251514"/>
            <a:ext cx="10515600" cy="1325563"/>
          </a:xfrm>
        </p:spPr>
        <p:txBody>
          <a:bodyPr/>
          <a:lstStyle/>
          <a:p>
            <a:r>
              <a:rPr lang="ja-JP" altLang="en-US" b="1" dirty="0">
                <a:solidFill>
                  <a:schemeClr val="bg1">
                    <a:lumMod val="65000"/>
                  </a:schemeClr>
                </a:solidFill>
              </a:rPr>
              <a:t>光の条件２</a:t>
            </a:r>
            <a:r>
              <a:rPr lang="en-US" altLang="ja-JP" b="1" dirty="0">
                <a:solidFill>
                  <a:schemeClr val="bg1">
                    <a:lumMod val="65000"/>
                  </a:schemeClr>
                </a:solidFill>
              </a:rPr>
              <a:t>(</a:t>
            </a:r>
            <a:r>
              <a:rPr lang="ja-JP" altLang="en-US" b="1" dirty="0">
                <a:solidFill>
                  <a:schemeClr val="bg1">
                    <a:lumMod val="65000"/>
                  </a:schemeClr>
                </a:solidFill>
              </a:rPr>
              <a:t>分光波長</a:t>
            </a:r>
            <a:r>
              <a:rPr lang="en-US" altLang="ja-JP" b="1" dirty="0">
                <a:solidFill>
                  <a:schemeClr val="bg1">
                    <a:lumMod val="65000"/>
                  </a:schemeClr>
                </a:solidFill>
              </a:rPr>
              <a:t>)</a:t>
            </a:r>
            <a:endParaRPr kumimoji="1" lang="ja-JP" altLang="en-US" b="1" dirty="0">
              <a:solidFill>
                <a:schemeClr val="bg1">
                  <a:lumMod val="65000"/>
                </a:schemeClr>
              </a:solidFill>
            </a:endParaRPr>
          </a:p>
        </p:txBody>
      </p:sp>
      <p:sp>
        <p:nvSpPr>
          <p:cNvPr id="12" name="テキスト ボックス 11">
            <a:extLst>
              <a:ext uri="{FF2B5EF4-FFF2-40B4-BE49-F238E27FC236}">
                <a16:creationId xmlns:a16="http://schemas.microsoft.com/office/drawing/2014/main" id="{3C982198-62DD-5F68-6ECD-AEC599891427}"/>
              </a:ext>
            </a:extLst>
          </p:cNvPr>
          <p:cNvSpPr txBox="1"/>
          <p:nvPr/>
        </p:nvSpPr>
        <p:spPr>
          <a:xfrm>
            <a:off x="7109547" y="4662805"/>
            <a:ext cx="4495800" cy="135421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altLang="ja-JP" sz="2000" dirty="0"/>
              <a:t> </a:t>
            </a:r>
            <a:r>
              <a:rPr lang="ja-JP" altLang="en-US" sz="2000" dirty="0">
                <a:solidFill>
                  <a:srgbClr val="0070C0"/>
                </a:solidFill>
              </a:rPr>
              <a:t>短波長光</a:t>
            </a:r>
            <a:r>
              <a:rPr lang="en-US" altLang="ja-JP" sz="2000" dirty="0">
                <a:solidFill>
                  <a:srgbClr val="0070C0"/>
                </a:solidFill>
              </a:rPr>
              <a:t>B48</a:t>
            </a:r>
            <a:r>
              <a:rPr lang="en-US" altLang="ja-JP" sz="2000" dirty="0"/>
              <a:t>:</a:t>
            </a:r>
            <a:r>
              <a:rPr lang="ja-JP" altLang="en-US" sz="2000" dirty="0"/>
              <a:t>　</a:t>
            </a:r>
            <a:r>
              <a:rPr lang="en-US" altLang="ja-JP" sz="2000" dirty="0"/>
              <a:t>48.78   [cd/m</a:t>
            </a:r>
            <a:r>
              <a:rPr lang="en-US" altLang="ja-JP" sz="2000" baseline="30000" dirty="0"/>
              <a:t>2</a:t>
            </a:r>
            <a:r>
              <a:rPr lang="en-US" altLang="ja-JP" sz="2000" dirty="0"/>
              <a:t>]</a:t>
            </a:r>
          </a:p>
          <a:p>
            <a:r>
              <a:rPr lang="ja-JP" altLang="en-US" sz="2000" dirty="0">
                <a:solidFill>
                  <a:schemeClr val="accent6">
                    <a:lumMod val="75000"/>
                  </a:schemeClr>
                </a:solidFill>
              </a:rPr>
              <a:t> 中波長光</a:t>
            </a:r>
            <a:r>
              <a:rPr lang="en-US" altLang="ja-JP" sz="2000" dirty="0"/>
              <a:t>(</a:t>
            </a:r>
            <a:r>
              <a:rPr lang="en-US" altLang="ja-JP" sz="2000" dirty="0">
                <a:solidFill>
                  <a:schemeClr val="accent6">
                    <a:lumMod val="75000"/>
                  </a:schemeClr>
                </a:solidFill>
              </a:rPr>
              <a:t>G17</a:t>
            </a:r>
            <a:r>
              <a:rPr lang="en-US" altLang="ja-JP" sz="2000" dirty="0"/>
              <a:t>):17.97cd/m</a:t>
            </a:r>
            <a:r>
              <a:rPr lang="ja-JP" altLang="ja-JP" sz="2000" dirty="0"/>
              <a:t>²</a:t>
            </a:r>
            <a:endParaRPr lang="en-US" altLang="ja-JP" sz="2000" dirty="0"/>
          </a:p>
          <a:p>
            <a:r>
              <a:rPr lang="ja-JP" altLang="en-US" sz="2000" dirty="0">
                <a:solidFill>
                  <a:srgbClr val="00B050"/>
                </a:solidFill>
              </a:rPr>
              <a:t> </a:t>
            </a:r>
            <a:r>
              <a:rPr lang="ja-JP" altLang="en-US" sz="2000" dirty="0">
                <a:solidFill>
                  <a:schemeClr val="accent6">
                    <a:lumMod val="75000"/>
                  </a:schemeClr>
                </a:solidFill>
              </a:rPr>
              <a:t>中波長光</a:t>
            </a:r>
            <a:r>
              <a:rPr lang="en-US" altLang="ja-JP" sz="2000" dirty="0"/>
              <a:t>(</a:t>
            </a:r>
            <a:r>
              <a:rPr lang="en-US" altLang="ja-JP" sz="2000" dirty="0">
                <a:solidFill>
                  <a:schemeClr val="accent6">
                    <a:lumMod val="75000"/>
                  </a:schemeClr>
                </a:solidFill>
              </a:rPr>
              <a:t>G53</a:t>
            </a:r>
            <a:r>
              <a:rPr lang="en-US" altLang="ja-JP" sz="2000" dirty="0"/>
              <a:t>):53.08cd/m</a:t>
            </a:r>
            <a:r>
              <a:rPr lang="ja-JP" altLang="ja-JP" sz="2000" dirty="0"/>
              <a:t>²</a:t>
            </a:r>
            <a:endParaRPr lang="en-US" altLang="ja-JP" sz="2000" dirty="0"/>
          </a:p>
          <a:p>
            <a:r>
              <a:rPr lang="ja-JP" altLang="en-US" sz="2000" dirty="0">
                <a:solidFill>
                  <a:srgbClr val="00B050"/>
                </a:solidFill>
              </a:rPr>
              <a:t> </a:t>
            </a:r>
            <a:r>
              <a:rPr lang="ja-JP" altLang="en-US" sz="2000" dirty="0">
                <a:solidFill>
                  <a:schemeClr val="accent6">
                    <a:lumMod val="75000"/>
                  </a:schemeClr>
                </a:solidFill>
              </a:rPr>
              <a:t>中波長光</a:t>
            </a:r>
            <a:r>
              <a:rPr lang="en-US" altLang="ja-JP" sz="2000" dirty="0"/>
              <a:t>(</a:t>
            </a:r>
            <a:r>
              <a:rPr lang="en-US" altLang="ja-JP" sz="2000" dirty="0">
                <a:solidFill>
                  <a:schemeClr val="accent6">
                    <a:lumMod val="75000"/>
                  </a:schemeClr>
                </a:solidFill>
              </a:rPr>
              <a:t>G80</a:t>
            </a:r>
            <a:r>
              <a:rPr lang="en-US" altLang="ja-JP" sz="2000" dirty="0"/>
              <a:t>):80.22cd/m</a:t>
            </a:r>
            <a:r>
              <a:rPr lang="ja-JP" altLang="ja-JP" sz="2000" dirty="0"/>
              <a:t>²</a:t>
            </a:r>
            <a:endParaRPr lang="en-US" altLang="ja-JP" sz="2000" dirty="0"/>
          </a:p>
        </p:txBody>
      </p:sp>
      <p:sp>
        <p:nvSpPr>
          <p:cNvPr id="3" name="スライド番号プレースホルダー 2">
            <a:extLst>
              <a:ext uri="{FF2B5EF4-FFF2-40B4-BE49-F238E27FC236}">
                <a16:creationId xmlns:a16="http://schemas.microsoft.com/office/drawing/2014/main" id="{58D5741B-8592-18FA-27DE-AF647774DFB0}"/>
              </a:ext>
            </a:extLst>
          </p:cNvPr>
          <p:cNvSpPr>
            <a:spLocks noGrp="1"/>
          </p:cNvSpPr>
          <p:nvPr>
            <p:ph type="sldNum" sz="quarter" idx="12"/>
          </p:nvPr>
        </p:nvSpPr>
        <p:spPr/>
        <p:txBody>
          <a:bodyPr/>
          <a:lstStyle/>
          <a:p>
            <a:fld id="{15850237-4F5E-434F-B1A9-6179087F5D60}" type="slidenum">
              <a:rPr kumimoji="1" lang="ja-JP" altLang="en-US" smtClean="0"/>
              <a:t>20</a:t>
            </a:fld>
            <a:endParaRPr kumimoji="1" lang="ja-JP" altLang="en-US" dirty="0"/>
          </a:p>
        </p:txBody>
      </p:sp>
      <p:cxnSp>
        <p:nvCxnSpPr>
          <p:cNvPr id="5" name="直線コネクタ 4">
            <a:extLst>
              <a:ext uri="{FF2B5EF4-FFF2-40B4-BE49-F238E27FC236}">
                <a16:creationId xmlns:a16="http://schemas.microsoft.com/office/drawing/2014/main" id="{56B588C7-CB2A-5270-94C0-6D65ECF9B9DD}"/>
              </a:ext>
            </a:extLst>
          </p:cNvPr>
          <p:cNvCxnSpPr>
            <a:cxnSpLocks/>
          </p:cNvCxnSpPr>
          <p:nvPr/>
        </p:nvCxnSpPr>
        <p:spPr>
          <a:xfrm>
            <a:off x="838200" y="1179532"/>
            <a:ext cx="7431578" cy="0"/>
          </a:xfrm>
          <a:prstGeom prst="line">
            <a:avLst/>
          </a:prstGeom>
          <a:ln w="28575">
            <a:solidFill>
              <a:schemeClr val="accent1">
                <a:lumMod val="40000"/>
                <a:lumOff val="60000"/>
              </a:schemeClr>
            </a:solidFill>
          </a:ln>
          <a:effectLst>
            <a:glow rad="101600">
              <a:schemeClr val="accent1">
                <a:satMod val="175000"/>
                <a:alpha val="40000"/>
              </a:schemeClr>
            </a:glow>
          </a:effectLst>
        </p:spPr>
        <p:style>
          <a:lnRef idx="2">
            <a:schemeClr val="accent1"/>
          </a:lnRef>
          <a:fillRef idx="0">
            <a:schemeClr val="accent1"/>
          </a:fillRef>
          <a:effectRef idx="1">
            <a:schemeClr val="accent1"/>
          </a:effectRef>
          <a:fontRef idx="minor">
            <a:schemeClr val="tx1"/>
          </a:fontRef>
        </p:style>
      </p:cxnSp>
      <p:sp>
        <p:nvSpPr>
          <p:cNvPr id="4" name="テキスト ボックス 3">
            <a:extLst>
              <a:ext uri="{FF2B5EF4-FFF2-40B4-BE49-F238E27FC236}">
                <a16:creationId xmlns:a16="http://schemas.microsoft.com/office/drawing/2014/main" id="{3B31856A-9DBA-084A-EF70-1764D2420117}"/>
              </a:ext>
            </a:extLst>
          </p:cNvPr>
          <p:cNvSpPr txBox="1"/>
          <p:nvPr/>
        </p:nvSpPr>
        <p:spPr>
          <a:xfrm>
            <a:off x="5500096" y="3746064"/>
            <a:ext cx="1346200" cy="276999"/>
          </a:xfrm>
          <a:prstGeom prst="rect">
            <a:avLst/>
          </a:prstGeom>
          <a:noFill/>
        </p:spPr>
        <p:txBody>
          <a:bodyPr wrap="square" rtlCol="0">
            <a:spAutoFit/>
          </a:bodyPr>
          <a:lstStyle/>
          <a:p>
            <a:pPr algn="ctr"/>
            <a:r>
              <a:rPr kumimoji="1" lang="ja-JP" altLang="en-US" sz="1200" dirty="0"/>
              <a:t>波長</a:t>
            </a:r>
            <a:r>
              <a:rPr kumimoji="1" lang="en-US" altLang="ja-JP" sz="1200" dirty="0"/>
              <a:t>(nm)</a:t>
            </a:r>
            <a:endParaRPr kumimoji="1" lang="ja-JP" altLang="en-US" sz="1200" dirty="0"/>
          </a:p>
        </p:txBody>
      </p:sp>
      <p:graphicFrame>
        <p:nvGraphicFramePr>
          <p:cNvPr id="6" name="グラフ 5">
            <a:extLst>
              <a:ext uri="{FF2B5EF4-FFF2-40B4-BE49-F238E27FC236}">
                <a16:creationId xmlns:a16="http://schemas.microsoft.com/office/drawing/2014/main" id="{A1FDA8DD-D22B-4ED0-BE88-E338139B3170}"/>
              </a:ext>
            </a:extLst>
          </p:cNvPr>
          <p:cNvGraphicFramePr/>
          <p:nvPr>
            <p:extLst>
              <p:ext uri="{D42A27DB-BD31-4B8C-83A1-F6EECF244321}">
                <p14:modId xmlns:p14="http://schemas.microsoft.com/office/powerpoint/2010/main" val="3572663676"/>
              </p:ext>
            </p:extLst>
          </p:nvPr>
        </p:nvGraphicFramePr>
        <p:xfrm>
          <a:off x="740410" y="1638492"/>
          <a:ext cx="5160010" cy="284353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グラフ 8">
            <a:extLst>
              <a:ext uri="{FF2B5EF4-FFF2-40B4-BE49-F238E27FC236}">
                <a16:creationId xmlns:a16="http://schemas.microsoft.com/office/drawing/2014/main" id="{E1CF9BBF-1330-5096-2599-BEAA9EA42389}"/>
              </a:ext>
            </a:extLst>
          </p:cNvPr>
          <p:cNvGraphicFramePr/>
          <p:nvPr>
            <p:extLst>
              <p:ext uri="{D42A27DB-BD31-4B8C-83A1-F6EECF244321}">
                <p14:modId xmlns:p14="http://schemas.microsoft.com/office/powerpoint/2010/main" val="3417867923"/>
              </p:ext>
            </p:extLst>
          </p:nvPr>
        </p:nvGraphicFramePr>
        <p:xfrm>
          <a:off x="6587486" y="1577077"/>
          <a:ext cx="5159375" cy="284353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表 13">
            <a:extLst>
              <a:ext uri="{FF2B5EF4-FFF2-40B4-BE49-F238E27FC236}">
                <a16:creationId xmlns:a16="http://schemas.microsoft.com/office/drawing/2014/main" id="{6FCD8E13-6CAD-9E3F-5F48-5D4AE9B5A348}"/>
              </a:ext>
            </a:extLst>
          </p:cNvPr>
          <p:cNvGraphicFramePr>
            <a:graphicFrameLocks noGrp="1"/>
          </p:cNvGraphicFramePr>
          <p:nvPr>
            <p:extLst>
              <p:ext uri="{D42A27DB-BD31-4B8C-83A1-F6EECF244321}">
                <p14:modId xmlns:p14="http://schemas.microsoft.com/office/powerpoint/2010/main" val="373023703"/>
              </p:ext>
            </p:extLst>
          </p:nvPr>
        </p:nvGraphicFramePr>
        <p:xfrm>
          <a:off x="1349828" y="4664582"/>
          <a:ext cx="5355773" cy="1874330"/>
        </p:xfrm>
        <a:graphic>
          <a:graphicData uri="http://schemas.openxmlformats.org/drawingml/2006/table">
            <a:tbl>
              <a:tblPr firstRow="1" firstCol="1" bandRow="1">
                <a:tableStyleId>{E8B1032C-EA38-4F05-BA0D-38AFFFC7BED3}</a:tableStyleId>
              </a:tblPr>
              <a:tblGrid>
                <a:gridCol w="1895797">
                  <a:extLst>
                    <a:ext uri="{9D8B030D-6E8A-4147-A177-3AD203B41FA5}">
                      <a16:colId xmlns:a16="http://schemas.microsoft.com/office/drawing/2014/main" val="1630963405"/>
                    </a:ext>
                  </a:extLst>
                </a:gridCol>
                <a:gridCol w="1729988">
                  <a:extLst>
                    <a:ext uri="{9D8B030D-6E8A-4147-A177-3AD203B41FA5}">
                      <a16:colId xmlns:a16="http://schemas.microsoft.com/office/drawing/2014/main" val="2979228273"/>
                    </a:ext>
                  </a:extLst>
                </a:gridCol>
                <a:gridCol w="1729988">
                  <a:extLst>
                    <a:ext uri="{9D8B030D-6E8A-4147-A177-3AD203B41FA5}">
                      <a16:colId xmlns:a16="http://schemas.microsoft.com/office/drawing/2014/main" val="2587194502"/>
                    </a:ext>
                  </a:extLst>
                </a:gridCol>
              </a:tblGrid>
              <a:tr h="374866">
                <a:tc>
                  <a:txBody>
                    <a:bodyPr/>
                    <a:lstStyle/>
                    <a:p>
                      <a:pPr algn="l">
                        <a:buNone/>
                      </a:pPr>
                      <a:r>
                        <a:rPr lang="ja-JP" sz="1050" kern="0" dirty="0">
                          <a:effectLst/>
                        </a:rPr>
                        <a:t>　</a:t>
                      </a:r>
                      <a:endParaRPr lang="ja-JP" sz="105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2865" marR="62865" marT="0" marB="0" anchor="ctr"/>
                </a:tc>
                <a:tc>
                  <a:txBody>
                    <a:bodyPr/>
                    <a:lstStyle/>
                    <a:p>
                      <a:pPr algn="l">
                        <a:buNone/>
                      </a:pPr>
                      <a:r>
                        <a:rPr lang="ja-JP" sz="1200" kern="0" dirty="0">
                          <a:effectLst/>
                        </a:rPr>
                        <a:t>λ</a:t>
                      </a:r>
                      <a:r>
                        <a:rPr lang="en-US" sz="1200" kern="0" dirty="0">
                          <a:effectLst/>
                        </a:rPr>
                        <a:t> max(nm)</a:t>
                      </a:r>
                      <a:endParaRPr lang="ja-JP" sz="12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2865" marR="62865" marT="0" marB="0" anchor="ctr"/>
                </a:tc>
                <a:tc>
                  <a:txBody>
                    <a:bodyPr/>
                    <a:lstStyle/>
                    <a:p>
                      <a:pPr algn="l">
                        <a:buNone/>
                      </a:pPr>
                      <a:r>
                        <a:rPr lang="ja-JP" sz="1200" kern="0" dirty="0">
                          <a:effectLst/>
                        </a:rPr>
                        <a:t>半値幅</a:t>
                      </a:r>
                      <a:r>
                        <a:rPr lang="en-US" sz="1200" kern="0" dirty="0">
                          <a:effectLst/>
                        </a:rPr>
                        <a:t>(nm)</a:t>
                      </a:r>
                      <a:endParaRPr lang="ja-JP" sz="12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2865" marR="62865" marT="0" marB="0" anchor="ctr"/>
                </a:tc>
                <a:extLst>
                  <a:ext uri="{0D108BD9-81ED-4DB2-BD59-A6C34878D82A}">
                    <a16:rowId xmlns:a16="http://schemas.microsoft.com/office/drawing/2014/main" val="1882646019"/>
                  </a:ext>
                </a:extLst>
              </a:tr>
              <a:tr h="374866">
                <a:tc>
                  <a:txBody>
                    <a:bodyPr/>
                    <a:lstStyle/>
                    <a:p>
                      <a:pPr algn="l">
                        <a:buNone/>
                      </a:pPr>
                      <a:r>
                        <a:rPr lang="ja-JP" altLang="en-US" sz="1200" kern="0" dirty="0">
                          <a:effectLst/>
                        </a:rPr>
                        <a:t>短波長光（</a:t>
                      </a:r>
                      <a:r>
                        <a:rPr lang="en-US" sz="1200" kern="0" dirty="0">
                          <a:effectLst/>
                        </a:rPr>
                        <a:t>B48.78</a:t>
                      </a:r>
                      <a:r>
                        <a:rPr lang="ja-JP" altLang="en-US" sz="1200" kern="0" dirty="0">
                          <a:effectLst/>
                        </a:rPr>
                        <a:t>）</a:t>
                      </a:r>
                      <a:endParaRPr lang="ja-JP" sz="12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2865" marR="62865" marT="0" marB="0" anchor="ctr"/>
                </a:tc>
                <a:tc>
                  <a:txBody>
                    <a:bodyPr/>
                    <a:lstStyle/>
                    <a:p>
                      <a:pPr algn="ctr">
                        <a:buNone/>
                      </a:pPr>
                      <a:r>
                        <a:rPr lang="en-US" sz="1200" kern="0" dirty="0">
                          <a:effectLst/>
                        </a:rPr>
                        <a:t>453</a:t>
                      </a:r>
                      <a:endParaRPr lang="ja-JP" sz="12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2865" marR="62865" marT="0" marB="0" anchor="ctr"/>
                </a:tc>
                <a:tc>
                  <a:txBody>
                    <a:bodyPr/>
                    <a:lstStyle/>
                    <a:p>
                      <a:pPr algn="ctr">
                        <a:buNone/>
                      </a:pPr>
                      <a:r>
                        <a:rPr lang="en-US" sz="1200" kern="0" dirty="0">
                          <a:effectLst/>
                        </a:rPr>
                        <a:t>21</a:t>
                      </a:r>
                      <a:endParaRPr lang="ja-JP" sz="12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2865" marR="62865" marT="0" marB="0" anchor="ctr"/>
                </a:tc>
                <a:extLst>
                  <a:ext uri="{0D108BD9-81ED-4DB2-BD59-A6C34878D82A}">
                    <a16:rowId xmlns:a16="http://schemas.microsoft.com/office/drawing/2014/main" val="40263190"/>
                  </a:ext>
                </a:extLst>
              </a:tr>
              <a:tr h="374866">
                <a:tc>
                  <a:txBody>
                    <a:bodyPr/>
                    <a:lstStyle/>
                    <a:p>
                      <a:pPr algn="l">
                        <a:buNone/>
                      </a:pPr>
                      <a:r>
                        <a:rPr lang="ja-JP" altLang="en-US" sz="1200" kern="0" dirty="0">
                          <a:effectLst/>
                        </a:rPr>
                        <a:t>中波長光（</a:t>
                      </a:r>
                      <a:r>
                        <a:rPr lang="en-US" sz="1200" kern="0" dirty="0">
                          <a:effectLst/>
                        </a:rPr>
                        <a:t>G17.97</a:t>
                      </a:r>
                      <a:r>
                        <a:rPr lang="ja-JP" altLang="en-US" sz="1200" kern="0" dirty="0">
                          <a:effectLst/>
                        </a:rPr>
                        <a:t>）</a:t>
                      </a:r>
                      <a:endParaRPr lang="ja-JP" sz="12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2865" marR="62865" marT="0" marB="0" anchor="ctr"/>
                </a:tc>
                <a:tc>
                  <a:txBody>
                    <a:bodyPr/>
                    <a:lstStyle/>
                    <a:p>
                      <a:pPr algn="ctr">
                        <a:buNone/>
                      </a:pPr>
                      <a:r>
                        <a:rPr lang="en-US" sz="1200" kern="0">
                          <a:effectLst/>
                        </a:rPr>
                        <a:t>522</a:t>
                      </a:r>
                      <a:endParaRPr lang="ja-JP" sz="1200"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2865" marR="62865" marT="0" marB="0" anchor="ctr"/>
                </a:tc>
                <a:tc>
                  <a:txBody>
                    <a:bodyPr/>
                    <a:lstStyle/>
                    <a:p>
                      <a:pPr algn="ctr">
                        <a:buNone/>
                      </a:pPr>
                      <a:r>
                        <a:rPr lang="en-US" sz="1200" kern="0" dirty="0">
                          <a:effectLst/>
                        </a:rPr>
                        <a:t>34</a:t>
                      </a:r>
                      <a:endParaRPr lang="ja-JP" sz="12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2865" marR="62865" marT="0" marB="0" anchor="ctr"/>
                </a:tc>
                <a:extLst>
                  <a:ext uri="{0D108BD9-81ED-4DB2-BD59-A6C34878D82A}">
                    <a16:rowId xmlns:a16="http://schemas.microsoft.com/office/drawing/2014/main" val="1487243674"/>
                  </a:ext>
                </a:extLst>
              </a:tr>
              <a:tr h="374866">
                <a:tc>
                  <a:txBody>
                    <a:bodyPr/>
                    <a:lstStyle/>
                    <a:p>
                      <a:pPr algn="l">
                        <a:buNone/>
                      </a:pPr>
                      <a:r>
                        <a:rPr lang="ja-JP" altLang="en-US" sz="1200" kern="0" dirty="0">
                          <a:effectLst/>
                        </a:rPr>
                        <a:t>中波長光（</a:t>
                      </a:r>
                      <a:r>
                        <a:rPr lang="en-US" sz="1200" kern="0" dirty="0">
                          <a:effectLst/>
                        </a:rPr>
                        <a:t>G53.08</a:t>
                      </a:r>
                      <a:r>
                        <a:rPr lang="ja-JP" altLang="en-US" sz="1200" kern="0" dirty="0">
                          <a:effectLst/>
                        </a:rPr>
                        <a:t>）</a:t>
                      </a:r>
                      <a:endParaRPr lang="ja-JP" sz="12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2865" marR="62865" marT="0" marB="0" anchor="ctr"/>
                </a:tc>
                <a:tc>
                  <a:txBody>
                    <a:bodyPr/>
                    <a:lstStyle/>
                    <a:p>
                      <a:pPr algn="ctr">
                        <a:buNone/>
                      </a:pPr>
                      <a:r>
                        <a:rPr lang="en-US" sz="1200" kern="0">
                          <a:effectLst/>
                        </a:rPr>
                        <a:t>519</a:t>
                      </a:r>
                      <a:endParaRPr lang="ja-JP" sz="1200"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2865" marR="62865" marT="0" marB="0" anchor="ctr"/>
                </a:tc>
                <a:tc>
                  <a:txBody>
                    <a:bodyPr/>
                    <a:lstStyle/>
                    <a:p>
                      <a:pPr algn="ctr">
                        <a:buNone/>
                      </a:pPr>
                      <a:r>
                        <a:rPr lang="en-US" sz="1200" kern="0" dirty="0">
                          <a:effectLst/>
                        </a:rPr>
                        <a:t>35</a:t>
                      </a:r>
                      <a:endParaRPr lang="ja-JP" sz="12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2865" marR="62865" marT="0" marB="0" anchor="ctr"/>
                </a:tc>
                <a:extLst>
                  <a:ext uri="{0D108BD9-81ED-4DB2-BD59-A6C34878D82A}">
                    <a16:rowId xmlns:a16="http://schemas.microsoft.com/office/drawing/2014/main" val="2349813154"/>
                  </a:ext>
                </a:extLst>
              </a:tr>
              <a:tr h="374866">
                <a:tc>
                  <a:txBody>
                    <a:bodyPr/>
                    <a:lstStyle/>
                    <a:p>
                      <a:pPr algn="l">
                        <a:buNone/>
                      </a:pPr>
                      <a:r>
                        <a:rPr lang="ja-JP" altLang="en-US" sz="1200" kern="0" dirty="0">
                          <a:effectLst/>
                        </a:rPr>
                        <a:t>中波長光（</a:t>
                      </a:r>
                      <a:r>
                        <a:rPr lang="en-US" sz="1200" kern="0" dirty="0">
                          <a:effectLst/>
                        </a:rPr>
                        <a:t>G80.22</a:t>
                      </a:r>
                      <a:r>
                        <a:rPr lang="ja-JP" altLang="en-US" sz="1200" kern="0" dirty="0">
                          <a:effectLst/>
                        </a:rPr>
                        <a:t>）</a:t>
                      </a:r>
                      <a:endParaRPr lang="ja-JP" sz="12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2865" marR="62865" marT="0" marB="0" anchor="ctr"/>
                </a:tc>
                <a:tc>
                  <a:txBody>
                    <a:bodyPr/>
                    <a:lstStyle/>
                    <a:p>
                      <a:pPr algn="ctr">
                        <a:buNone/>
                      </a:pPr>
                      <a:r>
                        <a:rPr lang="en-US" sz="1200" kern="0" dirty="0">
                          <a:effectLst/>
                        </a:rPr>
                        <a:t>519</a:t>
                      </a:r>
                      <a:endParaRPr lang="ja-JP" sz="12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2865" marR="62865" marT="0" marB="0" anchor="ctr"/>
                </a:tc>
                <a:tc>
                  <a:txBody>
                    <a:bodyPr/>
                    <a:lstStyle/>
                    <a:p>
                      <a:pPr algn="ctr">
                        <a:buNone/>
                      </a:pPr>
                      <a:r>
                        <a:rPr lang="en-US" sz="1200" kern="0" dirty="0">
                          <a:effectLst/>
                        </a:rPr>
                        <a:t>35</a:t>
                      </a:r>
                      <a:endParaRPr lang="ja-JP" sz="12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2865" marR="62865" marT="0" marB="0" anchor="ctr"/>
                </a:tc>
                <a:extLst>
                  <a:ext uri="{0D108BD9-81ED-4DB2-BD59-A6C34878D82A}">
                    <a16:rowId xmlns:a16="http://schemas.microsoft.com/office/drawing/2014/main" val="672016411"/>
                  </a:ext>
                </a:extLst>
              </a:tr>
            </a:tbl>
          </a:graphicData>
        </a:graphic>
      </p:graphicFrame>
    </p:spTree>
    <p:extLst>
      <p:ext uri="{BB962C8B-B14F-4D97-AF65-F5344CB8AC3E}">
        <p14:creationId xmlns:p14="http://schemas.microsoft.com/office/powerpoint/2010/main" val="37264859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C0AC8-7A63-1679-28D1-8C69F0EF932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88785EB-FA64-810D-9A2E-1DFF8B9D56D5}"/>
              </a:ext>
            </a:extLst>
          </p:cNvPr>
          <p:cNvSpPr>
            <a:spLocks noGrp="1"/>
          </p:cNvSpPr>
          <p:nvPr>
            <p:ph type="title"/>
          </p:nvPr>
        </p:nvSpPr>
        <p:spPr>
          <a:xfrm>
            <a:off x="838200" y="440613"/>
            <a:ext cx="10515600" cy="1325563"/>
          </a:xfrm>
        </p:spPr>
        <p:txBody>
          <a:bodyPr/>
          <a:lstStyle/>
          <a:p>
            <a:r>
              <a:rPr kumimoji="1" lang="ja-JP" altLang="en-US" b="1">
                <a:solidFill>
                  <a:schemeClr val="bg1">
                    <a:lumMod val="65000"/>
                  </a:schemeClr>
                </a:solidFill>
              </a:rPr>
              <a:t>実験方法</a:t>
            </a:r>
          </a:p>
        </p:txBody>
      </p:sp>
      <p:sp>
        <p:nvSpPr>
          <p:cNvPr id="3" name="コンテンツ プレースホルダー 2">
            <a:extLst>
              <a:ext uri="{FF2B5EF4-FFF2-40B4-BE49-F238E27FC236}">
                <a16:creationId xmlns:a16="http://schemas.microsoft.com/office/drawing/2014/main" id="{F06FA608-BE53-5FD8-3C88-D94B7E2F56BC}"/>
              </a:ext>
            </a:extLst>
          </p:cNvPr>
          <p:cNvSpPr>
            <a:spLocks noGrp="1"/>
          </p:cNvSpPr>
          <p:nvPr>
            <p:ph idx="1"/>
          </p:nvPr>
        </p:nvSpPr>
        <p:spPr>
          <a:xfrm>
            <a:off x="838199" y="1825625"/>
            <a:ext cx="10856053" cy="4351338"/>
          </a:xfrm>
        </p:spPr>
        <p:txBody>
          <a:bodyPr>
            <a:normAutofit/>
          </a:bodyPr>
          <a:lstStyle/>
          <a:p>
            <a:pPr marL="0" indent="0">
              <a:buNone/>
            </a:pPr>
            <a:r>
              <a:rPr lang="ja-JP" altLang="en-US" sz="2400" dirty="0"/>
              <a:t>①実験開始前に暗順応のため</a:t>
            </a:r>
            <a:r>
              <a:rPr lang="en-US" altLang="ja-JP" sz="2400" dirty="0"/>
              <a:t>15</a:t>
            </a:r>
            <a:r>
              <a:rPr lang="ja-JP" altLang="en-US" sz="2400" dirty="0"/>
              <a:t>分間シールドルーム内に待機</a:t>
            </a:r>
            <a:endParaRPr lang="en-US" altLang="ja-JP" sz="2400" dirty="0"/>
          </a:p>
          <a:p>
            <a:pPr marL="0" indent="0">
              <a:buNone/>
            </a:pPr>
            <a:r>
              <a:rPr lang="ja-JP" altLang="en-US" sz="2400" dirty="0"/>
              <a:t>② 被験者は瞳孔計を装着し，顎台を使用して</a:t>
            </a:r>
            <a:endParaRPr lang="en-US" altLang="ja-JP" sz="2400" dirty="0"/>
          </a:p>
          <a:p>
            <a:pPr marL="0" indent="0">
              <a:buNone/>
            </a:pPr>
            <a:r>
              <a:rPr lang="ja-JP" altLang="en-US" sz="2400" dirty="0"/>
              <a:t>　 拡散板越しの</a:t>
            </a:r>
            <a:r>
              <a:rPr lang="en-US" altLang="ja-JP" sz="2400" dirty="0"/>
              <a:t>LED</a:t>
            </a:r>
            <a:r>
              <a:rPr lang="ja-JP" altLang="en-US" sz="2400" dirty="0"/>
              <a:t>光源を見る．</a:t>
            </a:r>
            <a:endParaRPr lang="en-US" altLang="ja-JP" sz="2400" dirty="0"/>
          </a:p>
          <a:p>
            <a:pPr marL="0" indent="0">
              <a:buNone/>
            </a:pPr>
            <a:r>
              <a:rPr lang="ja-JP" altLang="en-US" sz="2400" dirty="0"/>
              <a:t>③ スイッチをオンにし，</a:t>
            </a:r>
            <a:r>
              <a:rPr lang="en-US" altLang="ja-JP" sz="2400" dirty="0"/>
              <a:t>0.5</a:t>
            </a:r>
            <a:r>
              <a:rPr lang="ja-JP" altLang="en-US" sz="2400" dirty="0"/>
              <a:t>秒ごとに</a:t>
            </a:r>
            <a:r>
              <a:rPr lang="ja-JP" altLang="en-US" sz="2400" dirty="0">
                <a:solidFill>
                  <a:srgbClr val="00B0F0"/>
                </a:solidFill>
              </a:rPr>
              <a:t>短波長光</a:t>
            </a:r>
            <a:r>
              <a:rPr lang="ja-JP" altLang="en-US" sz="2400" dirty="0"/>
              <a:t>と</a:t>
            </a:r>
            <a:r>
              <a:rPr lang="ja-JP" altLang="en-US" sz="2400" dirty="0">
                <a:solidFill>
                  <a:schemeClr val="accent6">
                    <a:lumMod val="75000"/>
                  </a:schemeClr>
                </a:solidFill>
              </a:rPr>
              <a:t>中波長光</a:t>
            </a:r>
            <a:r>
              <a:rPr lang="ja-JP" altLang="en-US" sz="2400" dirty="0"/>
              <a:t>が</a:t>
            </a:r>
            <a:endParaRPr lang="en-US" altLang="ja-JP" sz="2400" dirty="0"/>
          </a:p>
          <a:p>
            <a:pPr marL="0" indent="0">
              <a:buNone/>
            </a:pPr>
            <a:r>
              <a:rPr lang="ja-JP" altLang="en-US" sz="2400" dirty="0"/>
              <a:t>　</a:t>
            </a:r>
            <a:r>
              <a:rPr lang="ja-JP" altLang="en-US" sz="2400" b="1" dirty="0"/>
              <a:t>切り替わるフリッカー光</a:t>
            </a:r>
            <a:r>
              <a:rPr lang="en-US" altLang="ja-JP" sz="2400" b="1" dirty="0"/>
              <a:t>10</a:t>
            </a:r>
            <a:r>
              <a:rPr lang="ja-JP" altLang="en-US" sz="2400" b="1" dirty="0"/>
              <a:t>秒</a:t>
            </a:r>
            <a:r>
              <a:rPr lang="ja-JP" altLang="en-US" sz="2400" dirty="0"/>
              <a:t>と</a:t>
            </a:r>
            <a:r>
              <a:rPr lang="ja-JP" altLang="en-US" sz="2400" b="1" dirty="0"/>
              <a:t>光照射後</a:t>
            </a:r>
            <a:r>
              <a:rPr lang="en-US" altLang="ja-JP" sz="2400" b="1" dirty="0"/>
              <a:t>18</a:t>
            </a:r>
            <a:r>
              <a:rPr lang="ja-JP" altLang="en-US" sz="2400" b="1" dirty="0"/>
              <a:t>秒間</a:t>
            </a:r>
            <a:r>
              <a:rPr lang="ja-JP" altLang="en-US" sz="2400" dirty="0"/>
              <a:t>を測定する</a:t>
            </a:r>
            <a:endParaRPr lang="en-US" altLang="ja-JP" sz="2400" dirty="0"/>
          </a:p>
          <a:p>
            <a:pPr marL="0" indent="0">
              <a:buNone/>
            </a:pPr>
            <a:r>
              <a:rPr lang="ja-JP" altLang="en-US" sz="2400" dirty="0"/>
              <a:t>④ 瞳孔面積が</a:t>
            </a:r>
            <a:r>
              <a:rPr lang="en-US" altLang="ja-JP" sz="2400" dirty="0"/>
              <a:t>BL(</a:t>
            </a:r>
            <a:r>
              <a:rPr lang="ja-JP" altLang="en-US" sz="2400" dirty="0"/>
              <a:t>ベースライン</a:t>
            </a:r>
            <a:r>
              <a:rPr lang="en-US" altLang="ja-JP" sz="2400" dirty="0"/>
              <a:t>)</a:t>
            </a:r>
            <a:r>
              <a:rPr lang="ja-JP" altLang="en-US" sz="2400" dirty="0"/>
              <a:t>に戻り次第，次の</a:t>
            </a:r>
            <a:r>
              <a:rPr lang="ja-JP" altLang="en-US" sz="2400" dirty="0">
                <a:solidFill>
                  <a:schemeClr val="accent6">
                    <a:lumMod val="75000"/>
                  </a:schemeClr>
                </a:solidFill>
              </a:rPr>
              <a:t>中波長光</a:t>
            </a:r>
            <a:r>
              <a:rPr lang="ja-JP" altLang="en-US" sz="2400" dirty="0"/>
              <a:t>の</a:t>
            </a:r>
            <a:endParaRPr lang="en-US" altLang="ja-JP" sz="2400" dirty="0"/>
          </a:p>
          <a:p>
            <a:pPr marL="0" indent="0">
              <a:buNone/>
            </a:pPr>
            <a:r>
              <a:rPr lang="ja-JP" altLang="en-US" sz="2400" dirty="0"/>
              <a:t>　実験を実施する</a:t>
            </a:r>
            <a:r>
              <a:rPr lang="en-US" altLang="ja-JP" sz="2400" dirty="0"/>
              <a:t>(</a:t>
            </a:r>
            <a:r>
              <a:rPr lang="ja-JP" altLang="en-US" sz="2400" dirty="0"/>
              <a:t>間隔</a:t>
            </a:r>
            <a:r>
              <a:rPr lang="en-US" altLang="ja-JP" sz="2400" dirty="0"/>
              <a:t>3~4</a:t>
            </a:r>
            <a:r>
              <a:rPr lang="ja-JP" altLang="en-US" sz="2400" dirty="0"/>
              <a:t>分程度</a:t>
            </a:r>
            <a:r>
              <a:rPr lang="en-US" altLang="ja-JP" sz="2400" dirty="0"/>
              <a:t>)</a:t>
            </a:r>
          </a:p>
          <a:p>
            <a:pPr marL="0" indent="0">
              <a:buNone/>
            </a:pPr>
            <a:r>
              <a:rPr lang="ja-JP" altLang="en-US" sz="2400" dirty="0"/>
              <a:t>　波長光の規則的な順番による影響を防ぐため，</a:t>
            </a:r>
            <a:r>
              <a:rPr lang="ja-JP" altLang="en-US" sz="2400" dirty="0">
                <a:solidFill>
                  <a:schemeClr val="accent6">
                    <a:lumMod val="75000"/>
                  </a:schemeClr>
                </a:solidFill>
              </a:rPr>
              <a:t>中波長光</a:t>
            </a:r>
            <a:r>
              <a:rPr lang="ja-JP" altLang="en-US" sz="2400" dirty="0"/>
              <a:t>の</a:t>
            </a:r>
            <a:endParaRPr lang="en-US" altLang="ja-JP" sz="2400" dirty="0"/>
          </a:p>
          <a:p>
            <a:pPr marL="0" indent="0">
              <a:buNone/>
            </a:pPr>
            <a:r>
              <a:rPr lang="en-US" altLang="ja-JP" sz="2400" dirty="0"/>
              <a:t>    </a:t>
            </a:r>
            <a:r>
              <a:rPr lang="ja-JP" altLang="en-US" sz="2400" dirty="0"/>
              <a:t>強さの順番はランダムにする．</a:t>
            </a:r>
            <a:endParaRPr lang="en-US" altLang="ja-JP" sz="2400" dirty="0"/>
          </a:p>
          <a:p>
            <a:pPr marL="0" indent="0">
              <a:buNone/>
            </a:pPr>
            <a:endParaRPr lang="en-US" altLang="ja-JP" sz="1600" dirty="0"/>
          </a:p>
          <a:p>
            <a:pPr marL="0" indent="0">
              <a:buNone/>
            </a:pPr>
            <a:endParaRPr lang="ja-JP" altLang="en-US" sz="1600" dirty="0"/>
          </a:p>
          <a:p>
            <a:pPr marL="0" indent="0">
              <a:buNone/>
            </a:pPr>
            <a:endParaRPr lang="en-US" altLang="ja-JP" b="0" i="0" u="none" strike="noStrike" dirty="0">
              <a:solidFill>
                <a:srgbClr val="000000"/>
              </a:solidFill>
              <a:effectLst/>
              <a:latin typeface="Meiryo UI" panose="020B0604030504040204" pitchFamily="34" charset="-128"/>
              <a:ea typeface="Meiryo UI" panose="020B0604030504040204" pitchFamily="34" charset="-128"/>
            </a:endParaRPr>
          </a:p>
        </p:txBody>
      </p:sp>
      <p:grpSp>
        <p:nvGrpSpPr>
          <p:cNvPr id="11" name="グループ化 10">
            <a:extLst>
              <a:ext uri="{FF2B5EF4-FFF2-40B4-BE49-F238E27FC236}">
                <a16:creationId xmlns:a16="http://schemas.microsoft.com/office/drawing/2014/main" id="{EBF072E7-C0F4-9AB8-3E23-DB60F133C734}"/>
              </a:ext>
            </a:extLst>
          </p:cNvPr>
          <p:cNvGrpSpPr/>
          <p:nvPr/>
        </p:nvGrpSpPr>
        <p:grpSpPr>
          <a:xfrm>
            <a:off x="9473279" y="3628825"/>
            <a:ext cx="2544941" cy="2448094"/>
            <a:chOff x="9493256" y="2563375"/>
            <a:chExt cx="2544941" cy="2448094"/>
          </a:xfrm>
        </p:grpSpPr>
        <p:pic>
          <p:nvPicPr>
            <p:cNvPr id="1028" name="Picture 4" descr="屋内, テーブル, 座る, 木製 が含まれている画像&#10;&#10;自動的に生成された説明">
              <a:extLst>
                <a:ext uri="{FF2B5EF4-FFF2-40B4-BE49-F238E27FC236}">
                  <a16:creationId xmlns:a16="http://schemas.microsoft.com/office/drawing/2014/main" id="{427D481C-7F3F-22C9-2559-62653F0D61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93256" y="2563375"/>
              <a:ext cx="2544941" cy="2050091"/>
            </a:xfrm>
            <a:prstGeom prst="rect">
              <a:avLst/>
            </a:prstGeom>
            <a:noFill/>
            <a:extLst>
              <a:ext uri="{909E8E84-426E-40DD-AFC4-6F175D3DCCD1}">
                <a14:hiddenFill xmlns:a14="http://schemas.microsoft.com/office/drawing/2010/main">
                  <a:solidFill>
                    <a:srgbClr val="FFFFFF"/>
                  </a:solidFill>
                </a14:hiddenFill>
              </a:ext>
            </a:extLst>
          </p:spPr>
        </p:pic>
        <p:sp>
          <p:nvSpPr>
            <p:cNvPr id="10" name="テキスト ボックス 9">
              <a:extLst>
                <a:ext uri="{FF2B5EF4-FFF2-40B4-BE49-F238E27FC236}">
                  <a16:creationId xmlns:a16="http://schemas.microsoft.com/office/drawing/2014/main" id="{688F3CB9-1092-5829-5F63-BF58244428F6}"/>
                </a:ext>
              </a:extLst>
            </p:cNvPr>
            <p:cNvSpPr txBox="1"/>
            <p:nvPr/>
          </p:nvSpPr>
          <p:spPr>
            <a:xfrm>
              <a:off x="10334773" y="4642137"/>
              <a:ext cx="881766" cy="369332"/>
            </a:xfrm>
            <a:prstGeom prst="rect">
              <a:avLst/>
            </a:prstGeom>
            <a:noFill/>
          </p:spPr>
          <p:txBody>
            <a:bodyPr wrap="square" rtlCol="0">
              <a:spAutoFit/>
            </a:bodyPr>
            <a:lstStyle/>
            <a:p>
              <a:r>
                <a:rPr kumimoji="1" lang="ja-JP" altLang="en-US"/>
                <a:t>瞳孔計</a:t>
              </a:r>
            </a:p>
          </p:txBody>
        </p:sp>
      </p:grpSp>
      <p:sp>
        <p:nvSpPr>
          <p:cNvPr id="7" name="スライド番号プレースホルダー 6">
            <a:extLst>
              <a:ext uri="{FF2B5EF4-FFF2-40B4-BE49-F238E27FC236}">
                <a16:creationId xmlns:a16="http://schemas.microsoft.com/office/drawing/2014/main" id="{AB169395-A468-BED1-BCBC-84135B951D15}"/>
              </a:ext>
            </a:extLst>
          </p:cNvPr>
          <p:cNvSpPr>
            <a:spLocks noGrp="1"/>
          </p:cNvSpPr>
          <p:nvPr>
            <p:ph type="sldNum" sz="quarter" idx="12"/>
          </p:nvPr>
        </p:nvSpPr>
        <p:spPr/>
        <p:txBody>
          <a:bodyPr/>
          <a:lstStyle/>
          <a:p>
            <a:fld id="{15850237-4F5E-434F-B1A9-6179087F5D60}" type="slidenum">
              <a:rPr kumimoji="1" lang="ja-JP" altLang="en-US" smtClean="0"/>
              <a:t>21</a:t>
            </a:fld>
            <a:endParaRPr kumimoji="1" lang="ja-JP" altLang="en-US"/>
          </a:p>
        </p:txBody>
      </p:sp>
      <p:cxnSp>
        <p:nvCxnSpPr>
          <p:cNvPr id="9" name="直線コネクタ 8">
            <a:extLst>
              <a:ext uri="{FF2B5EF4-FFF2-40B4-BE49-F238E27FC236}">
                <a16:creationId xmlns:a16="http://schemas.microsoft.com/office/drawing/2014/main" id="{9B07DA3E-A3C2-A443-918D-A2D9D4CE35BE}"/>
              </a:ext>
            </a:extLst>
          </p:cNvPr>
          <p:cNvCxnSpPr>
            <a:cxnSpLocks/>
          </p:cNvCxnSpPr>
          <p:nvPr/>
        </p:nvCxnSpPr>
        <p:spPr>
          <a:xfrm>
            <a:off x="838200" y="1471073"/>
            <a:ext cx="7431578" cy="0"/>
          </a:xfrm>
          <a:prstGeom prst="line">
            <a:avLst/>
          </a:prstGeom>
          <a:ln w="28575">
            <a:solidFill>
              <a:srgbClr val="FFC000"/>
            </a:solidFill>
          </a:ln>
          <a:effectLst>
            <a:glow rad="101600">
              <a:schemeClr val="accent2">
                <a:satMod val="175000"/>
                <a:alpha val="40000"/>
              </a:schemeClr>
            </a:glow>
          </a:effectLst>
        </p:spPr>
        <p:style>
          <a:lnRef idx="2">
            <a:schemeClr val="accent1"/>
          </a:lnRef>
          <a:fillRef idx="0">
            <a:schemeClr val="accent1"/>
          </a:fillRef>
          <a:effectRef idx="1">
            <a:schemeClr val="accent1"/>
          </a:effectRef>
          <a:fontRef idx="minor">
            <a:schemeClr val="tx1"/>
          </a:fontRef>
        </p:style>
      </p:cxnSp>
      <p:pic>
        <p:nvPicPr>
          <p:cNvPr id="4" name="図 3" descr="屋内, 座る, テーブル, 男 が含まれている画像&#10;&#10;AI 生成コンテンツは誤りを含む可能性があります。">
            <a:extLst>
              <a:ext uri="{FF2B5EF4-FFF2-40B4-BE49-F238E27FC236}">
                <a16:creationId xmlns:a16="http://schemas.microsoft.com/office/drawing/2014/main" id="{EDB60D92-29D6-B5E5-2C50-7420D64B38E8}"/>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6863" r="29992"/>
          <a:stretch>
            <a:fillRect/>
          </a:stretch>
        </p:blipFill>
        <p:spPr bwMode="auto">
          <a:xfrm rot="5400000">
            <a:off x="9789719" y="879287"/>
            <a:ext cx="1803199" cy="2544944"/>
          </a:xfrm>
          <a:prstGeom prst="rect">
            <a:avLst/>
          </a:prstGeom>
          <a:ln>
            <a:noFill/>
          </a:ln>
          <a:extLst>
            <a:ext uri="{53640926-AAD7-44D8-BBD7-CCE9431645EC}">
              <a14:shadowObscured xmlns:a14="http://schemas.microsoft.com/office/drawing/2010/main"/>
            </a:ext>
          </a:extLst>
        </p:spPr>
      </p:pic>
      <p:sp>
        <p:nvSpPr>
          <p:cNvPr id="6" name="テキスト ボックス 5">
            <a:extLst>
              <a:ext uri="{FF2B5EF4-FFF2-40B4-BE49-F238E27FC236}">
                <a16:creationId xmlns:a16="http://schemas.microsoft.com/office/drawing/2014/main" id="{9C00FAB5-1E45-79F9-7D59-CE49C5DF0337}"/>
              </a:ext>
            </a:extLst>
          </p:cNvPr>
          <p:cNvSpPr txBox="1"/>
          <p:nvPr/>
        </p:nvSpPr>
        <p:spPr>
          <a:xfrm>
            <a:off x="9982200" y="3080106"/>
            <a:ext cx="6093618" cy="369332"/>
          </a:xfrm>
          <a:prstGeom prst="rect">
            <a:avLst/>
          </a:prstGeom>
          <a:noFill/>
        </p:spPr>
        <p:txBody>
          <a:bodyPr wrap="square">
            <a:spAutoFit/>
          </a:bodyPr>
          <a:lstStyle/>
          <a:p>
            <a:r>
              <a:rPr lang="ja-JP" altLang="en-US" sz="1800" dirty="0"/>
              <a:t>実験の様子</a:t>
            </a:r>
            <a:endParaRPr lang="ja-JP" altLang="en-US" dirty="0"/>
          </a:p>
        </p:txBody>
      </p:sp>
    </p:spTree>
    <p:extLst>
      <p:ext uri="{BB962C8B-B14F-4D97-AF65-F5344CB8AC3E}">
        <p14:creationId xmlns:p14="http://schemas.microsoft.com/office/powerpoint/2010/main" val="39713105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5B4EE-BD08-9B6A-B5F5-A3A58A40ECC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BB54A00-78A9-819C-EFAC-CC36B28B94B7}"/>
              </a:ext>
            </a:extLst>
          </p:cNvPr>
          <p:cNvSpPr>
            <a:spLocks noGrp="1"/>
          </p:cNvSpPr>
          <p:nvPr>
            <p:ph type="title"/>
          </p:nvPr>
        </p:nvSpPr>
        <p:spPr>
          <a:xfrm>
            <a:off x="838200" y="410368"/>
            <a:ext cx="10515600" cy="1325563"/>
          </a:xfrm>
        </p:spPr>
        <p:txBody>
          <a:bodyPr/>
          <a:lstStyle/>
          <a:p>
            <a:r>
              <a:rPr kumimoji="1" lang="ja-JP" altLang="en-US" b="1">
                <a:solidFill>
                  <a:schemeClr val="bg1">
                    <a:lumMod val="65000"/>
                  </a:schemeClr>
                </a:solidFill>
              </a:rPr>
              <a:t>解析方法</a:t>
            </a:r>
          </a:p>
        </p:txBody>
      </p:sp>
      <p:sp>
        <p:nvSpPr>
          <p:cNvPr id="3" name="コンテンツ プレースホルダー 2">
            <a:extLst>
              <a:ext uri="{FF2B5EF4-FFF2-40B4-BE49-F238E27FC236}">
                <a16:creationId xmlns:a16="http://schemas.microsoft.com/office/drawing/2014/main" id="{0C0AF764-21F6-BA81-5713-CCAE407EBE41}"/>
              </a:ext>
            </a:extLst>
          </p:cNvPr>
          <p:cNvSpPr>
            <a:spLocks noGrp="1"/>
          </p:cNvSpPr>
          <p:nvPr>
            <p:ph idx="1"/>
          </p:nvPr>
        </p:nvSpPr>
        <p:spPr/>
        <p:txBody>
          <a:bodyPr>
            <a:normAutofit/>
          </a:bodyPr>
          <a:lstStyle/>
          <a:p>
            <a:pPr marL="0" indent="0">
              <a:buNone/>
            </a:pPr>
            <a:r>
              <a:rPr kumimoji="1" lang="en-US" altLang="ja-JP" sz="2400" dirty="0"/>
              <a:t>① </a:t>
            </a:r>
            <a:r>
              <a:rPr kumimoji="1" lang="ja-JP" altLang="en-US" sz="2400" dirty="0"/>
              <a:t>測定したデータを</a:t>
            </a:r>
            <a:r>
              <a:rPr kumimoji="1" lang="en" altLang="ja-JP" sz="2400" dirty="0"/>
              <a:t>Excel</a:t>
            </a:r>
            <a:r>
              <a:rPr kumimoji="1" lang="ja-JP" altLang="en-US" sz="2400" dirty="0"/>
              <a:t>でグラフ作成​</a:t>
            </a:r>
          </a:p>
          <a:p>
            <a:pPr marL="0" indent="0">
              <a:buNone/>
            </a:pPr>
            <a:r>
              <a:rPr kumimoji="1" lang="ja-JP" altLang="en-US" sz="2400" dirty="0"/>
              <a:t>　 </a:t>
            </a:r>
            <a:r>
              <a:rPr kumimoji="1" lang="en" altLang="ja-JP" sz="2400" dirty="0"/>
              <a:t>BL</a:t>
            </a:r>
            <a:r>
              <a:rPr kumimoji="1" lang="ja-JP" altLang="en-US" sz="2400" dirty="0"/>
              <a:t>（ベースライン）とフリッカー光照射中と照射後</a:t>
            </a:r>
            <a:r>
              <a:rPr kumimoji="1" lang="en-US" altLang="ja-JP" sz="2400" dirty="0"/>
              <a:t>18</a:t>
            </a:r>
            <a:r>
              <a:rPr kumimoji="1" lang="ja-JP" altLang="en-US" sz="2400" dirty="0"/>
              <a:t>秒間の時間をグラフ化した​</a:t>
            </a:r>
          </a:p>
          <a:p>
            <a:pPr marL="0" indent="0">
              <a:buNone/>
            </a:pPr>
            <a:r>
              <a:rPr kumimoji="1" lang="ja-JP" altLang="en-US" sz="2400" dirty="0"/>
              <a:t>​</a:t>
            </a:r>
          </a:p>
          <a:p>
            <a:pPr marL="0" indent="0">
              <a:buNone/>
            </a:pPr>
            <a:r>
              <a:rPr kumimoji="1" lang="en-US" altLang="ja-JP" sz="2400" dirty="0"/>
              <a:t>② </a:t>
            </a:r>
            <a:r>
              <a:rPr kumimoji="1" lang="ja-JP" altLang="en-US" sz="2400" dirty="0"/>
              <a:t>瞬き除去</a:t>
            </a:r>
            <a:r>
              <a:rPr kumimoji="1" lang="en-US" altLang="ja-JP" sz="2400" dirty="0"/>
              <a:t>(</a:t>
            </a:r>
            <a:r>
              <a:rPr kumimoji="1" lang="ja-JP" altLang="en-US" sz="2400" dirty="0"/>
              <a:t>前後の時間の瞳孔面積を平均化</a:t>
            </a:r>
            <a:r>
              <a:rPr kumimoji="1" lang="en-US" altLang="ja-JP" sz="2400" dirty="0"/>
              <a:t>)​</a:t>
            </a:r>
          </a:p>
          <a:p>
            <a:pPr marL="0" indent="0">
              <a:buNone/>
            </a:pPr>
            <a:r>
              <a:rPr kumimoji="1" lang="en-US" altLang="ja-JP" sz="2400" dirty="0"/>
              <a:t>​</a:t>
            </a:r>
          </a:p>
          <a:p>
            <a:pPr marL="0" indent="0">
              <a:buNone/>
            </a:pPr>
            <a:r>
              <a:rPr kumimoji="1" lang="en-US" altLang="ja-JP" sz="2400" dirty="0"/>
              <a:t>③ </a:t>
            </a:r>
            <a:r>
              <a:rPr kumimoji="1" lang="ja-JP" altLang="en-US" sz="2400" dirty="0"/>
              <a:t>グラフから</a:t>
            </a:r>
            <a:r>
              <a:rPr lang="ja-JP" altLang="en-US" sz="2400" dirty="0"/>
              <a:t>縮瞳率</a:t>
            </a:r>
            <a:r>
              <a:rPr kumimoji="1" lang="ja-JP" altLang="en-US" sz="2400" dirty="0"/>
              <a:t>を求めた​</a:t>
            </a:r>
          </a:p>
          <a:p>
            <a:pPr marL="0" indent="0">
              <a:buNone/>
            </a:pPr>
            <a:r>
              <a:rPr kumimoji="1" lang="ja-JP" altLang="en-US" sz="2400" dirty="0"/>
              <a:t>​</a:t>
            </a:r>
          </a:p>
          <a:p>
            <a:pPr marL="0" indent="0">
              <a:buNone/>
            </a:pPr>
            <a:r>
              <a:rPr kumimoji="1" lang="en-US" altLang="ja-JP" sz="2400" dirty="0"/>
              <a:t>④ </a:t>
            </a:r>
            <a:r>
              <a:rPr kumimoji="1" lang="ja-JP" altLang="en-US" sz="2400" dirty="0"/>
              <a:t>縮瞳率データを</a:t>
            </a:r>
            <a:r>
              <a:rPr kumimoji="1" lang="en" altLang="ja-JP" sz="2400" dirty="0"/>
              <a:t>SPSS(</a:t>
            </a:r>
            <a:r>
              <a:rPr kumimoji="1" lang="ja-JP" altLang="en-US" sz="2400" dirty="0"/>
              <a:t>解析ソフトウェア</a:t>
            </a:r>
            <a:r>
              <a:rPr kumimoji="1" lang="en-US" altLang="ja-JP" sz="2400" dirty="0"/>
              <a:t>)</a:t>
            </a:r>
            <a:r>
              <a:rPr kumimoji="1" lang="ja-JP" altLang="en-US" sz="2400" dirty="0"/>
              <a:t>で二元配置分散分析した​</a:t>
            </a:r>
          </a:p>
          <a:p>
            <a:pPr marL="0" indent="0">
              <a:buNone/>
            </a:pPr>
            <a:endParaRPr kumimoji="1" lang="ja-JP" altLang="en-US" sz="2400" dirty="0"/>
          </a:p>
        </p:txBody>
      </p:sp>
      <p:sp>
        <p:nvSpPr>
          <p:cNvPr id="4" name="スライド番号プレースホルダー 3">
            <a:extLst>
              <a:ext uri="{FF2B5EF4-FFF2-40B4-BE49-F238E27FC236}">
                <a16:creationId xmlns:a16="http://schemas.microsoft.com/office/drawing/2014/main" id="{4D261612-5805-C576-3EB3-2D0CFCA63A87}"/>
              </a:ext>
            </a:extLst>
          </p:cNvPr>
          <p:cNvSpPr>
            <a:spLocks noGrp="1"/>
          </p:cNvSpPr>
          <p:nvPr>
            <p:ph type="sldNum" sz="quarter" idx="12"/>
          </p:nvPr>
        </p:nvSpPr>
        <p:spPr/>
        <p:txBody>
          <a:bodyPr/>
          <a:lstStyle/>
          <a:p>
            <a:fld id="{15850237-4F5E-434F-B1A9-6179087F5D60}" type="slidenum">
              <a:rPr kumimoji="1" lang="ja-JP" altLang="en-US" smtClean="0"/>
              <a:t>22</a:t>
            </a:fld>
            <a:endParaRPr kumimoji="1" lang="ja-JP" altLang="en-US"/>
          </a:p>
        </p:txBody>
      </p:sp>
      <p:cxnSp>
        <p:nvCxnSpPr>
          <p:cNvPr id="6" name="直線コネクタ 5">
            <a:extLst>
              <a:ext uri="{FF2B5EF4-FFF2-40B4-BE49-F238E27FC236}">
                <a16:creationId xmlns:a16="http://schemas.microsoft.com/office/drawing/2014/main" id="{67E8E068-99A2-FED9-4C0A-97C7167FCF9B}"/>
              </a:ext>
            </a:extLst>
          </p:cNvPr>
          <p:cNvCxnSpPr>
            <a:cxnSpLocks/>
          </p:cNvCxnSpPr>
          <p:nvPr/>
        </p:nvCxnSpPr>
        <p:spPr>
          <a:xfrm>
            <a:off x="838200" y="1381663"/>
            <a:ext cx="7431578" cy="0"/>
          </a:xfrm>
          <a:prstGeom prst="line">
            <a:avLst/>
          </a:prstGeom>
          <a:ln w="28575">
            <a:solidFill>
              <a:schemeClr val="accent1">
                <a:lumMod val="40000"/>
                <a:lumOff val="60000"/>
              </a:schemeClr>
            </a:solidFill>
          </a:ln>
          <a:effectLst>
            <a:glow rad="101600">
              <a:schemeClr val="accent1">
                <a:satMod val="175000"/>
                <a:alpha val="40000"/>
              </a:schemeClr>
            </a:glo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368775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356DC-C8CB-5684-8EED-2C2AC1E3490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9EB06BC-276B-7A07-7F86-36D6CABC722E}"/>
              </a:ext>
            </a:extLst>
          </p:cNvPr>
          <p:cNvSpPr>
            <a:spLocks noGrp="1"/>
          </p:cNvSpPr>
          <p:nvPr>
            <p:ph type="title"/>
          </p:nvPr>
        </p:nvSpPr>
        <p:spPr>
          <a:xfrm>
            <a:off x="4037027" y="2642633"/>
            <a:ext cx="4117946" cy="1572733"/>
          </a:xfrm>
        </p:spPr>
        <p:txBody>
          <a:bodyPr>
            <a:normAutofit/>
          </a:bodyPr>
          <a:lstStyle/>
          <a:p>
            <a:pPr algn="ctr"/>
            <a:r>
              <a:rPr kumimoji="1" lang="ja-JP" altLang="en-US" sz="5400" dirty="0"/>
              <a:t>実験２結果</a:t>
            </a:r>
          </a:p>
        </p:txBody>
      </p:sp>
      <p:sp>
        <p:nvSpPr>
          <p:cNvPr id="3" name="スライド番号プレースホルダー 2">
            <a:extLst>
              <a:ext uri="{FF2B5EF4-FFF2-40B4-BE49-F238E27FC236}">
                <a16:creationId xmlns:a16="http://schemas.microsoft.com/office/drawing/2014/main" id="{CACF6132-39DC-231F-5A2A-0D170B8E8481}"/>
              </a:ext>
            </a:extLst>
          </p:cNvPr>
          <p:cNvSpPr>
            <a:spLocks noGrp="1"/>
          </p:cNvSpPr>
          <p:nvPr>
            <p:ph type="sldNum" sz="quarter" idx="12"/>
          </p:nvPr>
        </p:nvSpPr>
        <p:spPr/>
        <p:txBody>
          <a:bodyPr/>
          <a:lstStyle/>
          <a:p>
            <a:fld id="{15850237-4F5E-434F-B1A9-6179087F5D60}" type="slidenum">
              <a:rPr kumimoji="1" lang="ja-JP" altLang="en-US" smtClean="0"/>
              <a:t>23</a:t>
            </a:fld>
            <a:endParaRPr kumimoji="1" lang="ja-JP" altLang="en-US"/>
          </a:p>
        </p:txBody>
      </p:sp>
    </p:spTree>
    <p:extLst>
      <p:ext uri="{BB962C8B-B14F-4D97-AF65-F5344CB8AC3E}">
        <p14:creationId xmlns:p14="http://schemas.microsoft.com/office/powerpoint/2010/main" val="8538736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6094C623-BD09-D63C-9088-3F7ACBB41CF9}"/>
              </a:ext>
            </a:extLst>
          </p:cNvPr>
          <p:cNvSpPr>
            <a:spLocks noGrp="1"/>
          </p:cNvSpPr>
          <p:nvPr>
            <p:ph type="sldNum" sz="quarter" idx="12"/>
          </p:nvPr>
        </p:nvSpPr>
        <p:spPr/>
        <p:txBody>
          <a:bodyPr/>
          <a:lstStyle/>
          <a:p>
            <a:fld id="{15850237-4F5E-434F-B1A9-6179087F5D60}" type="slidenum">
              <a:rPr kumimoji="1" lang="ja-JP" altLang="en-US" smtClean="0"/>
              <a:t>24</a:t>
            </a:fld>
            <a:endParaRPr kumimoji="1" lang="ja-JP" altLang="en-US"/>
          </a:p>
        </p:txBody>
      </p:sp>
      <p:graphicFrame>
        <p:nvGraphicFramePr>
          <p:cNvPr id="3" name="グラフ 2">
            <a:extLst>
              <a:ext uri="{FF2B5EF4-FFF2-40B4-BE49-F238E27FC236}">
                <a16:creationId xmlns:a16="http://schemas.microsoft.com/office/drawing/2014/main" id="{5C8907B8-E26C-4299-8497-36CCCD3925B4}"/>
              </a:ext>
            </a:extLst>
          </p:cNvPr>
          <p:cNvGraphicFramePr/>
          <p:nvPr>
            <p:extLst>
              <p:ext uri="{D42A27DB-BD31-4B8C-83A1-F6EECF244321}">
                <p14:modId xmlns:p14="http://schemas.microsoft.com/office/powerpoint/2010/main" val="3671225531"/>
              </p:ext>
            </p:extLst>
          </p:nvPr>
        </p:nvGraphicFramePr>
        <p:xfrm>
          <a:off x="838200" y="136525"/>
          <a:ext cx="10764000" cy="2304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グラフ 3">
            <a:extLst>
              <a:ext uri="{FF2B5EF4-FFF2-40B4-BE49-F238E27FC236}">
                <a16:creationId xmlns:a16="http://schemas.microsoft.com/office/drawing/2014/main" id="{CC923A55-E601-4108-8FA5-354783072A91}"/>
              </a:ext>
            </a:extLst>
          </p:cNvPr>
          <p:cNvGraphicFramePr/>
          <p:nvPr>
            <p:extLst>
              <p:ext uri="{D42A27DB-BD31-4B8C-83A1-F6EECF244321}">
                <p14:modId xmlns:p14="http://schemas.microsoft.com/office/powerpoint/2010/main" val="1756345242"/>
              </p:ext>
            </p:extLst>
          </p:nvPr>
        </p:nvGraphicFramePr>
        <p:xfrm>
          <a:off x="838200" y="2277000"/>
          <a:ext cx="10764000" cy="2304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グラフ 4">
            <a:extLst>
              <a:ext uri="{FF2B5EF4-FFF2-40B4-BE49-F238E27FC236}">
                <a16:creationId xmlns:a16="http://schemas.microsoft.com/office/drawing/2014/main" id="{EA03B95E-D00A-4E1E-831A-C25447C39DE9}"/>
              </a:ext>
            </a:extLst>
          </p:cNvPr>
          <p:cNvGraphicFramePr/>
          <p:nvPr>
            <p:extLst>
              <p:ext uri="{D42A27DB-BD31-4B8C-83A1-F6EECF244321}">
                <p14:modId xmlns:p14="http://schemas.microsoft.com/office/powerpoint/2010/main" val="2341797091"/>
              </p:ext>
            </p:extLst>
          </p:nvPr>
        </p:nvGraphicFramePr>
        <p:xfrm>
          <a:off x="838200" y="4547274"/>
          <a:ext cx="10764000" cy="2304000"/>
        </p:xfrm>
        <a:graphic>
          <a:graphicData uri="http://schemas.openxmlformats.org/drawingml/2006/chart">
            <c:chart xmlns:c="http://schemas.openxmlformats.org/drawingml/2006/chart" xmlns:r="http://schemas.openxmlformats.org/officeDocument/2006/relationships" r:id="rId5"/>
          </a:graphicData>
        </a:graphic>
      </p:graphicFrame>
      <p:sp>
        <p:nvSpPr>
          <p:cNvPr id="7" name="テキスト ボックス 6">
            <a:extLst>
              <a:ext uri="{FF2B5EF4-FFF2-40B4-BE49-F238E27FC236}">
                <a16:creationId xmlns:a16="http://schemas.microsoft.com/office/drawing/2014/main" id="{FA59582B-DB5F-86FE-8752-C3DF81A74164}"/>
              </a:ext>
            </a:extLst>
          </p:cNvPr>
          <p:cNvSpPr txBox="1"/>
          <p:nvPr/>
        </p:nvSpPr>
        <p:spPr>
          <a:xfrm>
            <a:off x="8610600" y="1808216"/>
            <a:ext cx="6096000" cy="246221"/>
          </a:xfrm>
          <a:prstGeom prst="rect">
            <a:avLst/>
          </a:prstGeom>
          <a:noFill/>
        </p:spPr>
        <p:txBody>
          <a:bodyPr wrap="square">
            <a:spAutoFit/>
          </a:bodyPr>
          <a:lstStyle/>
          <a:p>
            <a:pPr algn="ctr" rtl="0">
              <a:defRPr sz="1000" b="0" i="0" u="none" strike="noStrike" kern="1200" baseline="0">
                <a:solidFill>
                  <a:prstClr val="black">
                    <a:lumMod val="65000"/>
                    <a:lumOff val="35000"/>
                  </a:prstClr>
                </a:solidFill>
                <a:latin typeface="+mn-lt"/>
                <a:ea typeface="+mn-ea"/>
                <a:cs typeface="+mn-cs"/>
              </a:defRPr>
            </a:pPr>
            <a:r>
              <a:rPr lang="ja-JP" altLang="en-US" dirty="0"/>
              <a:t>時間</a:t>
            </a:r>
            <a:r>
              <a:rPr lang="en-US" altLang="ja-JP" dirty="0"/>
              <a:t>[</a:t>
            </a:r>
            <a:r>
              <a:rPr lang="en-US" altLang="ja-JP" dirty="0" err="1"/>
              <a:t>ms</a:t>
            </a:r>
            <a:r>
              <a:rPr lang="en-US" altLang="ja-JP" dirty="0"/>
              <a:t>]</a:t>
            </a:r>
          </a:p>
        </p:txBody>
      </p:sp>
      <p:sp>
        <p:nvSpPr>
          <p:cNvPr id="9" name="テキスト ボックス 8">
            <a:extLst>
              <a:ext uri="{FF2B5EF4-FFF2-40B4-BE49-F238E27FC236}">
                <a16:creationId xmlns:a16="http://schemas.microsoft.com/office/drawing/2014/main" id="{D8E1C89A-6270-55EE-7702-ADD3D222F4E1}"/>
              </a:ext>
            </a:extLst>
          </p:cNvPr>
          <p:cNvSpPr txBox="1"/>
          <p:nvPr/>
        </p:nvSpPr>
        <p:spPr>
          <a:xfrm>
            <a:off x="7981950" y="3932182"/>
            <a:ext cx="7353300" cy="246221"/>
          </a:xfrm>
          <a:prstGeom prst="rect">
            <a:avLst/>
          </a:prstGeom>
          <a:noFill/>
        </p:spPr>
        <p:txBody>
          <a:bodyPr wrap="square">
            <a:spAutoFit/>
          </a:bodyPr>
          <a:lstStyle/>
          <a:p>
            <a:pPr algn="ctr" rtl="0">
              <a:defRPr sz="1000" b="0" i="0" u="none" strike="noStrike" kern="1200" baseline="0">
                <a:solidFill>
                  <a:prstClr val="black">
                    <a:lumMod val="65000"/>
                    <a:lumOff val="35000"/>
                  </a:prstClr>
                </a:solidFill>
                <a:latin typeface="+mn-lt"/>
                <a:ea typeface="+mn-ea"/>
                <a:cs typeface="+mn-cs"/>
              </a:defRPr>
            </a:pPr>
            <a:r>
              <a:rPr lang="ja-JP" altLang="en-US" dirty="0"/>
              <a:t>時間</a:t>
            </a:r>
            <a:r>
              <a:rPr lang="en-US" altLang="ja-JP" dirty="0"/>
              <a:t>[</a:t>
            </a:r>
            <a:r>
              <a:rPr lang="en-US" altLang="ja-JP" dirty="0" err="1"/>
              <a:t>ms</a:t>
            </a:r>
            <a:r>
              <a:rPr lang="en-US" altLang="ja-JP" dirty="0"/>
              <a:t>]</a:t>
            </a:r>
          </a:p>
        </p:txBody>
      </p:sp>
      <p:sp>
        <p:nvSpPr>
          <p:cNvPr id="11" name="テキスト ボックス 10">
            <a:extLst>
              <a:ext uri="{FF2B5EF4-FFF2-40B4-BE49-F238E27FC236}">
                <a16:creationId xmlns:a16="http://schemas.microsoft.com/office/drawing/2014/main" id="{6AF892AB-300D-756E-6DD5-9A71896AED91}"/>
              </a:ext>
            </a:extLst>
          </p:cNvPr>
          <p:cNvSpPr txBox="1"/>
          <p:nvPr/>
        </p:nvSpPr>
        <p:spPr>
          <a:xfrm>
            <a:off x="7824108" y="6162041"/>
            <a:ext cx="7668984" cy="246221"/>
          </a:xfrm>
          <a:prstGeom prst="rect">
            <a:avLst/>
          </a:prstGeom>
          <a:noFill/>
        </p:spPr>
        <p:txBody>
          <a:bodyPr wrap="square">
            <a:spAutoFit/>
          </a:bodyPr>
          <a:lstStyle/>
          <a:p>
            <a:pPr algn="ctr" rtl="0">
              <a:defRPr sz="1000" b="0" i="0" u="none" strike="noStrike" kern="1200" baseline="0">
                <a:solidFill>
                  <a:prstClr val="black">
                    <a:lumMod val="65000"/>
                    <a:lumOff val="35000"/>
                  </a:prstClr>
                </a:solidFill>
                <a:latin typeface="+mn-lt"/>
                <a:ea typeface="+mn-ea"/>
                <a:cs typeface="+mn-cs"/>
              </a:defRPr>
            </a:pPr>
            <a:r>
              <a:rPr lang="ja-JP" altLang="en-US" dirty="0"/>
              <a:t>時間</a:t>
            </a:r>
            <a:r>
              <a:rPr lang="en-US" altLang="ja-JP" dirty="0"/>
              <a:t>[</a:t>
            </a:r>
            <a:r>
              <a:rPr lang="en-US" altLang="ja-JP" dirty="0" err="1"/>
              <a:t>ms</a:t>
            </a:r>
            <a:r>
              <a:rPr lang="en-US" altLang="ja-JP" dirty="0"/>
              <a:t>]</a:t>
            </a:r>
          </a:p>
        </p:txBody>
      </p:sp>
    </p:spTree>
    <p:extLst>
      <p:ext uri="{BB962C8B-B14F-4D97-AF65-F5344CB8AC3E}">
        <p14:creationId xmlns:p14="http://schemas.microsoft.com/office/powerpoint/2010/main" val="22122186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50BA2-43FD-D080-75CC-43CD2DC7B714}"/>
            </a:ext>
          </a:extLst>
        </p:cNvPr>
        <p:cNvGrpSpPr/>
        <p:nvPr/>
      </p:nvGrpSpPr>
      <p:grpSpPr>
        <a:xfrm>
          <a:off x="0" y="0"/>
          <a:ext cx="0" cy="0"/>
          <a:chOff x="0" y="0"/>
          <a:chExt cx="0" cy="0"/>
        </a:xfrm>
      </p:grpSpPr>
      <p:cxnSp>
        <p:nvCxnSpPr>
          <p:cNvPr id="7" name="直線矢印コネクタ 6">
            <a:extLst>
              <a:ext uri="{FF2B5EF4-FFF2-40B4-BE49-F238E27FC236}">
                <a16:creationId xmlns:a16="http://schemas.microsoft.com/office/drawing/2014/main" id="{4D769836-E3C2-3D18-4647-FE55DA00656A}"/>
              </a:ext>
            </a:extLst>
          </p:cNvPr>
          <p:cNvCxnSpPr>
            <a:cxnSpLocks/>
          </p:cNvCxnSpPr>
          <p:nvPr/>
        </p:nvCxnSpPr>
        <p:spPr>
          <a:xfrm>
            <a:off x="2566355" y="1238434"/>
            <a:ext cx="0" cy="435807"/>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 name="テキスト ボックス 8">
            <a:extLst>
              <a:ext uri="{FF2B5EF4-FFF2-40B4-BE49-F238E27FC236}">
                <a16:creationId xmlns:a16="http://schemas.microsoft.com/office/drawing/2014/main" id="{2DF21556-E993-3A55-941C-109A1E5A8880}"/>
              </a:ext>
            </a:extLst>
          </p:cNvPr>
          <p:cNvSpPr txBox="1"/>
          <p:nvPr/>
        </p:nvSpPr>
        <p:spPr>
          <a:xfrm>
            <a:off x="1801260" y="633589"/>
            <a:ext cx="2956560" cy="646331"/>
          </a:xfrm>
          <a:prstGeom prst="rect">
            <a:avLst/>
          </a:prstGeom>
          <a:noFill/>
        </p:spPr>
        <p:txBody>
          <a:bodyPr wrap="square" rtlCol="0">
            <a:spAutoFit/>
          </a:bodyPr>
          <a:lstStyle/>
          <a:p>
            <a:r>
              <a:rPr kumimoji="1" lang="en-US" altLang="ja-JP" dirty="0"/>
              <a:t>BL(</a:t>
            </a:r>
            <a:r>
              <a:rPr kumimoji="1" lang="ja-JP" altLang="en-US" dirty="0"/>
              <a:t>ベースライン</a:t>
            </a:r>
            <a:r>
              <a:rPr kumimoji="1" lang="en-US" altLang="ja-JP" dirty="0"/>
              <a:t>)</a:t>
            </a:r>
          </a:p>
          <a:p>
            <a:r>
              <a:rPr lang="ja-JP" altLang="en-US" dirty="0"/>
              <a:t>照射開始</a:t>
            </a:r>
            <a:endParaRPr kumimoji="1" lang="ja-JP" altLang="en-US" dirty="0"/>
          </a:p>
        </p:txBody>
      </p:sp>
      <p:graphicFrame>
        <p:nvGraphicFramePr>
          <p:cNvPr id="28" name="グラフ 27">
            <a:extLst>
              <a:ext uri="{FF2B5EF4-FFF2-40B4-BE49-F238E27FC236}">
                <a16:creationId xmlns:a16="http://schemas.microsoft.com/office/drawing/2014/main" id="{7420410E-BB80-F04E-7455-EE8C81E807E8}"/>
              </a:ext>
            </a:extLst>
          </p:cNvPr>
          <p:cNvGraphicFramePr>
            <a:graphicFrameLocks/>
          </p:cNvGraphicFramePr>
          <p:nvPr>
            <p:extLst>
              <p:ext uri="{D42A27DB-BD31-4B8C-83A1-F6EECF244321}">
                <p14:modId xmlns:p14="http://schemas.microsoft.com/office/powerpoint/2010/main" val="3607080966"/>
              </p:ext>
            </p:extLst>
          </p:nvPr>
        </p:nvGraphicFramePr>
        <p:xfrm>
          <a:off x="1097575" y="1370458"/>
          <a:ext cx="10017143" cy="2278264"/>
        </p:xfrm>
        <a:graphic>
          <a:graphicData uri="http://schemas.openxmlformats.org/drawingml/2006/chart">
            <c:chart xmlns:c="http://schemas.openxmlformats.org/drawingml/2006/chart" xmlns:r="http://schemas.openxmlformats.org/officeDocument/2006/relationships" r:id="rId3"/>
          </a:graphicData>
        </a:graphic>
      </p:graphicFrame>
      <p:sp>
        <p:nvSpPr>
          <p:cNvPr id="32" name="テキスト ボックス 31">
            <a:extLst>
              <a:ext uri="{FF2B5EF4-FFF2-40B4-BE49-F238E27FC236}">
                <a16:creationId xmlns:a16="http://schemas.microsoft.com/office/drawing/2014/main" id="{DAB51216-4DEA-CC08-90B4-BA0F2075B7C3}"/>
              </a:ext>
            </a:extLst>
          </p:cNvPr>
          <p:cNvSpPr txBox="1"/>
          <p:nvPr/>
        </p:nvSpPr>
        <p:spPr>
          <a:xfrm>
            <a:off x="4934970" y="498849"/>
            <a:ext cx="461665" cy="1009304"/>
          </a:xfrm>
          <a:prstGeom prst="rect">
            <a:avLst/>
          </a:prstGeom>
          <a:noFill/>
        </p:spPr>
        <p:txBody>
          <a:bodyPr vert="eaVert" wrap="square" rtlCol="0">
            <a:spAutoFit/>
          </a:bodyPr>
          <a:lstStyle/>
          <a:p>
            <a:r>
              <a:rPr kumimoji="1" lang="ja-JP" altLang="en-US" dirty="0"/>
              <a:t>照射終了</a:t>
            </a:r>
          </a:p>
        </p:txBody>
      </p:sp>
      <p:sp>
        <p:nvSpPr>
          <p:cNvPr id="33" name="テキスト ボックス 32">
            <a:extLst>
              <a:ext uri="{FF2B5EF4-FFF2-40B4-BE49-F238E27FC236}">
                <a16:creationId xmlns:a16="http://schemas.microsoft.com/office/drawing/2014/main" id="{843C8CE3-22B8-DF90-0E60-0877F0B4CB15}"/>
              </a:ext>
            </a:extLst>
          </p:cNvPr>
          <p:cNvSpPr txBox="1"/>
          <p:nvPr/>
        </p:nvSpPr>
        <p:spPr>
          <a:xfrm>
            <a:off x="5644482" y="554595"/>
            <a:ext cx="461665" cy="953559"/>
          </a:xfrm>
          <a:prstGeom prst="rect">
            <a:avLst/>
          </a:prstGeom>
          <a:noFill/>
        </p:spPr>
        <p:txBody>
          <a:bodyPr vert="eaVert" wrap="square" rtlCol="0">
            <a:spAutoFit/>
          </a:bodyPr>
          <a:lstStyle/>
          <a:p>
            <a:r>
              <a:rPr lang="ja-JP" altLang="en-US" dirty="0"/>
              <a:t>３秒後</a:t>
            </a:r>
            <a:endParaRPr kumimoji="1" lang="ja-JP" altLang="en-US" dirty="0"/>
          </a:p>
        </p:txBody>
      </p:sp>
      <p:sp>
        <p:nvSpPr>
          <p:cNvPr id="34" name="テキスト ボックス 33">
            <a:extLst>
              <a:ext uri="{FF2B5EF4-FFF2-40B4-BE49-F238E27FC236}">
                <a16:creationId xmlns:a16="http://schemas.microsoft.com/office/drawing/2014/main" id="{FFB3BF80-69A6-92D6-F0BC-AE3A2EC11BDC}"/>
              </a:ext>
            </a:extLst>
          </p:cNvPr>
          <p:cNvSpPr txBox="1"/>
          <p:nvPr/>
        </p:nvSpPr>
        <p:spPr>
          <a:xfrm>
            <a:off x="6485914" y="554595"/>
            <a:ext cx="461665" cy="953559"/>
          </a:xfrm>
          <a:prstGeom prst="rect">
            <a:avLst/>
          </a:prstGeom>
          <a:noFill/>
        </p:spPr>
        <p:txBody>
          <a:bodyPr vert="eaVert" wrap="square" rtlCol="0">
            <a:spAutoFit/>
          </a:bodyPr>
          <a:lstStyle/>
          <a:p>
            <a:r>
              <a:rPr lang="ja-JP" altLang="en-US" dirty="0"/>
              <a:t>６秒後</a:t>
            </a:r>
            <a:endParaRPr kumimoji="1" lang="ja-JP" altLang="en-US" dirty="0"/>
          </a:p>
        </p:txBody>
      </p:sp>
      <p:sp>
        <p:nvSpPr>
          <p:cNvPr id="35" name="テキスト ボックス 34">
            <a:extLst>
              <a:ext uri="{FF2B5EF4-FFF2-40B4-BE49-F238E27FC236}">
                <a16:creationId xmlns:a16="http://schemas.microsoft.com/office/drawing/2014/main" id="{4E94A6A0-D0C8-4330-2571-B376095C3C35}"/>
              </a:ext>
            </a:extLst>
          </p:cNvPr>
          <p:cNvSpPr txBox="1"/>
          <p:nvPr/>
        </p:nvSpPr>
        <p:spPr>
          <a:xfrm>
            <a:off x="7257031" y="554595"/>
            <a:ext cx="461665" cy="953559"/>
          </a:xfrm>
          <a:prstGeom prst="rect">
            <a:avLst/>
          </a:prstGeom>
          <a:noFill/>
        </p:spPr>
        <p:txBody>
          <a:bodyPr vert="eaVert" wrap="square" rtlCol="0">
            <a:spAutoFit/>
          </a:bodyPr>
          <a:lstStyle/>
          <a:p>
            <a:r>
              <a:rPr lang="ja-JP" altLang="en-US" dirty="0"/>
              <a:t>９</a:t>
            </a:r>
            <a:r>
              <a:rPr lang="ja-JP" altLang="en-US"/>
              <a:t>秒後</a:t>
            </a:r>
            <a:endParaRPr kumimoji="1" lang="ja-JP" altLang="en-US" dirty="0"/>
          </a:p>
        </p:txBody>
      </p:sp>
      <p:sp>
        <p:nvSpPr>
          <p:cNvPr id="36" name="テキスト ボックス 35">
            <a:extLst>
              <a:ext uri="{FF2B5EF4-FFF2-40B4-BE49-F238E27FC236}">
                <a16:creationId xmlns:a16="http://schemas.microsoft.com/office/drawing/2014/main" id="{DDD24092-0A6D-CC71-91A5-2204AB03EC39}"/>
              </a:ext>
            </a:extLst>
          </p:cNvPr>
          <p:cNvSpPr txBox="1"/>
          <p:nvPr/>
        </p:nvSpPr>
        <p:spPr>
          <a:xfrm>
            <a:off x="8077878" y="389591"/>
            <a:ext cx="461665" cy="1118563"/>
          </a:xfrm>
          <a:prstGeom prst="rect">
            <a:avLst/>
          </a:prstGeom>
          <a:noFill/>
        </p:spPr>
        <p:txBody>
          <a:bodyPr vert="eaVert" wrap="square" rtlCol="0">
            <a:spAutoFit/>
          </a:bodyPr>
          <a:lstStyle/>
          <a:p>
            <a:r>
              <a:rPr lang="ja-JP" altLang="en-US" dirty="0"/>
              <a:t>１２秒後</a:t>
            </a:r>
            <a:endParaRPr kumimoji="1" lang="ja-JP" altLang="en-US" dirty="0"/>
          </a:p>
        </p:txBody>
      </p:sp>
      <p:sp>
        <p:nvSpPr>
          <p:cNvPr id="38" name="テキスト ボックス 37">
            <a:extLst>
              <a:ext uri="{FF2B5EF4-FFF2-40B4-BE49-F238E27FC236}">
                <a16:creationId xmlns:a16="http://schemas.microsoft.com/office/drawing/2014/main" id="{346B54BC-07E4-7E5B-2C39-C98BBB94DD08}"/>
              </a:ext>
            </a:extLst>
          </p:cNvPr>
          <p:cNvSpPr txBox="1"/>
          <p:nvPr/>
        </p:nvSpPr>
        <p:spPr>
          <a:xfrm>
            <a:off x="8816542" y="382676"/>
            <a:ext cx="461665" cy="1069731"/>
          </a:xfrm>
          <a:prstGeom prst="rect">
            <a:avLst/>
          </a:prstGeom>
          <a:noFill/>
        </p:spPr>
        <p:txBody>
          <a:bodyPr vert="eaVert" wrap="square" rtlCol="0">
            <a:spAutoFit/>
          </a:bodyPr>
          <a:lstStyle/>
          <a:p>
            <a:r>
              <a:rPr lang="ja-JP" altLang="en-US" dirty="0"/>
              <a:t>１５秒後</a:t>
            </a:r>
            <a:endParaRPr kumimoji="1" lang="ja-JP" altLang="en-US" dirty="0"/>
          </a:p>
        </p:txBody>
      </p:sp>
      <p:sp>
        <p:nvSpPr>
          <p:cNvPr id="39" name="テキスト ボックス 38">
            <a:extLst>
              <a:ext uri="{FF2B5EF4-FFF2-40B4-BE49-F238E27FC236}">
                <a16:creationId xmlns:a16="http://schemas.microsoft.com/office/drawing/2014/main" id="{0637F2F1-3D01-EE39-3284-CB4206A03F83}"/>
              </a:ext>
            </a:extLst>
          </p:cNvPr>
          <p:cNvSpPr txBox="1"/>
          <p:nvPr/>
        </p:nvSpPr>
        <p:spPr>
          <a:xfrm>
            <a:off x="9618506" y="352650"/>
            <a:ext cx="461665" cy="1069731"/>
          </a:xfrm>
          <a:prstGeom prst="rect">
            <a:avLst/>
          </a:prstGeom>
          <a:noFill/>
        </p:spPr>
        <p:txBody>
          <a:bodyPr vert="eaVert" wrap="square" rtlCol="0">
            <a:spAutoFit/>
          </a:bodyPr>
          <a:lstStyle/>
          <a:p>
            <a:r>
              <a:rPr lang="ja-JP" altLang="en-US" dirty="0"/>
              <a:t>１８秒後</a:t>
            </a:r>
            <a:endParaRPr kumimoji="1" lang="ja-JP" altLang="en-US" dirty="0"/>
          </a:p>
        </p:txBody>
      </p:sp>
      <p:sp>
        <p:nvSpPr>
          <p:cNvPr id="41" name="スライド番号プレースホルダー 40">
            <a:extLst>
              <a:ext uri="{FF2B5EF4-FFF2-40B4-BE49-F238E27FC236}">
                <a16:creationId xmlns:a16="http://schemas.microsoft.com/office/drawing/2014/main" id="{1D6F85CC-F299-B77F-BFA8-B2482DCD031D}"/>
              </a:ext>
            </a:extLst>
          </p:cNvPr>
          <p:cNvSpPr>
            <a:spLocks noGrp="1"/>
          </p:cNvSpPr>
          <p:nvPr>
            <p:ph type="sldNum" sz="quarter" idx="12"/>
          </p:nvPr>
        </p:nvSpPr>
        <p:spPr/>
        <p:txBody>
          <a:bodyPr/>
          <a:lstStyle/>
          <a:p>
            <a:fld id="{9B67CCD3-D6D5-4091-819E-1CDEA7D0B598}" type="slidenum">
              <a:rPr kumimoji="1" lang="ja-JP" altLang="en-US" smtClean="0"/>
              <a:t>25</a:t>
            </a:fld>
            <a:endParaRPr kumimoji="1" lang="ja-JP" altLang="en-US"/>
          </a:p>
        </p:txBody>
      </p:sp>
      <p:cxnSp>
        <p:nvCxnSpPr>
          <p:cNvPr id="45" name="直線コネクタ 44">
            <a:extLst>
              <a:ext uri="{FF2B5EF4-FFF2-40B4-BE49-F238E27FC236}">
                <a16:creationId xmlns:a16="http://schemas.microsoft.com/office/drawing/2014/main" id="{B9D8E10A-B510-BDC6-65B3-BB95B11D7BA1}"/>
              </a:ext>
            </a:extLst>
          </p:cNvPr>
          <p:cNvCxnSpPr>
            <a:cxnSpLocks/>
          </p:cNvCxnSpPr>
          <p:nvPr/>
        </p:nvCxnSpPr>
        <p:spPr>
          <a:xfrm>
            <a:off x="2566355" y="1763178"/>
            <a:ext cx="8424200" cy="0"/>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0" name="直線コネクタ 49">
            <a:extLst>
              <a:ext uri="{FF2B5EF4-FFF2-40B4-BE49-F238E27FC236}">
                <a16:creationId xmlns:a16="http://schemas.microsoft.com/office/drawing/2014/main" id="{2E1ECBFC-35F5-8612-60BD-CE1DE69A5709}"/>
              </a:ext>
            </a:extLst>
          </p:cNvPr>
          <p:cNvCxnSpPr>
            <a:cxnSpLocks/>
          </p:cNvCxnSpPr>
          <p:nvPr/>
        </p:nvCxnSpPr>
        <p:spPr>
          <a:xfrm flipV="1">
            <a:off x="5221232" y="1763178"/>
            <a:ext cx="0" cy="987829"/>
          </a:xfrm>
          <a:prstGeom prst="line">
            <a:avLst/>
          </a:prstGeom>
          <a:ln w="19050" cap="flat" cmpd="sng" algn="ctr">
            <a:solidFill>
              <a:schemeClr val="accent5"/>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graphicFrame>
        <p:nvGraphicFramePr>
          <p:cNvPr id="3" name="グラフ 2">
            <a:extLst>
              <a:ext uri="{FF2B5EF4-FFF2-40B4-BE49-F238E27FC236}">
                <a16:creationId xmlns:a16="http://schemas.microsoft.com/office/drawing/2014/main" id="{C9700A43-360C-42C6-BD87-A373754B15AF}"/>
              </a:ext>
            </a:extLst>
          </p:cNvPr>
          <p:cNvGraphicFramePr/>
          <p:nvPr>
            <p:extLst>
              <p:ext uri="{D42A27DB-BD31-4B8C-83A1-F6EECF244321}">
                <p14:modId xmlns:p14="http://schemas.microsoft.com/office/powerpoint/2010/main" val="1264131409"/>
              </p:ext>
            </p:extLst>
          </p:nvPr>
        </p:nvGraphicFramePr>
        <p:xfrm>
          <a:off x="1024953" y="3737659"/>
          <a:ext cx="10136816" cy="2822405"/>
        </p:xfrm>
        <a:graphic>
          <a:graphicData uri="http://schemas.openxmlformats.org/drawingml/2006/chart">
            <c:chart xmlns:c="http://schemas.openxmlformats.org/drawingml/2006/chart" xmlns:r="http://schemas.openxmlformats.org/officeDocument/2006/relationships" r:id="rId4"/>
          </a:graphicData>
        </a:graphic>
      </p:graphicFrame>
      <p:sp>
        <p:nvSpPr>
          <p:cNvPr id="4" name="テキスト ボックス 3">
            <a:extLst>
              <a:ext uri="{FF2B5EF4-FFF2-40B4-BE49-F238E27FC236}">
                <a16:creationId xmlns:a16="http://schemas.microsoft.com/office/drawing/2014/main" id="{C4E60EFE-E1FC-D548-2491-E6B90EE467F0}"/>
              </a:ext>
            </a:extLst>
          </p:cNvPr>
          <p:cNvSpPr txBox="1"/>
          <p:nvPr/>
        </p:nvSpPr>
        <p:spPr>
          <a:xfrm>
            <a:off x="11094425" y="3244334"/>
            <a:ext cx="6093618" cy="276999"/>
          </a:xfrm>
          <a:prstGeom prst="rect">
            <a:avLst/>
          </a:prstGeom>
          <a:noFill/>
        </p:spPr>
        <p:txBody>
          <a:bodyPr wrap="square">
            <a:spAutoFit/>
          </a:bodyPr>
          <a:lstStyle/>
          <a:p>
            <a:r>
              <a:rPr lang="ja-JP" altLang="en-US" sz="1200" b="0" i="0" u="none" strike="noStrike" kern="1200" baseline="0" dirty="0">
                <a:solidFill>
                  <a:sysClr val="windowText" lastClr="000000">
                    <a:lumMod val="65000"/>
                    <a:lumOff val="35000"/>
                  </a:sysClr>
                </a:solidFill>
              </a:rPr>
              <a:t>時間</a:t>
            </a:r>
            <a:r>
              <a:rPr lang="en-US" altLang="ja-JP" sz="1200" b="0" i="0" u="none" strike="noStrike" kern="1200" baseline="0" dirty="0">
                <a:solidFill>
                  <a:sysClr val="windowText" lastClr="000000">
                    <a:lumMod val="65000"/>
                    <a:lumOff val="35000"/>
                  </a:sysClr>
                </a:solidFill>
              </a:rPr>
              <a:t>[</a:t>
            </a:r>
            <a:r>
              <a:rPr lang="en-US" altLang="ja-JP" sz="1200" b="0" i="0" u="none" strike="noStrike" kern="1200" baseline="0" dirty="0" err="1">
                <a:solidFill>
                  <a:sysClr val="windowText" lastClr="000000">
                    <a:lumMod val="65000"/>
                    <a:lumOff val="35000"/>
                  </a:sysClr>
                </a:solidFill>
              </a:rPr>
              <a:t>ms</a:t>
            </a:r>
            <a:r>
              <a:rPr lang="en-US" altLang="ja-JP" sz="1200" b="0" i="0" u="none" strike="noStrike" kern="1200" baseline="0" dirty="0">
                <a:solidFill>
                  <a:sysClr val="windowText" lastClr="000000">
                    <a:lumMod val="65000"/>
                    <a:lumOff val="35000"/>
                  </a:sysClr>
                </a:solidFill>
              </a:rPr>
              <a:t>]</a:t>
            </a:r>
            <a:endParaRPr lang="ja-JP" altLang="en-US" sz="1200" dirty="0"/>
          </a:p>
        </p:txBody>
      </p:sp>
      <p:sp>
        <p:nvSpPr>
          <p:cNvPr id="6" name="テキスト ボックス 5">
            <a:extLst>
              <a:ext uri="{FF2B5EF4-FFF2-40B4-BE49-F238E27FC236}">
                <a16:creationId xmlns:a16="http://schemas.microsoft.com/office/drawing/2014/main" id="{A69FAFC6-6CF1-DB15-E414-F76DE8C84BA6}"/>
              </a:ext>
            </a:extLst>
          </p:cNvPr>
          <p:cNvSpPr txBox="1"/>
          <p:nvPr/>
        </p:nvSpPr>
        <p:spPr>
          <a:xfrm>
            <a:off x="11015739" y="5825607"/>
            <a:ext cx="5336155" cy="276999"/>
          </a:xfrm>
          <a:prstGeom prst="rect">
            <a:avLst/>
          </a:prstGeom>
          <a:noFill/>
        </p:spPr>
        <p:txBody>
          <a:bodyPr wrap="square">
            <a:spAutoFit/>
          </a:bodyPr>
          <a:lstStyle/>
          <a:p>
            <a:r>
              <a:rPr lang="ja-JP" altLang="en-US" sz="1200" b="0" i="0" u="none" strike="noStrike" kern="1200" baseline="0" dirty="0">
                <a:solidFill>
                  <a:sysClr val="windowText" lastClr="000000">
                    <a:lumMod val="65000"/>
                    <a:lumOff val="35000"/>
                  </a:sysClr>
                </a:solidFill>
              </a:rPr>
              <a:t>時間</a:t>
            </a:r>
            <a:r>
              <a:rPr lang="en-US" altLang="ja-JP" sz="1200" b="0" i="0" u="none" strike="noStrike" kern="1200" baseline="0" dirty="0">
                <a:solidFill>
                  <a:sysClr val="windowText" lastClr="000000">
                    <a:lumMod val="65000"/>
                    <a:lumOff val="35000"/>
                  </a:sysClr>
                </a:solidFill>
              </a:rPr>
              <a:t>[s]</a:t>
            </a:r>
            <a:endParaRPr lang="ja-JP" altLang="en-US" sz="1200" dirty="0"/>
          </a:p>
        </p:txBody>
      </p:sp>
      <p:sp>
        <p:nvSpPr>
          <p:cNvPr id="12" name="テキスト ボックス 11">
            <a:extLst>
              <a:ext uri="{FF2B5EF4-FFF2-40B4-BE49-F238E27FC236}">
                <a16:creationId xmlns:a16="http://schemas.microsoft.com/office/drawing/2014/main" id="{155EBFD0-61C8-1701-A3BA-D142528B1DC4}"/>
              </a:ext>
            </a:extLst>
          </p:cNvPr>
          <p:cNvSpPr txBox="1"/>
          <p:nvPr/>
        </p:nvSpPr>
        <p:spPr>
          <a:xfrm rot="16200000">
            <a:off x="-3390559" y="2125461"/>
            <a:ext cx="8592206"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sysClr val="windowText" lastClr="000000">
                    <a:lumMod val="65000"/>
                    <a:lumOff val="35000"/>
                  </a:sysClr>
                </a:solidFill>
                <a:latin typeface="+mn-lt"/>
                <a:ea typeface="+mn-ea"/>
                <a:cs typeface="+mn-cs"/>
              </a:defRPr>
            </a:pPr>
            <a:r>
              <a:rPr lang="ja-JP" altLang="en-US" sz="1200" b="0" i="0" u="none" strike="noStrike" kern="1200" baseline="0" dirty="0">
                <a:solidFill>
                  <a:sysClr val="windowText" lastClr="000000">
                    <a:lumMod val="65000"/>
                    <a:lumOff val="35000"/>
                  </a:sysClr>
                </a:solidFill>
              </a:rPr>
              <a:t>瞳孔面積［</a:t>
            </a:r>
            <a:r>
              <a:rPr lang="en-US" altLang="ja-JP" sz="1200" b="0" i="0" u="none" strike="noStrike" kern="1200" baseline="0" dirty="0">
                <a:solidFill>
                  <a:sysClr val="windowText" lastClr="000000">
                    <a:lumMod val="65000"/>
                    <a:lumOff val="35000"/>
                  </a:sysClr>
                </a:solidFill>
              </a:rPr>
              <a:t>dot]</a:t>
            </a:r>
            <a:endParaRPr lang="ja-JP" altLang="en-US" sz="1200" b="0" i="0" u="none" strike="noStrike" kern="1200" baseline="0" dirty="0">
              <a:solidFill>
                <a:sysClr val="windowText" lastClr="000000">
                  <a:lumMod val="65000"/>
                  <a:lumOff val="35000"/>
                </a:sysClr>
              </a:solidFill>
            </a:endParaRPr>
          </a:p>
        </p:txBody>
      </p:sp>
    </p:spTree>
    <p:extLst>
      <p:ext uri="{BB962C8B-B14F-4D97-AF65-F5344CB8AC3E}">
        <p14:creationId xmlns:p14="http://schemas.microsoft.com/office/powerpoint/2010/main" val="27875089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ADDA3DB-D59B-A981-3254-3FEC356554C9}"/>
              </a:ext>
            </a:extLst>
          </p:cNvPr>
          <p:cNvSpPr>
            <a:spLocks noGrp="1"/>
          </p:cNvSpPr>
          <p:nvPr>
            <p:ph type="sldNum" sz="quarter" idx="12"/>
          </p:nvPr>
        </p:nvSpPr>
        <p:spPr/>
        <p:txBody>
          <a:bodyPr/>
          <a:lstStyle/>
          <a:p>
            <a:fld id="{15850237-4F5E-434F-B1A9-6179087F5D60}" type="slidenum">
              <a:rPr kumimoji="1" lang="ja-JP" altLang="en-US" smtClean="0"/>
              <a:t>26</a:t>
            </a:fld>
            <a:endParaRPr kumimoji="1" lang="ja-JP" altLang="en-US"/>
          </a:p>
        </p:txBody>
      </p:sp>
      <p:sp>
        <p:nvSpPr>
          <p:cNvPr id="10" name="テキスト ボックス 9">
            <a:extLst>
              <a:ext uri="{FF2B5EF4-FFF2-40B4-BE49-F238E27FC236}">
                <a16:creationId xmlns:a16="http://schemas.microsoft.com/office/drawing/2014/main" id="{D1DE2AC6-D602-9A7F-62D3-852B1BAF5C21}"/>
              </a:ext>
            </a:extLst>
          </p:cNvPr>
          <p:cNvSpPr txBox="1"/>
          <p:nvPr/>
        </p:nvSpPr>
        <p:spPr>
          <a:xfrm>
            <a:off x="193415" y="76200"/>
            <a:ext cx="2778826" cy="769441"/>
          </a:xfrm>
          <a:prstGeom prst="rect">
            <a:avLst/>
          </a:prstGeom>
          <a:noFill/>
        </p:spPr>
        <p:txBody>
          <a:bodyPr wrap="square" rtlCol="0">
            <a:spAutoFit/>
          </a:bodyPr>
          <a:lstStyle/>
          <a:p>
            <a:r>
              <a:rPr kumimoji="1" lang="ja-JP" altLang="en-US" sz="4400" b="1" dirty="0">
                <a:solidFill>
                  <a:schemeClr val="bg1">
                    <a:lumMod val="65000"/>
                  </a:schemeClr>
                </a:solidFill>
                <a:latin typeface="+mj-ea"/>
                <a:ea typeface="+mj-ea"/>
              </a:rPr>
              <a:t>検定</a:t>
            </a:r>
          </a:p>
        </p:txBody>
      </p:sp>
      <p:cxnSp>
        <p:nvCxnSpPr>
          <p:cNvPr id="11" name="直線コネクタ 10">
            <a:extLst>
              <a:ext uri="{FF2B5EF4-FFF2-40B4-BE49-F238E27FC236}">
                <a16:creationId xmlns:a16="http://schemas.microsoft.com/office/drawing/2014/main" id="{1A1CBE04-75AD-6EE2-E4E6-EAAC06F04509}"/>
              </a:ext>
            </a:extLst>
          </p:cNvPr>
          <p:cNvCxnSpPr>
            <a:cxnSpLocks/>
          </p:cNvCxnSpPr>
          <p:nvPr/>
        </p:nvCxnSpPr>
        <p:spPr>
          <a:xfrm>
            <a:off x="310718" y="729191"/>
            <a:ext cx="7431578" cy="0"/>
          </a:xfrm>
          <a:prstGeom prst="line">
            <a:avLst/>
          </a:prstGeom>
          <a:ln w="28575">
            <a:solidFill>
              <a:srgbClr val="FFC000"/>
            </a:solidFill>
          </a:ln>
          <a:effectLst>
            <a:glow rad="101600">
              <a:schemeClr val="accent2">
                <a:satMod val="175000"/>
                <a:alpha val="40000"/>
              </a:schemeClr>
            </a:glow>
          </a:effectLst>
        </p:spPr>
        <p:style>
          <a:lnRef idx="2">
            <a:schemeClr val="accent1"/>
          </a:lnRef>
          <a:fillRef idx="0">
            <a:schemeClr val="accent1"/>
          </a:fillRef>
          <a:effectRef idx="1">
            <a:schemeClr val="accent1"/>
          </a:effectRef>
          <a:fontRef idx="minor">
            <a:schemeClr val="tx1"/>
          </a:fontRef>
        </p:style>
      </p:cxnSp>
      <p:grpSp>
        <p:nvGrpSpPr>
          <p:cNvPr id="40" name="グループ化 39">
            <a:extLst>
              <a:ext uri="{FF2B5EF4-FFF2-40B4-BE49-F238E27FC236}">
                <a16:creationId xmlns:a16="http://schemas.microsoft.com/office/drawing/2014/main" id="{0D93372E-598B-8BA7-64DB-0C1ABDAD34EA}"/>
              </a:ext>
            </a:extLst>
          </p:cNvPr>
          <p:cNvGrpSpPr/>
          <p:nvPr/>
        </p:nvGrpSpPr>
        <p:grpSpPr>
          <a:xfrm>
            <a:off x="1030061" y="2554109"/>
            <a:ext cx="7064828" cy="1424382"/>
            <a:chOff x="677468" y="752257"/>
            <a:chExt cx="7064828" cy="1424382"/>
          </a:xfrm>
        </p:grpSpPr>
        <p:sp>
          <p:nvSpPr>
            <p:cNvPr id="15" name="テキスト ボックス 14">
              <a:extLst>
                <a:ext uri="{FF2B5EF4-FFF2-40B4-BE49-F238E27FC236}">
                  <a16:creationId xmlns:a16="http://schemas.microsoft.com/office/drawing/2014/main" id="{9DB9D8F0-79B4-C125-C6A0-7E391EB6ECBB}"/>
                </a:ext>
              </a:extLst>
            </p:cNvPr>
            <p:cNvSpPr txBox="1"/>
            <p:nvPr/>
          </p:nvSpPr>
          <p:spPr>
            <a:xfrm>
              <a:off x="677468" y="752257"/>
              <a:ext cx="7064828" cy="369332"/>
            </a:xfrm>
            <a:prstGeom prst="rect">
              <a:avLst/>
            </a:prstGeom>
            <a:noFill/>
          </p:spPr>
          <p:txBody>
            <a:bodyPr wrap="square">
              <a:spAutoFit/>
            </a:bodyPr>
            <a:lstStyle/>
            <a:p>
              <a:r>
                <a:rPr lang="en-US" altLang="ja-JP" dirty="0"/>
                <a:t>Mauchly</a:t>
              </a:r>
              <a:r>
                <a:rPr lang="ja-JP" altLang="ja-JP" dirty="0"/>
                <a:t>の球面性検定</a:t>
              </a:r>
              <a:r>
                <a:rPr lang="en-US" altLang="ja-JP" dirty="0"/>
                <a:t>(p</a:t>
              </a:r>
              <a:r>
                <a:rPr lang="ja-JP" altLang="en-US" dirty="0"/>
                <a:t>＞</a:t>
              </a:r>
              <a:r>
                <a:rPr lang="en-US" altLang="ja-JP" dirty="0"/>
                <a:t>0.05)</a:t>
              </a:r>
              <a:endParaRPr lang="ja-JP" altLang="en-US" dirty="0"/>
            </a:p>
          </p:txBody>
        </p:sp>
        <p:grpSp>
          <p:nvGrpSpPr>
            <p:cNvPr id="24" name="グループ化 23">
              <a:extLst>
                <a:ext uri="{FF2B5EF4-FFF2-40B4-BE49-F238E27FC236}">
                  <a16:creationId xmlns:a16="http://schemas.microsoft.com/office/drawing/2014/main" id="{5709785F-CC11-2C75-3CDF-3862AD855216}"/>
                </a:ext>
              </a:extLst>
            </p:cNvPr>
            <p:cNvGrpSpPr/>
            <p:nvPr/>
          </p:nvGrpSpPr>
          <p:grpSpPr>
            <a:xfrm>
              <a:off x="703215" y="1069131"/>
              <a:ext cx="5096585" cy="1107508"/>
              <a:chOff x="1405850" y="1152490"/>
              <a:chExt cx="5096585" cy="1107508"/>
            </a:xfrm>
          </p:grpSpPr>
          <p:pic>
            <p:nvPicPr>
              <p:cNvPr id="8" name="図 7" descr="テーブル&#10;&#10;AI 生成コンテンツは誤りを含む可能性があります。">
                <a:extLst>
                  <a:ext uri="{FF2B5EF4-FFF2-40B4-BE49-F238E27FC236}">
                    <a16:creationId xmlns:a16="http://schemas.microsoft.com/office/drawing/2014/main" id="{73A200B5-5709-0146-8839-F78648035B86}"/>
                  </a:ext>
                </a:extLst>
              </p:cNvPr>
              <p:cNvPicPr>
                <a:picLocks noChangeAspect="1"/>
              </p:cNvPicPr>
              <p:nvPr/>
            </p:nvPicPr>
            <p:blipFill>
              <a:blip r:embed="rId3"/>
              <a:stretch>
                <a:fillRect/>
              </a:stretch>
            </p:blipFill>
            <p:spPr>
              <a:xfrm>
                <a:off x="1405850" y="1152490"/>
                <a:ext cx="5096585" cy="1107508"/>
              </a:xfrm>
              <a:prstGeom prst="rect">
                <a:avLst/>
              </a:prstGeom>
              <a:solidFill>
                <a:schemeClr val="accent2"/>
              </a:solidFill>
            </p:spPr>
          </p:pic>
          <p:sp>
            <p:nvSpPr>
              <p:cNvPr id="20" name="四角形: 角を丸くする 19">
                <a:extLst>
                  <a:ext uri="{FF2B5EF4-FFF2-40B4-BE49-F238E27FC236}">
                    <a16:creationId xmlns:a16="http://schemas.microsoft.com/office/drawing/2014/main" id="{E3295A04-0701-C545-78EA-9E79EC295552}"/>
                  </a:ext>
                </a:extLst>
              </p:cNvPr>
              <p:cNvSpPr/>
              <p:nvPr/>
            </p:nvSpPr>
            <p:spPr>
              <a:xfrm>
                <a:off x="5910943" y="1458686"/>
                <a:ext cx="413657" cy="217714"/>
              </a:xfrm>
              <a:prstGeom prst="roundRect">
                <a:avLst/>
              </a:prstGeom>
              <a:noFill/>
              <a:ln w="19050" cap="flat" cmpd="sng" algn="ctr">
                <a:solidFill>
                  <a:srgbClr val="92D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ja-JP" altLang="en-US" dirty="0">
                  <a:highlight>
                    <a:srgbClr val="FFFF00"/>
                  </a:highlight>
                </a:endParaRPr>
              </a:p>
            </p:txBody>
          </p:sp>
          <p:sp>
            <p:nvSpPr>
              <p:cNvPr id="21" name="四角形: 角を丸くする 20">
                <a:extLst>
                  <a:ext uri="{FF2B5EF4-FFF2-40B4-BE49-F238E27FC236}">
                    <a16:creationId xmlns:a16="http://schemas.microsoft.com/office/drawing/2014/main" id="{72F8BC54-E259-BFF2-F7C4-09F744DB74DB}"/>
                  </a:ext>
                </a:extLst>
              </p:cNvPr>
              <p:cNvSpPr/>
              <p:nvPr/>
            </p:nvSpPr>
            <p:spPr>
              <a:xfrm>
                <a:off x="5910943" y="1676400"/>
                <a:ext cx="413657" cy="217714"/>
              </a:xfrm>
              <a:prstGeom prst="roundRect">
                <a:avLst/>
              </a:prstGeom>
              <a:noFill/>
              <a:ln w="19050" cap="flat" cmpd="sng" algn="ctr">
                <a:solidFill>
                  <a:srgbClr val="92D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ja-JP" altLang="en-US" dirty="0">
                  <a:highlight>
                    <a:srgbClr val="FFFF00"/>
                  </a:highlight>
                </a:endParaRPr>
              </a:p>
            </p:txBody>
          </p:sp>
        </p:grpSp>
      </p:grpSp>
      <p:sp>
        <p:nvSpPr>
          <p:cNvPr id="42" name="テキスト ボックス 41">
            <a:extLst>
              <a:ext uri="{FF2B5EF4-FFF2-40B4-BE49-F238E27FC236}">
                <a16:creationId xmlns:a16="http://schemas.microsoft.com/office/drawing/2014/main" id="{952EFDF8-1FC2-4AD4-57F4-A6A80E75F460}"/>
              </a:ext>
            </a:extLst>
          </p:cNvPr>
          <p:cNvSpPr txBox="1"/>
          <p:nvPr/>
        </p:nvSpPr>
        <p:spPr>
          <a:xfrm>
            <a:off x="1030061" y="1603869"/>
            <a:ext cx="886265" cy="461665"/>
          </a:xfrm>
          <a:prstGeom prst="rect">
            <a:avLst/>
          </a:prstGeom>
          <a:noFill/>
        </p:spPr>
        <p:txBody>
          <a:bodyPr wrap="square" rtlCol="0">
            <a:spAutoFit/>
          </a:bodyPr>
          <a:lstStyle/>
          <a:p>
            <a:r>
              <a:rPr kumimoji="1" lang="ja-JP" altLang="en-US" sz="2400" dirty="0"/>
              <a:t>検定</a:t>
            </a:r>
            <a:endParaRPr kumimoji="1" lang="en-US" altLang="ja-JP" dirty="0"/>
          </a:p>
        </p:txBody>
      </p:sp>
      <p:sp>
        <p:nvSpPr>
          <p:cNvPr id="43" name="左中かっこ 42">
            <a:extLst>
              <a:ext uri="{FF2B5EF4-FFF2-40B4-BE49-F238E27FC236}">
                <a16:creationId xmlns:a16="http://schemas.microsoft.com/office/drawing/2014/main" id="{86CD0F34-311B-099D-51CA-7E3A26A4523F}"/>
              </a:ext>
            </a:extLst>
          </p:cNvPr>
          <p:cNvSpPr/>
          <p:nvPr/>
        </p:nvSpPr>
        <p:spPr>
          <a:xfrm>
            <a:off x="1834076" y="1535869"/>
            <a:ext cx="354373" cy="646331"/>
          </a:xfrm>
          <a:prstGeom prst="leftBrace">
            <a:avLst>
              <a:gd name="adj1" fmla="val 8333"/>
              <a:gd name="adj2" fmla="val 36364"/>
            </a:avLst>
          </a:prstGeom>
          <a:noFill/>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44" name="テキスト ボックス 43">
            <a:extLst>
              <a:ext uri="{FF2B5EF4-FFF2-40B4-BE49-F238E27FC236}">
                <a16:creationId xmlns:a16="http://schemas.microsoft.com/office/drawing/2014/main" id="{D9BAD216-52D1-C1D3-C142-515BCD3D7B67}"/>
              </a:ext>
            </a:extLst>
          </p:cNvPr>
          <p:cNvSpPr txBox="1"/>
          <p:nvPr/>
        </p:nvSpPr>
        <p:spPr>
          <a:xfrm>
            <a:off x="2077409" y="1559845"/>
            <a:ext cx="5251959" cy="646331"/>
          </a:xfrm>
          <a:prstGeom prst="rect">
            <a:avLst/>
          </a:prstGeom>
          <a:noFill/>
        </p:spPr>
        <p:txBody>
          <a:bodyPr wrap="square" rtlCol="0">
            <a:spAutoFit/>
          </a:bodyPr>
          <a:lstStyle/>
          <a:p>
            <a:r>
              <a:rPr lang="ja-JP" altLang="en-US" dirty="0"/>
              <a:t>照射後</a:t>
            </a:r>
            <a:r>
              <a:rPr lang="en-US" altLang="ja-JP" dirty="0"/>
              <a:t>3</a:t>
            </a:r>
            <a:r>
              <a:rPr lang="ja-JP" altLang="en-US" dirty="0"/>
              <a:t>秒時点ごとの６つの時間の組み合わせ</a:t>
            </a:r>
            <a:endParaRPr lang="en-US" altLang="ja-JP" dirty="0"/>
          </a:p>
          <a:p>
            <a:r>
              <a:rPr lang="ja-JP" altLang="en-US" dirty="0"/>
              <a:t>輝度の組み合わせ</a:t>
            </a:r>
            <a:endParaRPr lang="en-US" altLang="ja-JP" dirty="0"/>
          </a:p>
        </p:txBody>
      </p:sp>
      <p:grpSp>
        <p:nvGrpSpPr>
          <p:cNvPr id="53" name="グループ化 52">
            <a:extLst>
              <a:ext uri="{FF2B5EF4-FFF2-40B4-BE49-F238E27FC236}">
                <a16:creationId xmlns:a16="http://schemas.microsoft.com/office/drawing/2014/main" id="{1871134E-5A80-AE27-8BA3-52A35B8268CF}"/>
              </a:ext>
            </a:extLst>
          </p:cNvPr>
          <p:cNvGrpSpPr/>
          <p:nvPr/>
        </p:nvGrpSpPr>
        <p:grpSpPr>
          <a:xfrm>
            <a:off x="6564818" y="2554109"/>
            <a:ext cx="6406242" cy="2583562"/>
            <a:chOff x="1281618" y="3955350"/>
            <a:chExt cx="6406242" cy="2583562"/>
          </a:xfrm>
        </p:grpSpPr>
        <p:grpSp>
          <p:nvGrpSpPr>
            <p:cNvPr id="25" name="グループ化 24">
              <a:extLst>
                <a:ext uri="{FF2B5EF4-FFF2-40B4-BE49-F238E27FC236}">
                  <a16:creationId xmlns:a16="http://schemas.microsoft.com/office/drawing/2014/main" id="{CFFE9B2C-27CE-EC62-A50A-F3C5E7694248}"/>
                </a:ext>
              </a:extLst>
            </p:cNvPr>
            <p:cNvGrpSpPr/>
            <p:nvPr/>
          </p:nvGrpSpPr>
          <p:grpSpPr>
            <a:xfrm>
              <a:off x="1281618" y="4237892"/>
              <a:ext cx="4158938" cy="2301020"/>
              <a:chOff x="1420298" y="2320831"/>
              <a:chExt cx="4158938" cy="2301020"/>
            </a:xfrm>
          </p:grpSpPr>
          <p:pic>
            <p:nvPicPr>
              <p:cNvPr id="4" name="図 3" descr="テーブル&#10;&#10;AI 生成コンテンツは誤りを含む可能性があります。">
                <a:extLst>
                  <a:ext uri="{FF2B5EF4-FFF2-40B4-BE49-F238E27FC236}">
                    <a16:creationId xmlns:a16="http://schemas.microsoft.com/office/drawing/2014/main" id="{99506D22-BC6B-CAC1-CDFD-F8FBD700A454}"/>
                  </a:ext>
                </a:extLst>
              </p:cNvPr>
              <p:cNvPicPr>
                <a:picLocks noChangeAspect="1"/>
              </p:cNvPicPr>
              <p:nvPr/>
            </p:nvPicPr>
            <p:blipFill>
              <a:blip r:embed="rId4"/>
              <a:stretch>
                <a:fillRect/>
              </a:stretch>
            </p:blipFill>
            <p:spPr>
              <a:xfrm>
                <a:off x="1420298" y="2320831"/>
                <a:ext cx="4158938" cy="2301020"/>
              </a:xfrm>
              <a:prstGeom prst="rect">
                <a:avLst/>
              </a:prstGeom>
            </p:spPr>
          </p:pic>
          <p:sp>
            <p:nvSpPr>
              <p:cNvPr id="22" name="四角形: 角を丸くする 21">
                <a:extLst>
                  <a:ext uri="{FF2B5EF4-FFF2-40B4-BE49-F238E27FC236}">
                    <a16:creationId xmlns:a16="http://schemas.microsoft.com/office/drawing/2014/main" id="{C863DF83-DF25-266E-B814-F3866CFDA961}"/>
                  </a:ext>
                </a:extLst>
              </p:cNvPr>
              <p:cNvSpPr/>
              <p:nvPr/>
            </p:nvSpPr>
            <p:spPr>
              <a:xfrm>
                <a:off x="5089686" y="2841171"/>
                <a:ext cx="364057" cy="206828"/>
              </a:xfrm>
              <a:prstGeom prst="roundRect">
                <a:avLst/>
              </a:prstGeom>
              <a:noFill/>
              <a:ln w="19050" cap="flat" cmpd="sng" algn="ctr">
                <a:solidFill>
                  <a:srgbClr val="92D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ja-JP" altLang="en-US" dirty="0">
                  <a:highlight>
                    <a:srgbClr val="FFFF00"/>
                  </a:highlight>
                </a:endParaRPr>
              </a:p>
            </p:txBody>
          </p:sp>
          <p:sp>
            <p:nvSpPr>
              <p:cNvPr id="23" name="四角形: 角を丸くする 22">
                <a:extLst>
                  <a:ext uri="{FF2B5EF4-FFF2-40B4-BE49-F238E27FC236}">
                    <a16:creationId xmlns:a16="http://schemas.microsoft.com/office/drawing/2014/main" id="{00206CF6-1721-04D0-520D-F40782CED987}"/>
                  </a:ext>
                </a:extLst>
              </p:cNvPr>
              <p:cNvSpPr/>
              <p:nvPr/>
            </p:nvSpPr>
            <p:spPr>
              <a:xfrm>
                <a:off x="5089685" y="3628097"/>
                <a:ext cx="364057" cy="206828"/>
              </a:xfrm>
              <a:prstGeom prst="roundRect">
                <a:avLst/>
              </a:prstGeom>
              <a:noFill/>
              <a:ln w="19050" cap="flat" cmpd="sng" algn="ctr">
                <a:solidFill>
                  <a:srgbClr val="92D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ja-JP" altLang="en-US" dirty="0">
                  <a:highlight>
                    <a:srgbClr val="FFFF00"/>
                  </a:highlight>
                </a:endParaRPr>
              </a:p>
            </p:txBody>
          </p:sp>
        </p:grpSp>
        <p:sp>
          <p:nvSpPr>
            <p:cNvPr id="52" name="テキスト ボックス 51">
              <a:extLst>
                <a:ext uri="{FF2B5EF4-FFF2-40B4-BE49-F238E27FC236}">
                  <a16:creationId xmlns:a16="http://schemas.microsoft.com/office/drawing/2014/main" id="{665AF1AE-99CB-BDEC-B491-0BAD71C30F12}"/>
                </a:ext>
              </a:extLst>
            </p:cNvPr>
            <p:cNvSpPr txBox="1"/>
            <p:nvPr/>
          </p:nvSpPr>
          <p:spPr>
            <a:xfrm>
              <a:off x="1281618" y="3955350"/>
              <a:ext cx="6406242" cy="369332"/>
            </a:xfrm>
            <a:prstGeom prst="rect">
              <a:avLst/>
            </a:prstGeom>
            <a:noFill/>
          </p:spPr>
          <p:txBody>
            <a:bodyPr wrap="square">
              <a:spAutoFit/>
            </a:bodyPr>
            <a:lstStyle/>
            <a:p>
              <a:r>
                <a:rPr lang="ja-JP" altLang="ja-JP" sz="1800" dirty="0">
                  <a:effectLst/>
                  <a:ea typeface="游明朝" panose="02020400000000000000" pitchFamily="18" charset="-128"/>
                  <a:cs typeface="Times New Roman" panose="02020603050405020304" pitchFamily="18" charset="0"/>
                </a:rPr>
                <a:t>被験者内効果の検定</a:t>
              </a:r>
              <a:r>
                <a:rPr lang="en-US" altLang="ja-JP" dirty="0"/>
                <a:t>(p</a:t>
              </a:r>
              <a:r>
                <a:rPr lang="ja-JP" altLang="en-US" dirty="0"/>
                <a:t>＜</a:t>
              </a:r>
              <a:r>
                <a:rPr lang="en-US" altLang="ja-JP" dirty="0"/>
                <a:t>0.05)</a:t>
              </a:r>
              <a:endParaRPr lang="ja-JP" altLang="en-US" dirty="0"/>
            </a:p>
          </p:txBody>
        </p:sp>
      </p:grpSp>
    </p:spTree>
    <p:extLst>
      <p:ext uri="{BB962C8B-B14F-4D97-AF65-F5344CB8AC3E}">
        <p14:creationId xmlns:p14="http://schemas.microsoft.com/office/powerpoint/2010/main" val="2692552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44002-5EFD-538D-CD74-9D8BD840C800}"/>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B6D006E-8094-634A-C73A-B699AC418F26}"/>
              </a:ext>
            </a:extLst>
          </p:cNvPr>
          <p:cNvSpPr txBox="1"/>
          <p:nvPr/>
        </p:nvSpPr>
        <p:spPr>
          <a:xfrm>
            <a:off x="825672" y="555023"/>
            <a:ext cx="2778826" cy="769441"/>
          </a:xfrm>
          <a:prstGeom prst="rect">
            <a:avLst/>
          </a:prstGeom>
          <a:noFill/>
        </p:spPr>
        <p:txBody>
          <a:bodyPr wrap="square" rtlCol="0">
            <a:spAutoFit/>
          </a:bodyPr>
          <a:lstStyle/>
          <a:p>
            <a:r>
              <a:rPr kumimoji="1" lang="ja-JP" altLang="en-US" sz="4400" b="1" dirty="0">
                <a:solidFill>
                  <a:schemeClr val="bg1">
                    <a:lumMod val="65000"/>
                  </a:schemeClr>
                </a:solidFill>
                <a:latin typeface="+mj-ea"/>
                <a:ea typeface="+mj-ea"/>
              </a:rPr>
              <a:t>検定</a:t>
            </a:r>
          </a:p>
        </p:txBody>
      </p:sp>
      <p:sp>
        <p:nvSpPr>
          <p:cNvPr id="12" name="スライド番号プレースホルダー 11">
            <a:extLst>
              <a:ext uri="{FF2B5EF4-FFF2-40B4-BE49-F238E27FC236}">
                <a16:creationId xmlns:a16="http://schemas.microsoft.com/office/drawing/2014/main" id="{455ECC74-F467-5185-588D-52DBB51D3A57}"/>
              </a:ext>
            </a:extLst>
          </p:cNvPr>
          <p:cNvSpPr>
            <a:spLocks noGrp="1"/>
          </p:cNvSpPr>
          <p:nvPr>
            <p:ph type="sldNum" sz="quarter" idx="12"/>
          </p:nvPr>
        </p:nvSpPr>
        <p:spPr/>
        <p:txBody>
          <a:bodyPr/>
          <a:lstStyle/>
          <a:p>
            <a:fld id="{15850237-4F5E-434F-B1A9-6179087F5D60}" type="slidenum">
              <a:rPr kumimoji="1" lang="ja-JP" altLang="en-US" smtClean="0"/>
              <a:t>27</a:t>
            </a:fld>
            <a:endParaRPr kumimoji="1" lang="ja-JP" altLang="en-US" dirty="0"/>
          </a:p>
        </p:txBody>
      </p:sp>
      <p:cxnSp>
        <p:nvCxnSpPr>
          <p:cNvPr id="18" name="直線コネクタ 17">
            <a:extLst>
              <a:ext uri="{FF2B5EF4-FFF2-40B4-BE49-F238E27FC236}">
                <a16:creationId xmlns:a16="http://schemas.microsoft.com/office/drawing/2014/main" id="{828D33B7-36D0-B397-9578-D1C9BE28C8AB}"/>
              </a:ext>
            </a:extLst>
          </p:cNvPr>
          <p:cNvCxnSpPr>
            <a:cxnSpLocks/>
          </p:cNvCxnSpPr>
          <p:nvPr/>
        </p:nvCxnSpPr>
        <p:spPr>
          <a:xfrm>
            <a:off x="942975" y="1208014"/>
            <a:ext cx="7431578" cy="0"/>
          </a:xfrm>
          <a:prstGeom prst="line">
            <a:avLst/>
          </a:prstGeom>
          <a:ln w="28575">
            <a:solidFill>
              <a:srgbClr val="FFC000"/>
            </a:solidFill>
          </a:ln>
          <a:effectLst>
            <a:glow rad="101600">
              <a:schemeClr val="accent2">
                <a:satMod val="175000"/>
                <a:alpha val="40000"/>
              </a:schemeClr>
            </a:glow>
          </a:effectLst>
        </p:spPr>
        <p:style>
          <a:lnRef idx="2">
            <a:schemeClr val="accent1"/>
          </a:lnRef>
          <a:fillRef idx="0">
            <a:schemeClr val="accent1"/>
          </a:fillRef>
          <a:effectRef idx="1">
            <a:schemeClr val="accent1"/>
          </a:effectRef>
          <a:fontRef idx="minor">
            <a:schemeClr val="tx1"/>
          </a:fontRef>
        </p:style>
      </p:cxnSp>
      <p:sp>
        <p:nvSpPr>
          <p:cNvPr id="20" name="テキスト ボックス 19">
            <a:extLst>
              <a:ext uri="{FF2B5EF4-FFF2-40B4-BE49-F238E27FC236}">
                <a16:creationId xmlns:a16="http://schemas.microsoft.com/office/drawing/2014/main" id="{A507E658-C408-B15B-B819-6EAF54DCE083}"/>
              </a:ext>
            </a:extLst>
          </p:cNvPr>
          <p:cNvSpPr txBox="1"/>
          <p:nvPr/>
        </p:nvSpPr>
        <p:spPr>
          <a:xfrm>
            <a:off x="417316" y="3580637"/>
            <a:ext cx="8073742" cy="3539430"/>
          </a:xfrm>
          <a:prstGeom prst="rect">
            <a:avLst/>
          </a:prstGeom>
          <a:noFill/>
        </p:spPr>
        <p:txBody>
          <a:bodyPr wrap="square">
            <a:spAutoFit/>
          </a:bodyPr>
          <a:lstStyle/>
          <a:p>
            <a:r>
              <a:rPr lang="ja-JP" altLang="en-US" sz="2800" dirty="0"/>
              <a:t>・</a:t>
            </a:r>
            <a:r>
              <a:rPr lang="ja-JP" altLang="ja-JP" sz="2800" dirty="0"/>
              <a:t>照射後</a:t>
            </a:r>
            <a:r>
              <a:rPr lang="en-US" altLang="ja-JP" sz="2800" dirty="0"/>
              <a:t>(9</a:t>
            </a:r>
            <a:r>
              <a:rPr lang="ja-JP" altLang="en-US" sz="2800" dirty="0"/>
              <a:t>ｓ</a:t>
            </a:r>
            <a:r>
              <a:rPr lang="ja-JP" altLang="ja-JP" sz="2800" dirty="0"/>
              <a:t>と</a:t>
            </a:r>
            <a:r>
              <a:rPr lang="en-US" altLang="ja-JP" sz="2800" dirty="0"/>
              <a:t>15</a:t>
            </a:r>
            <a:r>
              <a:rPr lang="ja-JP" altLang="en-US" sz="2800" dirty="0"/>
              <a:t>ｓ，</a:t>
            </a:r>
            <a:r>
              <a:rPr lang="en-US" altLang="ja-JP" sz="2800" dirty="0"/>
              <a:t>9s</a:t>
            </a:r>
            <a:r>
              <a:rPr lang="ja-JP" altLang="en-US" sz="2800" dirty="0"/>
              <a:t>と</a:t>
            </a:r>
            <a:r>
              <a:rPr lang="en-US" altLang="ja-JP" sz="2800" dirty="0"/>
              <a:t>18s</a:t>
            </a:r>
            <a:r>
              <a:rPr lang="ja-JP" altLang="ja-JP" sz="2800" dirty="0"/>
              <a:t>，</a:t>
            </a:r>
            <a:r>
              <a:rPr lang="en-US" altLang="ja-JP" sz="2800" dirty="0"/>
              <a:t>12</a:t>
            </a:r>
            <a:r>
              <a:rPr lang="ja-JP" altLang="en-US" sz="2800" dirty="0"/>
              <a:t>ｓ</a:t>
            </a:r>
            <a:r>
              <a:rPr lang="ja-JP" altLang="ja-JP" sz="2800" dirty="0"/>
              <a:t>と</a:t>
            </a:r>
            <a:r>
              <a:rPr lang="en-US" altLang="ja-JP" sz="2800" dirty="0"/>
              <a:t>1</a:t>
            </a:r>
            <a:r>
              <a:rPr lang="ja-JP" altLang="ja-JP" sz="2800" dirty="0"/>
              <a:t>５</a:t>
            </a:r>
            <a:r>
              <a:rPr lang="ja-JP" altLang="en-US" sz="2800" dirty="0"/>
              <a:t>ｓ</a:t>
            </a:r>
            <a:r>
              <a:rPr lang="ja-JP" altLang="ja-JP" sz="2800" dirty="0"/>
              <a:t>，</a:t>
            </a:r>
            <a:r>
              <a:rPr lang="en-US" altLang="ja-JP" sz="2800" dirty="0"/>
              <a:t>12</a:t>
            </a:r>
            <a:r>
              <a:rPr lang="ja-JP" altLang="en-US" sz="2800" dirty="0"/>
              <a:t>ｓ</a:t>
            </a:r>
            <a:r>
              <a:rPr lang="ja-JP" altLang="ja-JP" sz="2800" dirty="0"/>
              <a:t>と</a:t>
            </a:r>
            <a:r>
              <a:rPr lang="en-US" altLang="ja-JP" sz="2800" dirty="0"/>
              <a:t>18</a:t>
            </a:r>
            <a:r>
              <a:rPr lang="ja-JP" altLang="en-US" sz="2800" dirty="0"/>
              <a:t>ｓ</a:t>
            </a:r>
            <a:r>
              <a:rPr lang="ja-JP" altLang="ja-JP" sz="2800" dirty="0"/>
              <a:t>，</a:t>
            </a:r>
            <a:r>
              <a:rPr lang="en-US" altLang="ja-JP" sz="2800" dirty="0"/>
              <a:t>15</a:t>
            </a:r>
            <a:r>
              <a:rPr lang="ja-JP" altLang="en-US" sz="2800" dirty="0"/>
              <a:t>ｓ</a:t>
            </a:r>
            <a:r>
              <a:rPr lang="ja-JP" altLang="ja-JP" sz="2800" dirty="0"/>
              <a:t>と</a:t>
            </a:r>
            <a:r>
              <a:rPr lang="en-US" altLang="ja-JP" sz="2800" dirty="0"/>
              <a:t>18</a:t>
            </a:r>
            <a:r>
              <a:rPr lang="ja-JP" altLang="en-US" sz="2800" dirty="0"/>
              <a:t>ｓ</a:t>
            </a:r>
            <a:r>
              <a:rPr lang="en-US" altLang="ja-JP" sz="2800" dirty="0"/>
              <a:t>)</a:t>
            </a:r>
            <a:r>
              <a:rPr lang="ja-JP" altLang="ja-JP" sz="2800" dirty="0"/>
              <a:t>の組み合わせでは有意差</a:t>
            </a:r>
            <a:r>
              <a:rPr lang="ja-JP" altLang="en-US" sz="2800" dirty="0"/>
              <a:t>なし</a:t>
            </a:r>
            <a:endParaRPr lang="en-US" altLang="ja-JP" sz="2800" dirty="0"/>
          </a:p>
          <a:p>
            <a:r>
              <a:rPr lang="ja-JP" altLang="ja-JP" sz="2800" dirty="0"/>
              <a:t>ほかのすべての組み合わせでは有意差が見られた</a:t>
            </a:r>
            <a:endParaRPr lang="en-US" altLang="ja-JP" sz="2800" dirty="0"/>
          </a:p>
          <a:p>
            <a:endParaRPr lang="en-US" altLang="ja-JP" sz="2800" dirty="0"/>
          </a:p>
          <a:p>
            <a:r>
              <a:rPr lang="ja-JP" altLang="en-US" sz="2800" dirty="0"/>
              <a:t>・</a:t>
            </a:r>
            <a:r>
              <a:rPr lang="ja-JP" altLang="ja-JP" sz="2800" dirty="0"/>
              <a:t>輝度</a:t>
            </a:r>
            <a:r>
              <a:rPr lang="ja-JP" altLang="en-US" sz="2800" dirty="0"/>
              <a:t>について</a:t>
            </a:r>
            <a:r>
              <a:rPr lang="ja-JP" altLang="ja-JP" sz="2800" dirty="0">
                <a:solidFill>
                  <a:schemeClr val="accent6">
                    <a:lumMod val="75000"/>
                  </a:schemeClr>
                </a:solidFill>
              </a:rPr>
              <a:t>中波長光</a:t>
            </a:r>
            <a:r>
              <a:rPr lang="en-US" altLang="ja-JP" sz="2800" dirty="0"/>
              <a:t>17.97 cd/m</a:t>
            </a:r>
            <a:r>
              <a:rPr lang="en-US" altLang="ja-JP" sz="2800" baseline="30000" dirty="0"/>
              <a:t>2</a:t>
            </a:r>
            <a:r>
              <a:rPr lang="ja-JP" altLang="ja-JP" sz="2800" dirty="0"/>
              <a:t>と</a:t>
            </a:r>
            <a:r>
              <a:rPr lang="en-US" altLang="ja-JP" sz="2800" dirty="0"/>
              <a:t>53.08 cd/m</a:t>
            </a:r>
            <a:r>
              <a:rPr lang="en-US" altLang="ja-JP" sz="2800" baseline="30000" dirty="0"/>
              <a:t>2</a:t>
            </a:r>
            <a:r>
              <a:rPr lang="ja-JP" altLang="ja-JP" sz="2800" dirty="0"/>
              <a:t>が有意差ありとなった</a:t>
            </a:r>
            <a:endParaRPr lang="en-US" altLang="ja-JP" sz="2800" dirty="0"/>
          </a:p>
          <a:p>
            <a:endParaRPr lang="ja-JP" altLang="ja-JP" sz="2800" dirty="0"/>
          </a:p>
        </p:txBody>
      </p:sp>
      <p:grpSp>
        <p:nvGrpSpPr>
          <p:cNvPr id="7" name="グループ化 6">
            <a:extLst>
              <a:ext uri="{FF2B5EF4-FFF2-40B4-BE49-F238E27FC236}">
                <a16:creationId xmlns:a16="http://schemas.microsoft.com/office/drawing/2014/main" id="{8B12BF6D-2F0C-2558-B7E4-910E27E51D3E}"/>
              </a:ext>
            </a:extLst>
          </p:cNvPr>
          <p:cNvGrpSpPr/>
          <p:nvPr/>
        </p:nvGrpSpPr>
        <p:grpSpPr>
          <a:xfrm>
            <a:off x="659947" y="1337126"/>
            <a:ext cx="6406242" cy="2191433"/>
            <a:chOff x="659947" y="1528010"/>
            <a:chExt cx="6406242" cy="2191433"/>
          </a:xfrm>
        </p:grpSpPr>
        <p:grpSp>
          <p:nvGrpSpPr>
            <p:cNvPr id="41" name="グループ化 40">
              <a:extLst>
                <a:ext uri="{FF2B5EF4-FFF2-40B4-BE49-F238E27FC236}">
                  <a16:creationId xmlns:a16="http://schemas.microsoft.com/office/drawing/2014/main" id="{BAE596C9-ED2B-C6C3-90C1-AA44F54D243B}"/>
                </a:ext>
              </a:extLst>
            </p:cNvPr>
            <p:cNvGrpSpPr/>
            <p:nvPr/>
          </p:nvGrpSpPr>
          <p:grpSpPr>
            <a:xfrm>
              <a:off x="659947" y="1770900"/>
              <a:ext cx="5111490" cy="1948543"/>
              <a:chOff x="1486002" y="4723883"/>
              <a:chExt cx="5111490" cy="1948543"/>
            </a:xfrm>
          </p:grpSpPr>
          <p:grpSp>
            <p:nvGrpSpPr>
              <p:cNvPr id="30" name="グループ化 29">
                <a:extLst>
                  <a:ext uri="{FF2B5EF4-FFF2-40B4-BE49-F238E27FC236}">
                    <a16:creationId xmlns:a16="http://schemas.microsoft.com/office/drawing/2014/main" id="{93E5EDDB-FB1B-3F50-2E16-9EE6C2F81432}"/>
                  </a:ext>
                </a:extLst>
              </p:cNvPr>
              <p:cNvGrpSpPr/>
              <p:nvPr/>
            </p:nvGrpSpPr>
            <p:grpSpPr>
              <a:xfrm>
                <a:off x="1486002" y="4723883"/>
                <a:ext cx="5111490" cy="1948543"/>
                <a:chOff x="1435995" y="4723883"/>
                <a:chExt cx="5111490" cy="1948543"/>
              </a:xfrm>
            </p:grpSpPr>
            <p:pic>
              <p:nvPicPr>
                <p:cNvPr id="9" name="図 8" descr="テーブル&#10;&#10;AI 生成コンテンツは誤りを含む可能性があります。">
                  <a:extLst>
                    <a:ext uri="{FF2B5EF4-FFF2-40B4-BE49-F238E27FC236}">
                      <a16:creationId xmlns:a16="http://schemas.microsoft.com/office/drawing/2014/main" id="{2D22F62E-6DC2-428D-317C-72CF1EEB1FDD}"/>
                    </a:ext>
                  </a:extLst>
                </p:cNvPr>
                <p:cNvPicPr>
                  <a:picLocks noChangeAspect="1"/>
                </p:cNvPicPr>
                <p:nvPr/>
              </p:nvPicPr>
              <p:blipFill>
                <a:blip r:embed="rId3"/>
                <a:srcRect t="8440"/>
                <a:stretch>
                  <a:fillRect/>
                </a:stretch>
              </p:blipFill>
              <p:spPr>
                <a:xfrm>
                  <a:off x="1435995" y="4723883"/>
                  <a:ext cx="5111490" cy="1948543"/>
                </a:xfrm>
                <a:prstGeom prst="rect">
                  <a:avLst/>
                </a:prstGeom>
              </p:spPr>
            </p:pic>
            <p:sp>
              <p:nvSpPr>
                <p:cNvPr id="26" name="四角形: 角を丸くする 25">
                  <a:extLst>
                    <a:ext uri="{FF2B5EF4-FFF2-40B4-BE49-F238E27FC236}">
                      <a16:creationId xmlns:a16="http://schemas.microsoft.com/office/drawing/2014/main" id="{FED7B08D-5F9F-B565-0BAB-4ECBB087D089}"/>
                    </a:ext>
                  </a:extLst>
                </p:cNvPr>
                <p:cNvSpPr/>
                <p:nvPr/>
              </p:nvSpPr>
              <p:spPr>
                <a:xfrm>
                  <a:off x="4655722" y="5329482"/>
                  <a:ext cx="343524" cy="181328"/>
                </a:xfrm>
                <a:prstGeom prst="roundRect">
                  <a:avLst/>
                </a:prstGeom>
                <a:noFill/>
                <a:ln w="19050" cap="flat" cmpd="sng" algn="ctr">
                  <a:solidFill>
                    <a:srgbClr val="92D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ja-JP" altLang="en-US" dirty="0">
                    <a:solidFill>
                      <a:schemeClr val="accent6">
                        <a:lumMod val="75000"/>
                      </a:schemeClr>
                    </a:solidFill>
                    <a:highlight>
                      <a:srgbClr val="FFFF00"/>
                    </a:highlight>
                  </a:endParaRPr>
                </a:p>
              </p:txBody>
            </p:sp>
          </p:grpSp>
          <p:sp>
            <p:nvSpPr>
              <p:cNvPr id="37" name="四角形: 角を丸くする 36">
                <a:extLst>
                  <a:ext uri="{FF2B5EF4-FFF2-40B4-BE49-F238E27FC236}">
                    <a16:creationId xmlns:a16="http://schemas.microsoft.com/office/drawing/2014/main" id="{A4093105-7727-094B-51EA-8BC66810E332}"/>
                  </a:ext>
                </a:extLst>
              </p:cNvPr>
              <p:cNvSpPr/>
              <p:nvPr/>
            </p:nvSpPr>
            <p:spPr>
              <a:xfrm>
                <a:off x="4690489" y="5921645"/>
                <a:ext cx="343525" cy="637860"/>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ja-JP" altLang="en-US" dirty="0">
                  <a:highlight>
                    <a:srgbClr val="FFFF00"/>
                  </a:highlight>
                </a:endParaRPr>
              </a:p>
            </p:txBody>
          </p:sp>
          <p:sp>
            <p:nvSpPr>
              <p:cNvPr id="38" name="四角形: 角を丸くする 37">
                <a:extLst>
                  <a:ext uri="{FF2B5EF4-FFF2-40B4-BE49-F238E27FC236}">
                    <a16:creationId xmlns:a16="http://schemas.microsoft.com/office/drawing/2014/main" id="{1B1342E9-2B4C-1F24-6C63-E8DE93D6947B}"/>
                  </a:ext>
                </a:extLst>
              </p:cNvPr>
              <p:cNvSpPr/>
              <p:nvPr/>
            </p:nvSpPr>
            <p:spPr>
              <a:xfrm>
                <a:off x="4690490" y="5546100"/>
                <a:ext cx="343524" cy="152055"/>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ja-JP" altLang="en-US" dirty="0">
                  <a:highlight>
                    <a:srgbClr val="FFFF00"/>
                  </a:highlight>
                </a:endParaRPr>
              </a:p>
            </p:txBody>
          </p:sp>
          <p:sp>
            <p:nvSpPr>
              <p:cNvPr id="39" name="四角形: 角を丸くする 38">
                <a:extLst>
                  <a:ext uri="{FF2B5EF4-FFF2-40B4-BE49-F238E27FC236}">
                    <a16:creationId xmlns:a16="http://schemas.microsoft.com/office/drawing/2014/main" id="{60F03BED-9659-B3E0-2236-D385E20C3AAD}"/>
                  </a:ext>
                </a:extLst>
              </p:cNvPr>
              <p:cNvSpPr/>
              <p:nvPr/>
            </p:nvSpPr>
            <p:spPr>
              <a:xfrm>
                <a:off x="4690489" y="5750233"/>
                <a:ext cx="343524" cy="152055"/>
              </a:xfrm>
              <a:prstGeom prst="roundRect">
                <a:avLst/>
              </a:prstGeom>
              <a:noFill/>
              <a:ln w="19050" cap="flat" cmpd="sng" algn="ctr">
                <a:solidFill>
                  <a:srgbClr val="92D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ja-JP" altLang="en-US" dirty="0">
                  <a:highlight>
                    <a:srgbClr val="FFFF00"/>
                  </a:highlight>
                </a:endParaRPr>
              </a:p>
            </p:txBody>
          </p:sp>
        </p:grpSp>
        <p:sp>
          <p:nvSpPr>
            <p:cNvPr id="50" name="テキスト ボックス 49">
              <a:extLst>
                <a:ext uri="{FF2B5EF4-FFF2-40B4-BE49-F238E27FC236}">
                  <a16:creationId xmlns:a16="http://schemas.microsoft.com/office/drawing/2014/main" id="{8721CCBD-CEE6-175F-898C-7367315B2AFC}"/>
                </a:ext>
              </a:extLst>
            </p:cNvPr>
            <p:cNvSpPr txBox="1"/>
            <p:nvPr/>
          </p:nvSpPr>
          <p:spPr>
            <a:xfrm>
              <a:off x="659947" y="1528010"/>
              <a:ext cx="6406242" cy="369332"/>
            </a:xfrm>
            <a:prstGeom prst="rect">
              <a:avLst/>
            </a:prstGeom>
            <a:noFill/>
          </p:spPr>
          <p:txBody>
            <a:bodyPr wrap="square">
              <a:spAutoFit/>
            </a:bodyPr>
            <a:lstStyle/>
            <a:p>
              <a:r>
                <a:rPr lang="ja-JP" altLang="en-US" sz="1800" dirty="0">
                  <a:effectLst/>
                  <a:ea typeface="游明朝" panose="02020400000000000000" pitchFamily="18" charset="-128"/>
                  <a:cs typeface="Times New Roman" panose="02020603050405020304" pitchFamily="18" charset="0"/>
                </a:rPr>
                <a:t>輝度の</a:t>
              </a:r>
              <a:r>
                <a:rPr lang="ja-JP" altLang="ja-JP" sz="1800" dirty="0">
                  <a:effectLst/>
                  <a:ea typeface="游明朝" panose="02020400000000000000" pitchFamily="18" charset="-128"/>
                  <a:cs typeface="Times New Roman" panose="02020603050405020304" pitchFamily="18" charset="0"/>
                </a:rPr>
                <a:t>ペアごとの比較</a:t>
              </a:r>
              <a:r>
                <a:rPr lang="en-US" altLang="ja-JP" dirty="0"/>
                <a:t>(p</a:t>
              </a:r>
              <a:r>
                <a:rPr lang="ja-JP" altLang="en-US" dirty="0"/>
                <a:t>＜</a:t>
              </a:r>
              <a:r>
                <a:rPr lang="en-US" altLang="ja-JP" dirty="0"/>
                <a:t>0.05)</a:t>
              </a:r>
              <a:endParaRPr lang="ja-JP" altLang="en-US" dirty="0"/>
            </a:p>
          </p:txBody>
        </p:sp>
      </p:grpSp>
      <p:grpSp>
        <p:nvGrpSpPr>
          <p:cNvPr id="10" name="グループ化 9">
            <a:extLst>
              <a:ext uri="{FF2B5EF4-FFF2-40B4-BE49-F238E27FC236}">
                <a16:creationId xmlns:a16="http://schemas.microsoft.com/office/drawing/2014/main" id="{D5AFB1AF-D4A3-FDB6-646E-DDFC7E2EDEB8}"/>
              </a:ext>
            </a:extLst>
          </p:cNvPr>
          <p:cNvGrpSpPr/>
          <p:nvPr/>
        </p:nvGrpSpPr>
        <p:grpSpPr>
          <a:xfrm>
            <a:off x="8530344" y="316984"/>
            <a:ext cx="6406242" cy="5921112"/>
            <a:chOff x="8530344" y="316984"/>
            <a:chExt cx="6406242" cy="5921112"/>
          </a:xfrm>
        </p:grpSpPr>
        <p:grpSp>
          <p:nvGrpSpPr>
            <p:cNvPr id="48" name="グループ化 47">
              <a:extLst>
                <a:ext uri="{FF2B5EF4-FFF2-40B4-BE49-F238E27FC236}">
                  <a16:creationId xmlns:a16="http://schemas.microsoft.com/office/drawing/2014/main" id="{DAC750A6-960F-0EF4-F297-F0DBA2D043A3}"/>
                </a:ext>
              </a:extLst>
            </p:cNvPr>
            <p:cNvGrpSpPr/>
            <p:nvPr/>
          </p:nvGrpSpPr>
          <p:grpSpPr>
            <a:xfrm>
              <a:off x="8572680" y="619904"/>
              <a:ext cx="3160785" cy="5618192"/>
              <a:chOff x="7949291" y="979715"/>
              <a:chExt cx="3160785" cy="5618192"/>
            </a:xfrm>
          </p:grpSpPr>
          <p:grpSp>
            <p:nvGrpSpPr>
              <p:cNvPr id="3" name="グループ化 2">
                <a:extLst>
                  <a:ext uri="{FF2B5EF4-FFF2-40B4-BE49-F238E27FC236}">
                    <a16:creationId xmlns:a16="http://schemas.microsoft.com/office/drawing/2014/main" id="{AB0F9961-A26D-E44C-06FE-75B89F61C0E4}"/>
                  </a:ext>
                </a:extLst>
              </p:cNvPr>
              <p:cNvGrpSpPr/>
              <p:nvPr/>
            </p:nvGrpSpPr>
            <p:grpSpPr>
              <a:xfrm>
                <a:off x="7949291" y="979715"/>
                <a:ext cx="3160785" cy="5618192"/>
                <a:chOff x="8237858" y="1152490"/>
                <a:chExt cx="2865571" cy="5503149"/>
              </a:xfrm>
            </p:grpSpPr>
            <p:pic>
              <p:nvPicPr>
                <p:cNvPr id="4" name="図 3" descr="テーブル&#10;&#10;AI 生成コンテンツは誤りを含む可能性があります。">
                  <a:extLst>
                    <a:ext uri="{FF2B5EF4-FFF2-40B4-BE49-F238E27FC236}">
                      <a16:creationId xmlns:a16="http://schemas.microsoft.com/office/drawing/2014/main" id="{E986EBDF-19D0-75D0-4F3D-83A35DC54260}"/>
                    </a:ext>
                  </a:extLst>
                </p:cNvPr>
                <p:cNvPicPr>
                  <a:picLocks noChangeAspect="1"/>
                </p:cNvPicPr>
                <p:nvPr/>
              </p:nvPicPr>
              <p:blipFill>
                <a:blip r:embed="rId4"/>
                <a:srcRect t="687" r="28495"/>
                <a:stretch>
                  <a:fillRect/>
                </a:stretch>
              </p:blipFill>
              <p:spPr>
                <a:xfrm>
                  <a:off x="8237858" y="1152490"/>
                  <a:ext cx="2865571" cy="5503149"/>
                </a:xfrm>
                <a:prstGeom prst="rect">
                  <a:avLst/>
                </a:prstGeom>
              </p:spPr>
            </p:pic>
            <p:sp>
              <p:nvSpPr>
                <p:cNvPr id="5" name="四角形: 角を丸くする 4">
                  <a:extLst>
                    <a:ext uri="{FF2B5EF4-FFF2-40B4-BE49-F238E27FC236}">
                      <a16:creationId xmlns:a16="http://schemas.microsoft.com/office/drawing/2014/main" id="{B2AA6F17-0079-BD45-9FB7-1F7E9D3520B7}"/>
                    </a:ext>
                  </a:extLst>
                </p:cNvPr>
                <p:cNvSpPr/>
                <p:nvPr/>
              </p:nvSpPr>
              <p:spPr>
                <a:xfrm>
                  <a:off x="10689771" y="1598121"/>
                  <a:ext cx="339659" cy="5033106"/>
                </a:xfrm>
                <a:prstGeom prst="roundRect">
                  <a:avLst/>
                </a:prstGeom>
                <a:noFill/>
                <a:ln w="19050" cap="flat" cmpd="sng" algn="ctr">
                  <a:solidFill>
                    <a:srgbClr val="92D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ja-JP" altLang="en-US" dirty="0">
                    <a:highlight>
                      <a:srgbClr val="FFFF00"/>
                    </a:highlight>
                  </a:endParaRPr>
                </a:p>
              </p:txBody>
            </p:sp>
          </p:grpSp>
          <p:sp>
            <p:nvSpPr>
              <p:cNvPr id="32" name="四角形: 角を丸くする 31">
                <a:extLst>
                  <a:ext uri="{FF2B5EF4-FFF2-40B4-BE49-F238E27FC236}">
                    <a16:creationId xmlns:a16="http://schemas.microsoft.com/office/drawing/2014/main" id="{A1007057-2290-528E-C35D-3C0D01502882}"/>
                  </a:ext>
                </a:extLst>
              </p:cNvPr>
              <p:cNvSpPr/>
              <p:nvPr/>
            </p:nvSpPr>
            <p:spPr>
              <a:xfrm>
                <a:off x="10620860" y="6019475"/>
                <a:ext cx="440535" cy="500512"/>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ja-JP" altLang="en-US" dirty="0">
                  <a:highlight>
                    <a:srgbClr val="FFFF00"/>
                  </a:highlight>
                </a:endParaRPr>
              </a:p>
            </p:txBody>
          </p:sp>
          <p:sp>
            <p:nvSpPr>
              <p:cNvPr id="34" name="四角形: 角を丸くする 33">
                <a:extLst>
                  <a:ext uri="{FF2B5EF4-FFF2-40B4-BE49-F238E27FC236}">
                    <a16:creationId xmlns:a16="http://schemas.microsoft.com/office/drawing/2014/main" id="{4CC8E0FE-A18A-97BC-B2EF-7038E416ADB2}"/>
                  </a:ext>
                </a:extLst>
              </p:cNvPr>
              <p:cNvSpPr/>
              <p:nvPr/>
            </p:nvSpPr>
            <p:spPr>
              <a:xfrm>
                <a:off x="10622829" y="5197642"/>
                <a:ext cx="438565" cy="500513"/>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ja-JP" altLang="en-US" dirty="0">
                  <a:highlight>
                    <a:srgbClr val="FFFF00"/>
                  </a:highlight>
                </a:endParaRPr>
              </a:p>
            </p:txBody>
          </p:sp>
          <p:sp>
            <p:nvSpPr>
              <p:cNvPr id="35" name="四角形: 角を丸くする 34">
                <a:extLst>
                  <a:ext uri="{FF2B5EF4-FFF2-40B4-BE49-F238E27FC236}">
                    <a16:creationId xmlns:a16="http://schemas.microsoft.com/office/drawing/2014/main" id="{D2A71F23-6858-01C7-5221-9C0CDF3D8716}"/>
                  </a:ext>
                </a:extLst>
              </p:cNvPr>
              <p:cNvSpPr/>
              <p:nvPr/>
            </p:nvSpPr>
            <p:spPr>
              <a:xfrm>
                <a:off x="10620861" y="4475976"/>
                <a:ext cx="438566" cy="365531"/>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ja-JP" altLang="en-US" dirty="0">
                  <a:highlight>
                    <a:srgbClr val="FFFF00"/>
                  </a:highlight>
                </a:endParaRPr>
              </a:p>
            </p:txBody>
          </p:sp>
          <p:sp>
            <p:nvSpPr>
              <p:cNvPr id="36" name="四角形: 角を丸くする 35">
                <a:extLst>
                  <a:ext uri="{FF2B5EF4-FFF2-40B4-BE49-F238E27FC236}">
                    <a16:creationId xmlns:a16="http://schemas.microsoft.com/office/drawing/2014/main" id="{9443B308-44DC-9E38-C515-83DD4E9E2AD0}"/>
                  </a:ext>
                </a:extLst>
              </p:cNvPr>
              <p:cNvSpPr/>
              <p:nvPr/>
            </p:nvSpPr>
            <p:spPr>
              <a:xfrm>
                <a:off x="10653803" y="3612838"/>
                <a:ext cx="374651" cy="365531"/>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ja-JP" altLang="en-US" dirty="0">
                  <a:highlight>
                    <a:srgbClr val="FFFF00"/>
                  </a:highlight>
                </a:endParaRPr>
              </a:p>
            </p:txBody>
          </p:sp>
        </p:grpSp>
        <p:sp>
          <p:nvSpPr>
            <p:cNvPr id="8" name="テキスト ボックス 7">
              <a:extLst>
                <a:ext uri="{FF2B5EF4-FFF2-40B4-BE49-F238E27FC236}">
                  <a16:creationId xmlns:a16="http://schemas.microsoft.com/office/drawing/2014/main" id="{66355F17-E831-E416-28CE-14D3039F269F}"/>
                </a:ext>
              </a:extLst>
            </p:cNvPr>
            <p:cNvSpPr txBox="1"/>
            <p:nvPr/>
          </p:nvSpPr>
          <p:spPr>
            <a:xfrm>
              <a:off x="8530344" y="316984"/>
              <a:ext cx="6406242" cy="369332"/>
            </a:xfrm>
            <a:prstGeom prst="rect">
              <a:avLst/>
            </a:prstGeom>
            <a:noFill/>
          </p:spPr>
          <p:txBody>
            <a:bodyPr wrap="square">
              <a:spAutoFit/>
            </a:bodyPr>
            <a:lstStyle/>
            <a:p>
              <a:r>
                <a:rPr lang="ja-JP" altLang="en-US" sz="1800" dirty="0">
                  <a:effectLst/>
                  <a:ea typeface="游明朝" panose="02020400000000000000" pitchFamily="18" charset="-128"/>
                  <a:cs typeface="Times New Roman" panose="02020603050405020304" pitchFamily="18" charset="0"/>
                </a:rPr>
                <a:t>時間の</a:t>
              </a:r>
              <a:r>
                <a:rPr lang="ja-JP" altLang="ja-JP" sz="1800" dirty="0">
                  <a:effectLst/>
                  <a:ea typeface="游明朝" panose="02020400000000000000" pitchFamily="18" charset="-128"/>
                  <a:cs typeface="Times New Roman" panose="02020603050405020304" pitchFamily="18" charset="0"/>
                </a:rPr>
                <a:t>ペアごとの比較</a:t>
              </a:r>
              <a:r>
                <a:rPr lang="en-US" altLang="ja-JP" dirty="0"/>
                <a:t>(p</a:t>
              </a:r>
              <a:r>
                <a:rPr lang="ja-JP" altLang="en-US" dirty="0"/>
                <a:t>＜</a:t>
              </a:r>
              <a:r>
                <a:rPr lang="en-US" altLang="ja-JP" dirty="0"/>
                <a:t>0.05)</a:t>
              </a:r>
              <a:endParaRPr lang="ja-JP" altLang="en-US" dirty="0"/>
            </a:p>
          </p:txBody>
        </p:sp>
      </p:grpSp>
    </p:spTree>
    <p:extLst>
      <p:ext uri="{BB962C8B-B14F-4D97-AF65-F5344CB8AC3E}">
        <p14:creationId xmlns:p14="http://schemas.microsoft.com/office/powerpoint/2010/main" val="13569534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5C12E-31D7-4A94-F4D8-FB802B3C863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850DDD6-9632-F1A2-C224-7CF8FF0CF05E}"/>
              </a:ext>
            </a:extLst>
          </p:cNvPr>
          <p:cNvSpPr>
            <a:spLocks noGrp="1"/>
          </p:cNvSpPr>
          <p:nvPr>
            <p:ph type="title"/>
          </p:nvPr>
        </p:nvSpPr>
        <p:spPr>
          <a:xfrm>
            <a:off x="342441" y="18255"/>
            <a:ext cx="10515600" cy="1325563"/>
          </a:xfrm>
        </p:spPr>
        <p:txBody>
          <a:bodyPr/>
          <a:lstStyle/>
          <a:p>
            <a:r>
              <a:rPr kumimoji="1" lang="ja-JP" altLang="en-US" b="1" dirty="0">
                <a:solidFill>
                  <a:schemeClr val="bg1">
                    <a:lumMod val="65000"/>
                  </a:schemeClr>
                </a:solidFill>
              </a:rPr>
              <a:t>考察</a:t>
            </a:r>
          </a:p>
        </p:txBody>
      </p:sp>
      <p:sp>
        <p:nvSpPr>
          <p:cNvPr id="4" name="スライド番号プレースホルダー 3">
            <a:extLst>
              <a:ext uri="{FF2B5EF4-FFF2-40B4-BE49-F238E27FC236}">
                <a16:creationId xmlns:a16="http://schemas.microsoft.com/office/drawing/2014/main" id="{44B2286E-5DF5-0F3A-F275-15D40E2D672B}"/>
              </a:ext>
            </a:extLst>
          </p:cNvPr>
          <p:cNvSpPr>
            <a:spLocks noGrp="1"/>
          </p:cNvSpPr>
          <p:nvPr>
            <p:ph type="sldNum" sz="quarter" idx="12"/>
          </p:nvPr>
        </p:nvSpPr>
        <p:spPr/>
        <p:txBody>
          <a:bodyPr/>
          <a:lstStyle/>
          <a:p>
            <a:fld id="{15850237-4F5E-434F-B1A9-6179087F5D60}" type="slidenum">
              <a:rPr kumimoji="1" lang="ja-JP" altLang="en-US" smtClean="0"/>
              <a:t>28</a:t>
            </a:fld>
            <a:endParaRPr kumimoji="1" lang="ja-JP" altLang="en-US"/>
          </a:p>
        </p:txBody>
      </p:sp>
      <p:cxnSp>
        <p:nvCxnSpPr>
          <p:cNvPr id="6" name="直線コネクタ 5">
            <a:extLst>
              <a:ext uri="{FF2B5EF4-FFF2-40B4-BE49-F238E27FC236}">
                <a16:creationId xmlns:a16="http://schemas.microsoft.com/office/drawing/2014/main" id="{208592B2-907A-BA81-EAE3-1502B5672052}"/>
              </a:ext>
            </a:extLst>
          </p:cNvPr>
          <p:cNvCxnSpPr>
            <a:cxnSpLocks/>
          </p:cNvCxnSpPr>
          <p:nvPr/>
        </p:nvCxnSpPr>
        <p:spPr>
          <a:xfrm>
            <a:off x="481602" y="1002648"/>
            <a:ext cx="7431578" cy="0"/>
          </a:xfrm>
          <a:prstGeom prst="line">
            <a:avLst/>
          </a:prstGeom>
          <a:ln w="28575">
            <a:solidFill>
              <a:schemeClr val="accent1">
                <a:lumMod val="40000"/>
                <a:lumOff val="60000"/>
              </a:schemeClr>
            </a:solidFill>
          </a:ln>
          <a:effectLst>
            <a:glow rad="101600">
              <a:schemeClr val="accent1">
                <a:satMod val="175000"/>
                <a:alpha val="40000"/>
              </a:schemeClr>
            </a:glow>
          </a:effectLst>
        </p:spPr>
        <p:style>
          <a:lnRef idx="2">
            <a:schemeClr val="accent1"/>
          </a:lnRef>
          <a:fillRef idx="0">
            <a:schemeClr val="accent1"/>
          </a:fillRef>
          <a:effectRef idx="1">
            <a:schemeClr val="accent1"/>
          </a:effectRef>
          <a:fontRef idx="minor">
            <a:schemeClr val="tx1"/>
          </a:fontRef>
        </p:style>
      </p:cxnSp>
      <p:sp>
        <p:nvSpPr>
          <p:cNvPr id="7" name="テキスト ボックス 6">
            <a:extLst>
              <a:ext uri="{FF2B5EF4-FFF2-40B4-BE49-F238E27FC236}">
                <a16:creationId xmlns:a16="http://schemas.microsoft.com/office/drawing/2014/main" id="{F44E997D-EEC1-ED7A-1B41-11A449A42214}"/>
              </a:ext>
            </a:extLst>
          </p:cNvPr>
          <p:cNvSpPr txBox="1"/>
          <p:nvPr/>
        </p:nvSpPr>
        <p:spPr>
          <a:xfrm>
            <a:off x="574979" y="1368266"/>
            <a:ext cx="11042042" cy="5509200"/>
          </a:xfrm>
          <a:prstGeom prst="rect">
            <a:avLst/>
          </a:prstGeom>
          <a:noFill/>
        </p:spPr>
        <p:txBody>
          <a:bodyPr wrap="square">
            <a:spAutoFit/>
          </a:bodyPr>
          <a:lstStyle/>
          <a:p>
            <a:r>
              <a:rPr lang="ja-JP" altLang="en-US" sz="2200" dirty="0"/>
              <a:t>照射後時間がたつほど有意差がない</a:t>
            </a:r>
            <a:endParaRPr lang="en-US" altLang="ja-JP" sz="2200" dirty="0"/>
          </a:p>
          <a:p>
            <a:r>
              <a:rPr lang="ja-JP" altLang="en-US" sz="2200" dirty="0"/>
              <a:t>→実験１と同様に瞳孔が</a:t>
            </a:r>
            <a:r>
              <a:rPr lang="en-US" altLang="ja-JP" sz="2200" dirty="0"/>
              <a:t>BL</a:t>
            </a:r>
            <a:r>
              <a:rPr lang="ja-JP" altLang="en-US" sz="2200" dirty="0"/>
              <a:t>（ベースライン）付近まで再拡大することで有意差が出なくなった</a:t>
            </a:r>
            <a:endParaRPr lang="en-US" altLang="ja-JP" sz="2200" dirty="0"/>
          </a:p>
          <a:p>
            <a:endParaRPr lang="en-US" altLang="ja-JP" sz="2200" dirty="0">
              <a:solidFill>
                <a:schemeClr val="accent6">
                  <a:lumMod val="75000"/>
                </a:schemeClr>
              </a:solidFill>
            </a:endParaRPr>
          </a:p>
          <a:p>
            <a:r>
              <a:rPr lang="ja-JP" altLang="en-US" sz="2200" dirty="0">
                <a:solidFill>
                  <a:schemeClr val="accent6">
                    <a:lumMod val="75000"/>
                  </a:schemeClr>
                </a:solidFill>
              </a:rPr>
              <a:t>中</a:t>
            </a:r>
            <a:r>
              <a:rPr lang="ja-JP" altLang="ja-JP" sz="2200" dirty="0">
                <a:solidFill>
                  <a:schemeClr val="accent6">
                    <a:lumMod val="75000"/>
                  </a:schemeClr>
                </a:solidFill>
              </a:rPr>
              <a:t>波長光</a:t>
            </a:r>
            <a:r>
              <a:rPr lang="en-US" altLang="ja-JP" sz="2200" dirty="0"/>
              <a:t>17.97cd/m</a:t>
            </a:r>
            <a:r>
              <a:rPr lang="en-US" altLang="ja-JP" sz="2200" baseline="30000" dirty="0"/>
              <a:t>2</a:t>
            </a:r>
            <a:r>
              <a:rPr lang="ja-JP" altLang="ja-JP" sz="2200" dirty="0"/>
              <a:t>と</a:t>
            </a:r>
            <a:r>
              <a:rPr lang="en-US" altLang="ja-JP" sz="2200" dirty="0"/>
              <a:t>53.08 cd/m</a:t>
            </a:r>
            <a:r>
              <a:rPr lang="en-US" altLang="ja-JP" sz="2200" baseline="30000" dirty="0"/>
              <a:t>2</a:t>
            </a:r>
            <a:r>
              <a:rPr lang="ja-JP" altLang="en-US" sz="2200" dirty="0"/>
              <a:t>が有意差あり</a:t>
            </a:r>
            <a:endParaRPr lang="en-US" altLang="ja-JP" sz="2200" dirty="0"/>
          </a:p>
          <a:p>
            <a:r>
              <a:rPr lang="en-US" altLang="ja-JP" sz="2200" dirty="0"/>
              <a:t>17.97cd/m</a:t>
            </a:r>
            <a:r>
              <a:rPr lang="en-US" altLang="ja-JP" sz="2200" baseline="30000" dirty="0"/>
              <a:t>2</a:t>
            </a:r>
            <a:r>
              <a:rPr lang="ja-JP" altLang="en-US" sz="2200" dirty="0"/>
              <a:t>の場合の縮瞳率が小さい</a:t>
            </a:r>
            <a:endParaRPr lang="en-US" altLang="ja-JP" sz="2200" dirty="0"/>
          </a:p>
          <a:p>
            <a:endParaRPr lang="en-US" altLang="ja-JP" sz="2200" dirty="0"/>
          </a:p>
          <a:p>
            <a:r>
              <a:rPr lang="ja-JP" altLang="en-US" sz="2200" dirty="0"/>
              <a:t>→</a:t>
            </a:r>
            <a:r>
              <a:rPr lang="en-US" altLang="ja-JP" sz="2200" dirty="0"/>
              <a:t>ipRGC</a:t>
            </a:r>
            <a:r>
              <a:rPr lang="ja-JP" altLang="en-US" sz="2200" dirty="0"/>
              <a:t>の光反応には限界があり，先に短波長光その次に中波長光という順に光を浴びているため，</a:t>
            </a:r>
            <a:r>
              <a:rPr lang="en-US" altLang="ja-JP" sz="2200" dirty="0"/>
              <a:t>ipRGC</a:t>
            </a:r>
            <a:r>
              <a:rPr lang="ja-JP" altLang="en-US" sz="2200" dirty="0"/>
              <a:t>が飽和状態となることで中波長光を受け取り切れていないのではないか</a:t>
            </a:r>
            <a:endParaRPr lang="en-US" altLang="ja-JP" sz="2200" dirty="0"/>
          </a:p>
          <a:p>
            <a:endParaRPr lang="en-US" altLang="ja-JP" sz="2200" dirty="0"/>
          </a:p>
          <a:p>
            <a:r>
              <a:rPr lang="ja-JP" altLang="en-US" sz="2200" dirty="0"/>
              <a:t>→</a:t>
            </a:r>
            <a:r>
              <a:rPr lang="en-US" altLang="ja-JP" sz="2200" dirty="0"/>
              <a:t>17.97cd/m</a:t>
            </a:r>
            <a:r>
              <a:rPr lang="en-US" altLang="ja-JP" sz="2200" baseline="30000" dirty="0"/>
              <a:t>2</a:t>
            </a:r>
            <a:r>
              <a:rPr lang="ja-JP" altLang="en-US" sz="2200" dirty="0"/>
              <a:t>から</a:t>
            </a:r>
            <a:r>
              <a:rPr lang="en-US" altLang="ja-JP" sz="2200" dirty="0"/>
              <a:t>53.08cd/m</a:t>
            </a:r>
            <a:r>
              <a:rPr lang="en-US" altLang="ja-JP" sz="2200" baseline="30000" dirty="0"/>
              <a:t>2</a:t>
            </a:r>
            <a:r>
              <a:rPr lang="ja-JP" altLang="en-US" sz="2200" dirty="0"/>
              <a:t>の間で既に飽和状態になってる可能性がある</a:t>
            </a:r>
            <a:endParaRPr lang="en-US" altLang="ja-JP" sz="2200" dirty="0"/>
          </a:p>
          <a:p>
            <a:endParaRPr lang="en-US" altLang="ja-JP" sz="2200" dirty="0"/>
          </a:p>
          <a:p>
            <a:r>
              <a:rPr lang="ja-JP" altLang="en-US" sz="2200" dirty="0"/>
              <a:t>→</a:t>
            </a:r>
            <a:r>
              <a:rPr lang="en-US" altLang="ja-JP" sz="2200" dirty="0"/>
              <a:t>17.97cd/m</a:t>
            </a:r>
            <a:r>
              <a:rPr lang="en-US" altLang="ja-JP" sz="2200" baseline="30000" dirty="0"/>
              <a:t>2</a:t>
            </a:r>
            <a:r>
              <a:rPr lang="ja-JP" altLang="en-US" sz="2200" dirty="0"/>
              <a:t>のほうが縮瞳率が小さくなったことも飽和状態により中波長光の効果が見られなくなったと考えている</a:t>
            </a:r>
            <a:endParaRPr lang="en-US" altLang="ja-JP" sz="2200" dirty="0"/>
          </a:p>
          <a:p>
            <a:endParaRPr lang="en-US" altLang="ja-JP" sz="2200" dirty="0"/>
          </a:p>
        </p:txBody>
      </p:sp>
    </p:spTree>
    <p:extLst>
      <p:ext uri="{BB962C8B-B14F-4D97-AF65-F5344CB8AC3E}">
        <p14:creationId xmlns:p14="http://schemas.microsoft.com/office/powerpoint/2010/main" val="33036133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2EEB5B5-FF14-3527-6073-37116E96249D}"/>
              </a:ext>
            </a:extLst>
          </p:cNvPr>
          <p:cNvSpPr txBox="1"/>
          <p:nvPr/>
        </p:nvSpPr>
        <p:spPr>
          <a:xfrm>
            <a:off x="854528" y="239485"/>
            <a:ext cx="4343400" cy="584775"/>
          </a:xfrm>
          <a:prstGeom prst="rect">
            <a:avLst/>
          </a:prstGeom>
          <a:noFill/>
        </p:spPr>
        <p:txBody>
          <a:bodyPr wrap="square" rtlCol="0">
            <a:spAutoFit/>
          </a:bodyPr>
          <a:lstStyle/>
          <a:p>
            <a:r>
              <a:rPr kumimoji="1" lang="ja-JP" altLang="en-US" sz="3200" dirty="0"/>
              <a:t>参考文献</a:t>
            </a:r>
          </a:p>
        </p:txBody>
      </p:sp>
      <p:sp>
        <p:nvSpPr>
          <p:cNvPr id="3" name="テキスト ボックス 2">
            <a:extLst>
              <a:ext uri="{FF2B5EF4-FFF2-40B4-BE49-F238E27FC236}">
                <a16:creationId xmlns:a16="http://schemas.microsoft.com/office/drawing/2014/main" id="{AFA34D07-8E0F-9DB7-5AAB-7D408D517605}"/>
              </a:ext>
            </a:extLst>
          </p:cNvPr>
          <p:cNvSpPr txBox="1"/>
          <p:nvPr/>
        </p:nvSpPr>
        <p:spPr>
          <a:xfrm>
            <a:off x="723900" y="1008926"/>
            <a:ext cx="10744200" cy="5909310"/>
          </a:xfrm>
          <a:prstGeom prst="rect">
            <a:avLst/>
          </a:prstGeom>
          <a:noFill/>
        </p:spPr>
        <p:txBody>
          <a:bodyPr wrap="square" rtlCol="0">
            <a:spAutoFit/>
          </a:bodyPr>
          <a:lstStyle/>
          <a:p>
            <a:r>
              <a:rPr lang="en-US" altLang="ja-JP" dirty="0"/>
              <a:t>[1] Berson DM, Dunn FA, Takao M. (2002). Phototransduction by retinal ganglion cells that set the circadian clock. Science. 295: 1070-1073.</a:t>
            </a:r>
            <a:endParaRPr lang="ja-JP" altLang="ja-JP" dirty="0"/>
          </a:p>
          <a:p>
            <a:r>
              <a:rPr lang="en-US" altLang="ja-JP" dirty="0"/>
              <a:t>[2] Mathôt S. (2013). Evolution of phototransduction, vertebrate photoreceptors and retina. Progress in Retinal and Eye Research. 67: 36–66.</a:t>
            </a:r>
            <a:endParaRPr lang="ja-JP" altLang="ja-JP" dirty="0"/>
          </a:p>
          <a:p>
            <a:r>
              <a:rPr lang="en-US" altLang="ja-JP" dirty="0"/>
              <a:t>[3] van der </a:t>
            </a:r>
            <a:r>
              <a:rPr lang="en-US" altLang="ja-JP" dirty="0" err="1"/>
              <a:t>Meijden</a:t>
            </a:r>
            <a:r>
              <a:rPr lang="en-US" altLang="ja-JP" dirty="0"/>
              <a:t> WP, </a:t>
            </a:r>
            <a:r>
              <a:rPr lang="en-US" altLang="ja-JP" dirty="0" err="1"/>
              <a:t>Te</a:t>
            </a:r>
            <a:r>
              <a:rPr lang="en-US" altLang="ja-JP" dirty="0"/>
              <a:t> Lindert BHW, Ramautar JR, Wei Y, Coppens JE, </a:t>
            </a:r>
            <a:r>
              <a:rPr lang="en-US" altLang="ja-JP" dirty="0" err="1"/>
              <a:t>Kamermans</a:t>
            </a:r>
            <a:r>
              <a:rPr lang="en-US" altLang="ja-JP" dirty="0"/>
              <a:t> M, </a:t>
            </a:r>
            <a:r>
              <a:rPr lang="en-US" altLang="ja-JP" dirty="0" err="1"/>
              <a:t>Cajochen</a:t>
            </a:r>
            <a:r>
              <a:rPr lang="en-US" altLang="ja-JP" dirty="0"/>
              <a:t> C, </a:t>
            </a:r>
            <a:r>
              <a:rPr lang="en-US" altLang="ja-JP" dirty="0" err="1"/>
              <a:t>Bourgin</a:t>
            </a:r>
            <a:r>
              <a:rPr lang="en-US" altLang="ja-JP" dirty="0"/>
              <a:t> P, Van Someren EJW. (2018). Sustained effects of prior red light on pupil diameter and vigilance during subsequent darkness. Proceedings of the Royal Society B, 285(1883), 20180989.</a:t>
            </a:r>
            <a:endParaRPr lang="ja-JP" altLang="ja-JP" dirty="0"/>
          </a:p>
          <a:p>
            <a:r>
              <a:rPr lang="en-US" altLang="ja-JP" dirty="0"/>
              <a:t>[4] Mathôt S. (2018). Pupillometry: Psychology, Physiology, and Function. Journal of Cognition. 1: 16.</a:t>
            </a:r>
            <a:endParaRPr lang="ja-JP" altLang="ja-JP" dirty="0"/>
          </a:p>
          <a:p>
            <a:r>
              <a:rPr lang="en-US" altLang="ja-JP" dirty="0"/>
              <a:t>[5] Garen V Vartanian , </a:t>
            </a:r>
            <a:r>
              <a:rPr lang="en-US" altLang="ja-JP" dirty="0" err="1"/>
              <a:t>Xiwu</a:t>
            </a:r>
            <a:r>
              <a:rPr lang="en-US" altLang="ja-JP" dirty="0"/>
              <a:t> Zhao , </a:t>
            </a:r>
            <a:r>
              <a:rPr lang="en-US" altLang="ja-JP" dirty="0" err="1"/>
              <a:t>Kwoon</a:t>
            </a:r>
            <a:r>
              <a:rPr lang="en-US" altLang="ja-JP" dirty="0"/>
              <a:t> Y Wong .(2015).Using Flickering Light to Enhance Nonimage-Forming Visual Stimulation in Humans. Copyright 2015 The Association for Research in Vision and Ophthalmology, Inc.</a:t>
            </a:r>
            <a:endParaRPr lang="ja-JP" altLang="ja-JP" dirty="0"/>
          </a:p>
          <a:p>
            <a:r>
              <a:rPr lang="en-US" altLang="ja-JP" dirty="0"/>
              <a:t>[6]</a:t>
            </a:r>
            <a:r>
              <a:rPr lang="ja-JP" altLang="ja-JP" dirty="0"/>
              <a:t>中島元</a:t>
            </a:r>
            <a:r>
              <a:rPr lang="en-US" altLang="ja-JP" dirty="0"/>
              <a:t>,</a:t>
            </a:r>
            <a:r>
              <a:rPr lang="ja-JP" altLang="ja-JP" dirty="0"/>
              <a:t>黒羽将徳</a:t>
            </a:r>
            <a:r>
              <a:rPr lang="en-US" altLang="ja-JP" dirty="0"/>
              <a:t>.(2024).</a:t>
            </a:r>
            <a:r>
              <a:rPr lang="ja-JP" altLang="ja-JP" dirty="0"/>
              <a:t>光瞳孔反射を用いた光応答特性の研究</a:t>
            </a:r>
            <a:r>
              <a:rPr lang="en-US" altLang="ja-JP" dirty="0"/>
              <a:t>.</a:t>
            </a:r>
            <a:r>
              <a:rPr lang="ja-JP" altLang="ja-JP" dirty="0"/>
              <a:t>東海大学・情報理工学部・卒業論文</a:t>
            </a:r>
          </a:p>
          <a:p>
            <a:r>
              <a:rPr lang="en-US" altLang="ja-JP" dirty="0"/>
              <a:t>[7] Gamlin, </a:t>
            </a:r>
            <a:r>
              <a:rPr lang="en-US" altLang="ja-JP" dirty="0" err="1"/>
              <a:t>P.D.,McDougal</a:t>
            </a:r>
            <a:r>
              <a:rPr lang="en-US" altLang="ja-JP" dirty="0"/>
              <a:t>, D.H., Joel Pokorny, J., Smith, V.C., </a:t>
            </a:r>
            <a:r>
              <a:rPr lang="en-US" altLang="ja-JP" dirty="0" err="1"/>
              <a:t>Yau,K</a:t>
            </a:r>
            <a:r>
              <a:rPr lang="en-US" altLang="ja-JP" dirty="0"/>
              <a:t>-W, Dacey, D.M. Human and macaque pupil responses </a:t>
            </a:r>
            <a:r>
              <a:rPr lang="en-US" altLang="ja-JP" dirty="0" err="1"/>
              <a:t>drivenby</a:t>
            </a:r>
            <a:r>
              <a:rPr lang="en-US" altLang="ja-JP" dirty="0"/>
              <a:t> melanopsin-containing retinal ganglion cells. Vision Res. 47(7), 2007, </a:t>
            </a:r>
            <a:endParaRPr lang="ja-JP" altLang="ja-JP" dirty="0"/>
          </a:p>
          <a:p>
            <a:r>
              <a:rPr lang="en-US" altLang="ja-JP" dirty="0"/>
              <a:t>P. 946-954.</a:t>
            </a:r>
          </a:p>
          <a:p>
            <a:r>
              <a:rPr lang="en-US" altLang="ja-JP" dirty="0"/>
              <a:t>[8] Tiffany M Schmidt,</a:t>
            </a:r>
            <a:r>
              <a:rPr lang="it-IT" altLang="ja-JP" dirty="0"/>
              <a:t>Kenichiro Taniguchi,Paulo Kofuji .(2008).</a:t>
            </a:r>
            <a:r>
              <a:rPr lang="en-US" altLang="ja-JP" b="1" dirty="0"/>
              <a:t> </a:t>
            </a:r>
            <a:r>
              <a:rPr lang="en-US" altLang="ja-JP" dirty="0"/>
              <a:t>Intrinsic and Extrinsic Light Responses in Melanopsin-Expressing Ganglion Cells During Mouse Development . J </a:t>
            </a:r>
            <a:r>
              <a:rPr lang="en-US" altLang="ja-JP" dirty="0" err="1"/>
              <a:t>Neurophysiol</a:t>
            </a:r>
            <a:r>
              <a:rPr lang="en-US" altLang="ja-JP" dirty="0"/>
              <a:t>.</a:t>
            </a:r>
            <a:r>
              <a:rPr lang="ja-JP" altLang="en-US" dirty="0"/>
              <a:t> </a:t>
            </a:r>
            <a:r>
              <a:rPr lang="en-US" altLang="ja-JP" dirty="0"/>
              <a:t>100(1):371–384.</a:t>
            </a:r>
          </a:p>
          <a:p>
            <a:endParaRPr lang="ja-JP" altLang="ja-JP" dirty="0"/>
          </a:p>
        </p:txBody>
      </p:sp>
      <p:sp>
        <p:nvSpPr>
          <p:cNvPr id="4" name="スライド番号プレースホルダー 3">
            <a:extLst>
              <a:ext uri="{FF2B5EF4-FFF2-40B4-BE49-F238E27FC236}">
                <a16:creationId xmlns:a16="http://schemas.microsoft.com/office/drawing/2014/main" id="{3C12B18D-63D8-4192-94A2-FBB87C7F6EA1}"/>
              </a:ext>
            </a:extLst>
          </p:cNvPr>
          <p:cNvSpPr>
            <a:spLocks noGrp="1"/>
          </p:cNvSpPr>
          <p:nvPr>
            <p:ph type="sldNum" sz="quarter" idx="12"/>
          </p:nvPr>
        </p:nvSpPr>
        <p:spPr/>
        <p:txBody>
          <a:bodyPr/>
          <a:lstStyle/>
          <a:p>
            <a:fld id="{15850237-4F5E-434F-B1A9-6179087F5D60}" type="slidenum">
              <a:rPr kumimoji="1" lang="ja-JP" altLang="en-US" smtClean="0"/>
              <a:t>29</a:t>
            </a:fld>
            <a:endParaRPr kumimoji="1" lang="ja-JP" altLang="en-US" dirty="0"/>
          </a:p>
        </p:txBody>
      </p:sp>
      <p:sp>
        <p:nvSpPr>
          <p:cNvPr id="5" name="Rectangle 1">
            <a:extLst>
              <a:ext uri="{FF2B5EF4-FFF2-40B4-BE49-F238E27FC236}">
                <a16:creationId xmlns:a16="http://schemas.microsoft.com/office/drawing/2014/main" id="{5680F67F-799B-A8C5-7933-133A5102681F}"/>
              </a:ext>
            </a:extLst>
          </p:cNvPr>
          <p:cNvSpPr>
            <a:spLocks noChangeArrowheads="1"/>
          </p:cNvSpPr>
          <p:nvPr/>
        </p:nvSpPr>
        <p:spPr bwMode="auto">
          <a:xfrm>
            <a:off x="0" y="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200" b="0" i="0" u="none" strike="noStrike" cap="none" normalizeH="0" baseline="0">
                <a:ln>
                  <a:noFill/>
                </a:ln>
                <a:solidFill>
                  <a:srgbClr val="1B1B1B"/>
                </a:solidFill>
                <a:effectLst/>
                <a:latin typeface="Arial" panose="020B0604020202020204" pitchFamily="34" charset="0"/>
                <a:ea typeface="Source Sans Pro Web"/>
              </a:rPr>
              <a:t>. </a:t>
            </a:r>
            <a:r>
              <a:rPr kumimoji="0" lang="ja-JP" altLang="ja-JP" sz="800" b="0" i="0" u="none" strike="noStrike" cap="none" normalizeH="0" baseline="0">
                <a:ln>
                  <a:noFill/>
                </a:ln>
                <a:solidFill>
                  <a:schemeClr val="tx1"/>
                </a:solidFill>
                <a:effectLst/>
                <a:latin typeface="Arial" panose="020B0604020202020204" pitchFamily="34" charset="0"/>
              </a:rPr>
              <a:t> </a:t>
            </a: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628BAA94-BB70-0AC2-1D56-C9C3708CAD7F}"/>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200" b="0" i="0" u="none" strike="noStrike" cap="none" normalizeH="0" baseline="0">
                <a:ln>
                  <a:noFill/>
                </a:ln>
                <a:solidFill>
                  <a:srgbClr val="1B1B1B"/>
                </a:solidFill>
                <a:effectLst/>
                <a:latin typeface="Arial" panose="020B0604020202020204" pitchFamily="34" charset="0"/>
                <a:ea typeface="Source Sans Pro Web"/>
              </a:rPr>
              <a:t>. </a:t>
            </a:r>
            <a:r>
              <a:rPr kumimoji="0" lang="ja-JP" altLang="ja-JP" sz="800" b="0" i="0" u="none" strike="noStrike" cap="none" normalizeH="0" baseline="0">
                <a:ln>
                  <a:noFill/>
                </a:ln>
                <a:solidFill>
                  <a:schemeClr val="tx1"/>
                </a:solidFill>
                <a:effectLst/>
                <a:latin typeface="Arial" panose="020B0604020202020204" pitchFamily="34" charset="0"/>
              </a:rPr>
              <a:t> </a:t>
            </a: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7" name="Rectangle 3">
            <a:extLst>
              <a:ext uri="{FF2B5EF4-FFF2-40B4-BE49-F238E27FC236}">
                <a16:creationId xmlns:a16="http://schemas.microsoft.com/office/drawing/2014/main" id="{21C693D8-E6BF-13C4-3703-921ED11B373F}"/>
              </a:ext>
            </a:extLst>
          </p:cNvPr>
          <p:cNvSpPr>
            <a:spLocks noChangeArrowheads="1"/>
          </p:cNvSpPr>
          <p:nvPr/>
        </p:nvSpPr>
        <p:spPr bwMode="auto">
          <a:xfrm>
            <a:off x="304800" y="3048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200" b="0" i="0" u="none" strike="noStrike" cap="none" normalizeH="0" baseline="0">
                <a:ln>
                  <a:noFill/>
                </a:ln>
                <a:solidFill>
                  <a:srgbClr val="1B1B1B"/>
                </a:solidFill>
                <a:effectLst/>
                <a:latin typeface="Arial" panose="020B0604020202020204" pitchFamily="34" charset="0"/>
                <a:ea typeface="Source Sans Pro Web"/>
              </a:rPr>
              <a:t>. </a:t>
            </a:r>
            <a:r>
              <a:rPr kumimoji="0" lang="ja-JP" altLang="ja-JP" sz="800" b="0" i="0" u="none" strike="noStrike" cap="none" normalizeH="0" baseline="0">
                <a:ln>
                  <a:noFill/>
                </a:ln>
                <a:solidFill>
                  <a:schemeClr val="tx1"/>
                </a:solidFill>
                <a:effectLst/>
                <a:latin typeface="Arial" panose="020B0604020202020204" pitchFamily="34" charset="0"/>
              </a:rPr>
              <a:t> </a:t>
            </a:r>
            <a:endParaRPr kumimoji="0" lang="ja-JP" altLang="ja-JP"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769439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3FAA7F2-1EB3-5D8B-53CC-78C7A429255A}"/>
              </a:ext>
            </a:extLst>
          </p:cNvPr>
          <p:cNvSpPr>
            <a:spLocks noGrp="1"/>
          </p:cNvSpPr>
          <p:nvPr>
            <p:ph type="title"/>
          </p:nvPr>
        </p:nvSpPr>
        <p:spPr/>
        <p:txBody>
          <a:bodyPr/>
          <a:lstStyle/>
          <a:p>
            <a:r>
              <a:rPr kumimoji="1" lang="ja-JP" altLang="en-US">
                <a:latin typeface="+mn-ea"/>
                <a:ea typeface="+mn-ea"/>
              </a:rPr>
              <a:t>業績</a:t>
            </a:r>
          </a:p>
        </p:txBody>
      </p:sp>
      <p:sp>
        <p:nvSpPr>
          <p:cNvPr id="3" name="コンテンツ プレースホルダー 2">
            <a:extLst>
              <a:ext uri="{FF2B5EF4-FFF2-40B4-BE49-F238E27FC236}">
                <a16:creationId xmlns:a16="http://schemas.microsoft.com/office/drawing/2014/main" id="{37269B74-BAC8-CC62-5090-59A9A4E3C9D9}"/>
              </a:ext>
            </a:extLst>
          </p:cNvPr>
          <p:cNvSpPr>
            <a:spLocks noGrp="1"/>
          </p:cNvSpPr>
          <p:nvPr>
            <p:ph idx="1"/>
          </p:nvPr>
        </p:nvSpPr>
        <p:spPr/>
        <p:txBody>
          <a:bodyPr>
            <a:normAutofit/>
          </a:bodyPr>
          <a:lstStyle/>
          <a:p>
            <a:pPr marL="0" indent="0">
              <a:buNone/>
            </a:pPr>
            <a:r>
              <a:rPr lang="en-US" altLang="ja-JP" sz="2400" dirty="0">
                <a:latin typeface="游ゴシック" panose="020B0400000000000000" pitchFamily="50" charset="-128"/>
                <a:ea typeface="游ゴシック" panose="020B0400000000000000" pitchFamily="50" charset="-128"/>
              </a:rPr>
              <a:t>Nakajima Hajime, Kuramochi Kanta, Takei Kyouko, Yamazaki Haruka, Miura Riho, Miyazawa Shinnosuke, Goto Daichi, </a:t>
            </a:r>
            <a:r>
              <a:rPr lang="en-US" altLang="ja-JP" sz="2400" u="sng" dirty="0" err="1">
                <a:latin typeface="游ゴシック" panose="020B0400000000000000" pitchFamily="50" charset="-128"/>
                <a:ea typeface="游ゴシック" panose="020B0400000000000000" pitchFamily="50" charset="-128"/>
              </a:rPr>
              <a:t>Ohba</a:t>
            </a:r>
            <a:r>
              <a:rPr lang="en-US" altLang="ja-JP" sz="2400" u="sng" dirty="0">
                <a:latin typeface="游ゴシック" panose="020B0400000000000000" pitchFamily="50" charset="-128"/>
                <a:ea typeface="游ゴシック" panose="020B0400000000000000" pitchFamily="50" charset="-128"/>
              </a:rPr>
              <a:t> Yuina</a:t>
            </a:r>
            <a:r>
              <a:rPr lang="en-US" altLang="ja-JP" sz="2400" dirty="0">
                <a:latin typeface="游ゴシック" panose="020B0400000000000000" pitchFamily="50" charset="-128"/>
                <a:ea typeface="游ゴシック" panose="020B0400000000000000" pitchFamily="50" charset="-128"/>
              </a:rPr>
              <a:t>,            Takao </a:t>
            </a:r>
            <a:r>
              <a:rPr lang="en-US" altLang="ja-JP" sz="2400" dirty="0" err="1">
                <a:latin typeface="游ゴシック" panose="020B0400000000000000" pitchFamily="50" charset="-128"/>
                <a:ea typeface="游ゴシック" panose="020B0400000000000000" pitchFamily="50" charset="-128"/>
              </a:rPr>
              <a:t>Motoharu</a:t>
            </a:r>
            <a:r>
              <a:rPr lang="en-US" altLang="ja-JP" sz="2400" dirty="0">
                <a:latin typeface="游ゴシック" panose="020B0400000000000000" pitchFamily="50" charset="-128"/>
                <a:ea typeface="游ゴシック" panose="020B0400000000000000" pitchFamily="50" charset="-128"/>
              </a:rPr>
              <a:t> (2025)</a:t>
            </a:r>
          </a:p>
          <a:p>
            <a:pPr marL="0" indent="0">
              <a:buNone/>
            </a:pPr>
            <a:r>
              <a:rPr lang="en-US" altLang="ja-JP" sz="2400" dirty="0">
                <a:latin typeface="游ゴシック" panose="020B0400000000000000" pitchFamily="50" charset="-128"/>
                <a:ea typeface="游ゴシック" panose="020B0400000000000000" pitchFamily="50" charset="-128"/>
              </a:rPr>
              <a:t>“Preceding Long Wavelength Light Stimulation Does Not Interfere Light Response Of </a:t>
            </a:r>
            <a:r>
              <a:rPr lang="en-US" altLang="ja-JP" sz="2400" dirty="0" err="1">
                <a:latin typeface="游ゴシック" panose="020B0400000000000000" pitchFamily="50" charset="-128"/>
                <a:ea typeface="游ゴシック" panose="020B0400000000000000" pitchFamily="50" charset="-128"/>
              </a:rPr>
              <a:t>Intrisically</a:t>
            </a:r>
            <a:r>
              <a:rPr lang="en-US" altLang="ja-JP" sz="2400" dirty="0">
                <a:latin typeface="游ゴシック" panose="020B0400000000000000" pitchFamily="50" charset="-128"/>
                <a:ea typeface="游ゴシック" panose="020B0400000000000000" pitchFamily="50" charset="-128"/>
              </a:rPr>
              <a:t> Photosensitive Retinal Ganglion Cells In Human: A Pupillary Light </a:t>
            </a:r>
            <a:r>
              <a:rPr lang="en-US" altLang="ja-JP" sz="2400" dirty="0" err="1">
                <a:latin typeface="游ゴシック" panose="020B0400000000000000" pitchFamily="50" charset="-128"/>
                <a:ea typeface="游ゴシック" panose="020B0400000000000000" pitchFamily="50" charset="-128"/>
              </a:rPr>
              <a:t>Respose</a:t>
            </a:r>
            <a:r>
              <a:rPr lang="en-US" altLang="ja-JP" sz="2400" dirty="0">
                <a:latin typeface="游ゴシック" panose="020B0400000000000000" pitchFamily="50" charset="-128"/>
                <a:ea typeface="游ゴシック" panose="020B0400000000000000" pitchFamily="50" charset="-128"/>
              </a:rPr>
              <a:t> Study”</a:t>
            </a:r>
          </a:p>
          <a:p>
            <a:pPr marL="0" indent="0">
              <a:buNone/>
            </a:pPr>
            <a:r>
              <a:rPr lang="en-US" altLang="ja-JP" sz="2400" dirty="0">
                <a:latin typeface="游ゴシック" panose="020B0400000000000000" pitchFamily="50" charset="-128"/>
                <a:ea typeface="游ゴシック" panose="020B0400000000000000" pitchFamily="50" charset="-128"/>
              </a:rPr>
              <a:t>Light</a:t>
            </a:r>
            <a:r>
              <a:rPr lang="ja-JP" altLang="en-US" sz="2400" dirty="0">
                <a:latin typeface="游ゴシック" panose="020B0400000000000000" pitchFamily="50" charset="-128"/>
                <a:ea typeface="游ゴシック" panose="020B0400000000000000" pitchFamily="50" charset="-128"/>
              </a:rPr>
              <a:t> </a:t>
            </a:r>
            <a:r>
              <a:rPr lang="en-US" altLang="ja-JP" sz="2400" dirty="0">
                <a:latin typeface="游ゴシック" panose="020B0400000000000000" pitchFamily="50" charset="-128"/>
                <a:ea typeface="游ゴシック" panose="020B0400000000000000" pitchFamily="50" charset="-128"/>
              </a:rPr>
              <a:t>&amp; Engineering, in press.</a:t>
            </a:r>
            <a:endParaRPr lang="ja-JP" altLang="ja-JP" sz="2400" dirty="0">
              <a:latin typeface="游ゴシック" panose="020B0400000000000000" pitchFamily="50" charset="-128"/>
              <a:ea typeface="游ゴシック" panose="020B0400000000000000" pitchFamily="50" charset="-128"/>
            </a:endParaRPr>
          </a:p>
          <a:p>
            <a:endParaRPr kumimoji="1" lang="ja-JP" altLang="en-US" sz="2400" dirty="0">
              <a:latin typeface="游ゴシック" panose="020B0400000000000000" pitchFamily="50" charset="-128"/>
              <a:ea typeface="游ゴシック" panose="020B0400000000000000" pitchFamily="50" charset="-128"/>
            </a:endParaRPr>
          </a:p>
        </p:txBody>
      </p:sp>
      <p:sp>
        <p:nvSpPr>
          <p:cNvPr id="4" name="スライド番号プレースホルダー 3">
            <a:extLst>
              <a:ext uri="{FF2B5EF4-FFF2-40B4-BE49-F238E27FC236}">
                <a16:creationId xmlns:a16="http://schemas.microsoft.com/office/drawing/2014/main" id="{64CA924A-2660-63EC-7F3F-D1154FC27E9B}"/>
              </a:ext>
            </a:extLst>
          </p:cNvPr>
          <p:cNvSpPr>
            <a:spLocks noGrp="1"/>
          </p:cNvSpPr>
          <p:nvPr>
            <p:ph type="sldNum" sz="quarter" idx="12"/>
          </p:nvPr>
        </p:nvSpPr>
        <p:spPr/>
        <p:txBody>
          <a:bodyPr/>
          <a:lstStyle/>
          <a:p>
            <a:fld id="{15850237-4F5E-434F-B1A9-6179087F5D60}" type="slidenum">
              <a:rPr kumimoji="1" lang="ja-JP" altLang="en-US" smtClean="0"/>
              <a:t>30</a:t>
            </a:fld>
            <a:endParaRPr kumimoji="1" lang="ja-JP" altLang="en-US"/>
          </a:p>
        </p:txBody>
      </p:sp>
    </p:spTree>
    <p:extLst>
      <p:ext uri="{BB962C8B-B14F-4D97-AF65-F5344CB8AC3E}">
        <p14:creationId xmlns:p14="http://schemas.microsoft.com/office/powerpoint/2010/main" val="42759539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AE226E-0982-5CF0-3BE0-6245C93BFC24}"/>
              </a:ext>
            </a:extLst>
          </p:cNvPr>
          <p:cNvSpPr>
            <a:spLocks noGrp="1"/>
          </p:cNvSpPr>
          <p:nvPr>
            <p:ph type="title"/>
          </p:nvPr>
        </p:nvSpPr>
        <p:spPr>
          <a:xfrm>
            <a:off x="838200" y="365125"/>
            <a:ext cx="9398000" cy="638175"/>
          </a:xfrm>
        </p:spPr>
        <p:txBody>
          <a:bodyPr>
            <a:normAutofit/>
          </a:bodyPr>
          <a:lstStyle/>
          <a:p>
            <a:r>
              <a:rPr kumimoji="1" lang="ja-JP" altLang="en-US" sz="2400" dirty="0"/>
              <a:t>質問用</a:t>
            </a:r>
          </a:p>
        </p:txBody>
      </p:sp>
      <p:sp>
        <p:nvSpPr>
          <p:cNvPr id="3" name="コンテンツ プレースホルダー 2">
            <a:extLst>
              <a:ext uri="{FF2B5EF4-FFF2-40B4-BE49-F238E27FC236}">
                <a16:creationId xmlns:a16="http://schemas.microsoft.com/office/drawing/2014/main" id="{B7EDF835-D587-D263-3432-8E6CDC92289F}"/>
              </a:ext>
            </a:extLst>
          </p:cNvPr>
          <p:cNvSpPr>
            <a:spLocks noGrp="1"/>
          </p:cNvSpPr>
          <p:nvPr>
            <p:ph idx="1"/>
          </p:nvPr>
        </p:nvSpPr>
        <p:spPr>
          <a:xfrm>
            <a:off x="838200" y="1003300"/>
            <a:ext cx="10515600" cy="5718175"/>
          </a:xfrm>
        </p:spPr>
        <p:txBody>
          <a:bodyPr>
            <a:normAutofit lnSpcReduction="10000"/>
          </a:bodyPr>
          <a:lstStyle/>
          <a:p>
            <a:r>
              <a:rPr kumimoji="1" lang="ja-JP" altLang="en-US" sz="2000" dirty="0"/>
              <a:t>カフェイン・アルコールを禁止する</a:t>
            </a:r>
            <a:endParaRPr lang="en-US" altLang="ja-JP" sz="2000" dirty="0"/>
          </a:p>
          <a:p>
            <a:pPr marL="0" indent="0">
              <a:buNone/>
            </a:pPr>
            <a:r>
              <a:rPr kumimoji="1" lang="ja-JP" altLang="en-US" sz="2000" dirty="0"/>
              <a:t>→摂取すると緊張状態がつづき瞳孔が散大してしまいフラットな状態で計測できない</a:t>
            </a:r>
            <a:endParaRPr kumimoji="1" lang="en-US" altLang="ja-JP" sz="2000" dirty="0"/>
          </a:p>
          <a:p>
            <a:pPr marL="0" indent="0">
              <a:buNone/>
            </a:pPr>
            <a:endParaRPr kumimoji="1" lang="en-US" altLang="ja-JP" sz="2000" dirty="0"/>
          </a:p>
          <a:p>
            <a:r>
              <a:rPr lang="ja-JP" altLang="en-US" sz="2000" dirty="0"/>
              <a:t>なぜ</a:t>
            </a:r>
            <a:r>
              <a:rPr lang="en-US" altLang="ja-JP" sz="2000" dirty="0"/>
              <a:t>56</a:t>
            </a:r>
            <a:r>
              <a:rPr lang="ja-JP" altLang="en-US" sz="2000" dirty="0"/>
              <a:t>㎝か</a:t>
            </a:r>
            <a:endParaRPr lang="en-US" altLang="ja-JP" sz="2000" dirty="0"/>
          </a:p>
          <a:p>
            <a:pPr marL="0" indent="0">
              <a:buNone/>
            </a:pPr>
            <a:r>
              <a:rPr lang="ja-JP" altLang="en-US" sz="2000" dirty="0"/>
              <a:t>→視野角を計算する上で</a:t>
            </a:r>
            <a:r>
              <a:rPr lang="en-US" altLang="ja-JP" sz="2000" dirty="0"/>
              <a:t>56</a:t>
            </a:r>
            <a:r>
              <a:rPr lang="ja-JP" altLang="en-US" sz="2000" dirty="0"/>
              <a:t>㎝が計算しやすいため</a:t>
            </a:r>
            <a:endParaRPr lang="en-US" altLang="ja-JP" sz="2000" dirty="0"/>
          </a:p>
          <a:p>
            <a:pPr marL="0" indent="0">
              <a:buNone/>
            </a:pPr>
            <a:endParaRPr lang="en-US" altLang="ja-JP" sz="2000" dirty="0"/>
          </a:p>
          <a:p>
            <a:r>
              <a:rPr kumimoji="1" lang="ja-JP" altLang="en-US" sz="2000" dirty="0"/>
              <a:t>ルクスってどんなもん？</a:t>
            </a:r>
            <a:r>
              <a:rPr kumimoji="1" lang="en-US" altLang="ja-JP" sz="2000" dirty="0"/>
              <a:t>100</a:t>
            </a:r>
            <a:r>
              <a:rPr kumimoji="1" lang="ja-JP" altLang="en-US" sz="2000" dirty="0"/>
              <a:t>ルクスがこれとか</a:t>
            </a:r>
            <a:r>
              <a:rPr lang="ja-JP" altLang="en-US" sz="2000" dirty="0"/>
              <a:t>具体的な例</a:t>
            </a:r>
            <a:endParaRPr lang="en-US" altLang="ja-JP" sz="2000" dirty="0"/>
          </a:p>
          <a:p>
            <a:pPr marL="0" indent="0">
              <a:buNone/>
            </a:pPr>
            <a:r>
              <a:rPr lang="ja-JP" altLang="en-US" sz="2000" dirty="0"/>
              <a:t>→映画館の明るさが</a:t>
            </a:r>
            <a:r>
              <a:rPr lang="en-US" altLang="ja-JP" sz="2000" dirty="0"/>
              <a:t>10</a:t>
            </a:r>
            <a:r>
              <a:rPr lang="ja-JP" altLang="en-US" sz="2000" dirty="0"/>
              <a:t>ルクス程度、本を読むときの明るさが一般的に</a:t>
            </a:r>
            <a:r>
              <a:rPr lang="en-US" altLang="ja-JP" sz="2000" dirty="0"/>
              <a:t>300</a:t>
            </a:r>
            <a:r>
              <a:rPr lang="ja-JP" altLang="en-US" sz="2000" dirty="0"/>
              <a:t>～</a:t>
            </a:r>
            <a:r>
              <a:rPr lang="en-US" altLang="ja-JP" sz="2000" dirty="0"/>
              <a:t>500</a:t>
            </a:r>
            <a:r>
              <a:rPr lang="ja-JP" altLang="en-US" sz="2000" dirty="0"/>
              <a:t>ルクス程度</a:t>
            </a:r>
            <a:endParaRPr lang="en-US" altLang="ja-JP" sz="2000" dirty="0"/>
          </a:p>
          <a:p>
            <a:pPr marL="0" indent="0">
              <a:buNone/>
            </a:pPr>
            <a:endParaRPr lang="en-US" altLang="ja-JP" sz="2000" dirty="0"/>
          </a:p>
          <a:p>
            <a:r>
              <a:rPr kumimoji="1" lang="ja-JP" altLang="en-US" sz="2000" dirty="0"/>
              <a:t>分光波長の緑成分小さくない？</a:t>
            </a:r>
            <a:endParaRPr kumimoji="1" lang="en-US" altLang="ja-JP" sz="2000" dirty="0"/>
          </a:p>
          <a:p>
            <a:pPr marL="0" indent="0">
              <a:buNone/>
            </a:pPr>
            <a:r>
              <a:rPr lang="ja-JP" altLang="en-US" sz="2000" dirty="0"/>
              <a:t>→輝度を基準にそろえたが、輝度という単位は人間の目を基準に作られたもので、分光波長は人の感じ方を考慮していないため</a:t>
            </a:r>
            <a:endParaRPr lang="en-US" altLang="ja-JP" sz="2000" dirty="0"/>
          </a:p>
          <a:p>
            <a:pPr marL="0" indent="0">
              <a:buNone/>
            </a:pPr>
            <a:endParaRPr kumimoji="1" lang="en-US" altLang="ja-JP" sz="2000" dirty="0"/>
          </a:p>
          <a:p>
            <a:pPr marL="0" indent="0">
              <a:buNone/>
            </a:pPr>
            <a:r>
              <a:rPr lang="en-US" altLang="ja-JP" sz="2000" dirty="0" err="1"/>
              <a:t>λmax</a:t>
            </a:r>
            <a:r>
              <a:rPr lang="ja-JP" altLang="en-US" sz="2000" dirty="0"/>
              <a:t>と半値幅</a:t>
            </a:r>
            <a:endParaRPr lang="en-US" altLang="ja-JP" sz="2000" dirty="0"/>
          </a:p>
          <a:p>
            <a:pPr marL="0" indent="0">
              <a:buNone/>
            </a:pPr>
            <a:r>
              <a:rPr kumimoji="1" lang="ja-JP" altLang="en-US" sz="2000" dirty="0"/>
              <a:t>→ピーク（最大強度）を表す波長、ピークが半分となる</a:t>
            </a:r>
            <a:r>
              <a:rPr kumimoji="1" lang="en-US" altLang="ja-JP" sz="2000" dirty="0"/>
              <a:t>2</a:t>
            </a:r>
            <a:r>
              <a:rPr kumimoji="1" lang="ja-JP" altLang="en-US" sz="2000" dirty="0"/>
              <a:t>点間の波長幅（ピークがどのくらい鋭いか、半値幅が大きいほどなだらかなグラフとなる）</a:t>
            </a:r>
            <a:endParaRPr kumimoji="1" lang="en-US" altLang="ja-JP" sz="2000" dirty="0"/>
          </a:p>
        </p:txBody>
      </p:sp>
      <p:sp>
        <p:nvSpPr>
          <p:cNvPr id="4" name="スライド番号プレースホルダー 3">
            <a:extLst>
              <a:ext uri="{FF2B5EF4-FFF2-40B4-BE49-F238E27FC236}">
                <a16:creationId xmlns:a16="http://schemas.microsoft.com/office/drawing/2014/main" id="{38FDF5FE-37ED-2FFC-856A-FA21BA282E8C}"/>
              </a:ext>
            </a:extLst>
          </p:cNvPr>
          <p:cNvSpPr>
            <a:spLocks noGrp="1"/>
          </p:cNvSpPr>
          <p:nvPr>
            <p:ph type="sldNum" sz="quarter" idx="12"/>
          </p:nvPr>
        </p:nvSpPr>
        <p:spPr/>
        <p:txBody>
          <a:bodyPr/>
          <a:lstStyle/>
          <a:p>
            <a:fld id="{15850237-4F5E-434F-B1A9-6179087F5D60}" type="slidenum">
              <a:rPr kumimoji="1" lang="ja-JP" altLang="en-US" smtClean="0"/>
              <a:t>31</a:t>
            </a:fld>
            <a:endParaRPr kumimoji="1" lang="ja-JP" altLang="en-US"/>
          </a:p>
        </p:txBody>
      </p:sp>
    </p:spTree>
    <p:extLst>
      <p:ext uri="{BB962C8B-B14F-4D97-AF65-F5344CB8AC3E}">
        <p14:creationId xmlns:p14="http://schemas.microsoft.com/office/powerpoint/2010/main" val="236623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C2679842-9A8D-60B7-0466-F2381E40629E}"/>
              </a:ext>
            </a:extLst>
          </p:cNvPr>
          <p:cNvSpPr>
            <a:spLocks noGrp="1"/>
          </p:cNvSpPr>
          <p:nvPr>
            <p:ph type="sldNum" sz="quarter" idx="12"/>
          </p:nvPr>
        </p:nvSpPr>
        <p:spPr/>
        <p:txBody>
          <a:bodyPr/>
          <a:lstStyle/>
          <a:p>
            <a:fld id="{15850237-4F5E-434F-B1A9-6179087F5D60}" type="slidenum">
              <a:rPr kumimoji="1" lang="ja-JP" altLang="en-US" smtClean="0"/>
              <a:t>32</a:t>
            </a:fld>
            <a:endParaRPr kumimoji="1" lang="ja-JP" altLang="en-US"/>
          </a:p>
        </p:txBody>
      </p:sp>
      <p:sp>
        <p:nvSpPr>
          <p:cNvPr id="4" name="テキスト ボックス 3">
            <a:extLst>
              <a:ext uri="{FF2B5EF4-FFF2-40B4-BE49-F238E27FC236}">
                <a16:creationId xmlns:a16="http://schemas.microsoft.com/office/drawing/2014/main" id="{2F765396-0D40-0E10-7874-0C21D5236906}"/>
              </a:ext>
            </a:extLst>
          </p:cNvPr>
          <p:cNvSpPr txBox="1"/>
          <p:nvPr/>
        </p:nvSpPr>
        <p:spPr>
          <a:xfrm>
            <a:off x="822960" y="616446"/>
            <a:ext cx="11521440" cy="5355312"/>
          </a:xfrm>
          <a:prstGeom prst="rect">
            <a:avLst/>
          </a:prstGeom>
          <a:noFill/>
        </p:spPr>
        <p:txBody>
          <a:bodyPr wrap="square">
            <a:spAutoFit/>
          </a:bodyPr>
          <a:lstStyle/>
          <a:p>
            <a:pPr algn="just">
              <a:buNone/>
            </a:pPr>
            <a:r>
              <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繰り返しありの２元配置</a:t>
            </a:r>
            <a:r>
              <a:rPr lang="ja-JP" altLang="en-US" kern="100" dirty="0">
                <a:effectLst/>
                <a:latin typeface="游ゴシック" panose="020B0400000000000000" pitchFamily="50" charset="-128"/>
                <a:ea typeface="游ゴシック" panose="020B0400000000000000" pitchFamily="50" charset="-128"/>
                <a:cs typeface="Times New Roman" panose="02020603050405020304" pitchFamily="18" charset="0"/>
              </a:rPr>
              <a:t>分散分析とは</a:t>
            </a:r>
            <a:endParaRPr lang="en-US"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endParaRPr>
          </a:p>
          <a:p>
            <a:pPr algn="just">
              <a:buNone/>
            </a:pPr>
            <a:endPar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endParaRPr>
          </a:p>
          <a:p>
            <a:pPr>
              <a:buNone/>
            </a:pPr>
            <a:r>
              <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分散分析</a:t>
            </a:r>
            <a:r>
              <a:rPr lang="ja-JP" altLang="en-US" kern="100" dirty="0">
                <a:effectLst/>
                <a:latin typeface="游ゴシック" panose="020B0400000000000000" pitchFamily="50" charset="-128"/>
                <a:ea typeface="游ゴシック" panose="020B0400000000000000" pitchFamily="50" charset="-128"/>
                <a:cs typeface="Times New Roman" panose="02020603050405020304" pitchFamily="18" charset="0"/>
              </a:rPr>
              <a:t>ってなに？</a:t>
            </a:r>
            <a:br>
              <a:rPr lang="en-US"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br>
            <a:r>
              <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目的：「平均に差があるかどうか」を調べる方法です</a:t>
            </a:r>
            <a:endParaRPr lang="en-US"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endParaRPr>
          </a:p>
          <a:p>
            <a:pPr>
              <a:buNone/>
            </a:pPr>
            <a:endPar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endParaRPr>
          </a:p>
          <a:p>
            <a:pPr algn="just">
              <a:buNone/>
            </a:pPr>
            <a:r>
              <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二元配置（</a:t>
            </a:r>
            <a:r>
              <a:rPr lang="en-US"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2</a:t>
            </a:r>
            <a:r>
              <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要因）</a:t>
            </a:r>
            <a:r>
              <a:rPr lang="ja-JP" altLang="en-US" kern="100" dirty="0">
                <a:effectLst/>
                <a:latin typeface="游ゴシック" panose="020B0400000000000000" pitchFamily="50" charset="-128"/>
                <a:ea typeface="游ゴシック" panose="020B0400000000000000" pitchFamily="50" charset="-128"/>
                <a:cs typeface="Times New Roman" panose="02020603050405020304" pitchFamily="18" charset="0"/>
              </a:rPr>
              <a:t>分散分析</a:t>
            </a:r>
            <a:r>
              <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とは？</a:t>
            </a:r>
          </a:p>
          <a:p>
            <a:pPr algn="just">
              <a:buNone/>
            </a:pPr>
            <a:r>
              <a:rPr lang="en-US"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2</a:t>
            </a:r>
            <a:r>
              <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つの要因（例：時間</a:t>
            </a:r>
            <a:r>
              <a:rPr lang="en-US"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 × </a:t>
            </a:r>
            <a:r>
              <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条件）があるとき、次の</a:t>
            </a:r>
            <a:r>
              <a:rPr lang="en-US"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3</a:t>
            </a:r>
            <a:r>
              <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つを調べます：</a:t>
            </a:r>
          </a:p>
          <a:p>
            <a:pPr marL="342900" lvl="0" indent="-342900" algn="just">
              <a:buFont typeface="+mj-lt"/>
              <a:buAutoNum type="arabicPeriod"/>
              <a:tabLst>
                <a:tab pos="457200" algn="l"/>
              </a:tabLst>
            </a:pPr>
            <a:r>
              <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時間の主効果：時間によって変化があるか？</a:t>
            </a:r>
          </a:p>
          <a:p>
            <a:pPr marL="342900" lvl="0" indent="-342900" algn="just">
              <a:buFont typeface="+mj-lt"/>
              <a:buAutoNum type="arabicPeriod"/>
              <a:tabLst>
                <a:tab pos="457200" algn="l"/>
              </a:tabLst>
            </a:pPr>
            <a:r>
              <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条件の主効果：条件によって変化があるか？</a:t>
            </a:r>
          </a:p>
          <a:p>
            <a:pPr marL="342900" lvl="0" indent="-342900" algn="just">
              <a:buFont typeface="+mj-lt"/>
              <a:buAutoNum type="arabicPeriod"/>
              <a:tabLst>
                <a:tab pos="457200" algn="l"/>
              </a:tabLst>
            </a:pPr>
            <a:r>
              <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交互作用（時間</a:t>
            </a:r>
            <a:r>
              <a:rPr lang="en-US"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a:t>
            </a:r>
            <a:r>
              <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条件）：時間によって条件の効果が変わるか？</a:t>
            </a:r>
          </a:p>
          <a:p>
            <a:pPr algn="just">
              <a:buNone/>
            </a:pPr>
            <a:r>
              <a:rPr lang="en-US"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Ex)</a:t>
            </a:r>
            <a:r>
              <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時間×色の輝度</a:t>
            </a:r>
            <a:endParaRPr lang="en-US"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endParaRPr>
          </a:p>
          <a:p>
            <a:pPr>
              <a:buNone/>
            </a:pPr>
            <a:br>
              <a:rPr lang="en-US"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br>
            <a:r>
              <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繰り返しあり（二元配置</a:t>
            </a:r>
            <a:r>
              <a:rPr lang="en-US"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 ANOVA</a:t>
            </a:r>
            <a:r>
              <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）のパターン</a:t>
            </a:r>
          </a:p>
          <a:p>
            <a:pPr algn="just">
              <a:buNone/>
            </a:pPr>
            <a:r>
              <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被験者</a:t>
            </a:r>
            <a:r>
              <a:rPr lang="en-US"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1</a:t>
            </a:r>
            <a:r>
              <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人ずつが「すべての条件・すべての時間」で測定されるデザインです</a:t>
            </a:r>
          </a:p>
          <a:p>
            <a:pPr algn="just">
              <a:buNone/>
            </a:pPr>
            <a:r>
              <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たとえば：</a:t>
            </a:r>
          </a:p>
          <a:p>
            <a:pPr marL="342900" lvl="0" indent="-342900" algn="just">
              <a:buSzPts val="1000"/>
              <a:buFont typeface="Symbol" panose="05050102010706020507" pitchFamily="18" charset="2"/>
              <a:buChar char=""/>
              <a:tabLst>
                <a:tab pos="457200" algn="l"/>
              </a:tabLst>
            </a:pPr>
            <a:r>
              <a:rPr lang="zh-CN"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条件　</a:t>
            </a:r>
            <a:r>
              <a:rPr lang="en-US"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R</a:t>
            </a:r>
            <a:r>
              <a:rPr lang="zh-CN"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５　</a:t>
            </a:r>
            <a:r>
              <a:rPr lang="en-US"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R7</a:t>
            </a:r>
            <a:r>
              <a:rPr lang="zh-CN"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　</a:t>
            </a:r>
            <a:r>
              <a:rPr lang="en-US"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R9</a:t>
            </a:r>
            <a:r>
              <a:rPr lang="zh-CN"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（３水準）</a:t>
            </a:r>
            <a:endPar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endParaRPr>
          </a:p>
          <a:p>
            <a:pPr marL="342900" lvl="0" indent="-342900" algn="just">
              <a:buSzPts val="1000"/>
              <a:buFont typeface="Symbol" panose="05050102010706020507" pitchFamily="18" charset="2"/>
              <a:buChar char=""/>
              <a:tabLst>
                <a:tab pos="457200" algn="l"/>
              </a:tabLst>
            </a:pPr>
            <a:r>
              <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時間　照射後</a:t>
            </a:r>
            <a:r>
              <a:rPr lang="en-US"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3s</a:t>
            </a:r>
            <a:r>
              <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　</a:t>
            </a:r>
            <a:r>
              <a:rPr lang="en-US"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6s</a:t>
            </a:r>
            <a:r>
              <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　</a:t>
            </a:r>
            <a:r>
              <a:rPr lang="en-US"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9s</a:t>
            </a:r>
            <a:r>
              <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　</a:t>
            </a:r>
            <a:r>
              <a:rPr lang="en-US"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12s</a:t>
            </a:r>
            <a:r>
              <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　</a:t>
            </a:r>
            <a:r>
              <a:rPr lang="en-US"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15s</a:t>
            </a:r>
            <a:r>
              <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　</a:t>
            </a:r>
            <a:r>
              <a:rPr lang="en-US"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18s </a:t>
            </a:r>
            <a:r>
              <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a:t>
            </a:r>
            <a:r>
              <a:rPr lang="en-US"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6</a:t>
            </a:r>
            <a:r>
              <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水準）</a:t>
            </a:r>
          </a:p>
          <a:p>
            <a:pPr algn="just">
              <a:buNone/>
            </a:pPr>
            <a:r>
              <a:rPr lang="en-US"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 1</a:t>
            </a:r>
            <a:r>
              <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人につき「</a:t>
            </a:r>
            <a:r>
              <a:rPr lang="en-US"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18</a:t>
            </a:r>
            <a:r>
              <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回（３条件</a:t>
            </a:r>
            <a:r>
              <a:rPr lang="en-US"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 × </a:t>
            </a:r>
            <a:r>
              <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６時間）」データがあります</a:t>
            </a:r>
          </a:p>
          <a:p>
            <a:pPr algn="just">
              <a:buNone/>
            </a:pPr>
            <a:r>
              <a:rPr lang="en-US"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rPr>
              <a:t> </a:t>
            </a:r>
            <a:endParaRPr lang="ja-JP" altLang="ja-JP" kern="100" dirty="0">
              <a:effectLst/>
              <a:latin typeface="游ゴシック" panose="020B0400000000000000" pitchFamily="50" charset="-128"/>
              <a:ea typeface="游ゴシック" panose="020B0400000000000000" pitchFamily="50" charset="-128"/>
              <a:cs typeface="Times New Roman" panose="02020603050405020304" pitchFamily="18" charset="0"/>
            </a:endParaRPr>
          </a:p>
        </p:txBody>
      </p:sp>
    </p:spTree>
    <p:extLst>
      <p:ext uri="{BB962C8B-B14F-4D97-AF65-F5344CB8AC3E}">
        <p14:creationId xmlns:p14="http://schemas.microsoft.com/office/powerpoint/2010/main" val="7067601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1C4C697E-8F58-AF11-A87C-1FBF0595D1FC}"/>
              </a:ext>
            </a:extLst>
          </p:cNvPr>
          <p:cNvSpPr>
            <a:spLocks noGrp="1"/>
          </p:cNvSpPr>
          <p:nvPr>
            <p:ph type="sldNum" sz="quarter" idx="12"/>
          </p:nvPr>
        </p:nvSpPr>
        <p:spPr/>
        <p:txBody>
          <a:bodyPr/>
          <a:lstStyle/>
          <a:p>
            <a:fld id="{15850237-4F5E-434F-B1A9-6179087F5D60}" type="slidenum">
              <a:rPr kumimoji="1" lang="ja-JP" altLang="en-US" smtClean="0"/>
              <a:t>33</a:t>
            </a:fld>
            <a:endParaRPr kumimoji="1" lang="ja-JP" altLang="en-US"/>
          </a:p>
        </p:txBody>
      </p:sp>
      <p:sp>
        <p:nvSpPr>
          <p:cNvPr id="3" name="テキスト ボックス 2">
            <a:extLst>
              <a:ext uri="{FF2B5EF4-FFF2-40B4-BE49-F238E27FC236}">
                <a16:creationId xmlns:a16="http://schemas.microsoft.com/office/drawing/2014/main" id="{B1749BE7-ED91-2420-3A5F-0BA607F4D4A9}"/>
              </a:ext>
            </a:extLst>
          </p:cNvPr>
          <p:cNvSpPr txBox="1"/>
          <p:nvPr/>
        </p:nvSpPr>
        <p:spPr>
          <a:xfrm>
            <a:off x="1068779" y="1056904"/>
            <a:ext cx="9880270" cy="2862322"/>
          </a:xfrm>
          <a:prstGeom prst="rect">
            <a:avLst/>
          </a:prstGeom>
          <a:noFill/>
        </p:spPr>
        <p:txBody>
          <a:bodyPr wrap="square" rtlCol="0">
            <a:spAutoFit/>
          </a:bodyPr>
          <a:lstStyle/>
          <a:p>
            <a:r>
              <a:rPr kumimoji="1" lang="ja-JP" altLang="en-US" dirty="0"/>
              <a:t>分散分析（</a:t>
            </a:r>
            <a:r>
              <a:rPr kumimoji="1" lang="en-US" altLang="ja-JP" dirty="0"/>
              <a:t>ANOVA</a:t>
            </a:r>
            <a:r>
              <a:rPr kumimoji="1" lang="ja-JP" altLang="en-US" dirty="0"/>
              <a:t>）は</a:t>
            </a:r>
            <a:r>
              <a:rPr kumimoji="1" lang="en-US" altLang="ja-JP" dirty="0"/>
              <a:t>…</a:t>
            </a:r>
          </a:p>
          <a:p>
            <a:r>
              <a:rPr kumimoji="1" lang="ja-JP" altLang="en-US" dirty="0"/>
              <a:t>平均値に差があるかを調べる方法</a:t>
            </a:r>
          </a:p>
          <a:p>
            <a:endParaRPr kumimoji="1" lang="en-US" altLang="ja-JP" dirty="0"/>
          </a:p>
          <a:p>
            <a:r>
              <a:rPr kumimoji="1" lang="ja-JP" altLang="en-US" dirty="0"/>
              <a:t>「縮瞳率（しゅくどうりつ）」は，光が当たったときに瞳孔がどれくらい縮んだか（収縮したか）を割合で表した指標です．</a:t>
            </a:r>
            <a:endParaRPr kumimoji="1" lang="en-US" altLang="ja-JP" dirty="0"/>
          </a:p>
          <a:p>
            <a:endParaRPr lang="en-US" altLang="ja-JP" dirty="0"/>
          </a:p>
          <a:p>
            <a:r>
              <a:rPr kumimoji="1" lang="ja-JP" altLang="en-US" dirty="0"/>
              <a:t>「有意差（ゆういさ）」とは，統計学において「偶然では説明できないほど明確な差がある」ことを意味します．簡単に言えば，比較した</a:t>
            </a:r>
            <a:r>
              <a:rPr kumimoji="1" lang="en-US" altLang="ja-JP" dirty="0"/>
              <a:t>2</a:t>
            </a:r>
            <a:r>
              <a:rPr kumimoji="1" lang="ja-JP" altLang="en-US" dirty="0"/>
              <a:t>つ以上のグループの間に“本当に意味のある差”があるかどうかを判断するための考え方です．</a:t>
            </a:r>
            <a:endParaRPr kumimoji="1" lang="en-US" altLang="ja-JP" dirty="0"/>
          </a:p>
          <a:p>
            <a:r>
              <a:rPr lang="ja-JP" altLang="en-US" dirty="0"/>
              <a:t>５％理由，統計学において５％が偶然であるかどうかの基準とされているため</a:t>
            </a:r>
            <a:endParaRPr lang="en-US" altLang="ja-JP" dirty="0"/>
          </a:p>
        </p:txBody>
      </p:sp>
    </p:spTree>
    <p:extLst>
      <p:ext uri="{BB962C8B-B14F-4D97-AF65-F5344CB8AC3E}">
        <p14:creationId xmlns:p14="http://schemas.microsoft.com/office/powerpoint/2010/main" val="247666323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477481E5A6E94E42B253A9984461B7F2" ma:contentTypeVersion="16" ma:contentTypeDescription="新しいドキュメントを作成します。" ma:contentTypeScope="" ma:versionID="7cbf1461bf56b526f63d71506ff49b5f">
  <xsd:schema xmlns:xsd="http://www.w3.org/2001/XMLSchema" xmlns:xs="http://www.w3.org/2001/XMLSchema" xmlns:p="http://schemas.microsoft.com/office/2006/metadata/properties" xmlns:ns2="0ca197a8-40f9-4107-8de1-c3a1f5d24835" xmlns:ns3="8e973ff4-807a-482f-be2a-070ed5ad03d5" targetNamespace="http://schemas.microsoft.com/office/2006/metadata/properties" ma:root="true" ma:fieldsID="40ccc822102dba348d95d944d60ec077" ns2:_="" ns3:_="">
    <xsd:import namespace="0ca197a8-40f9-4107-8de1-c3a1f5d24835"/>
    <xsd:import namespace="8e973ff4-807a-482f-be2a-070ed5ad03d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ca197a8-40f9-4107-8de1-c3a1f5d2483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206697e1-bf83-44d3-8431-b92e58a8cc38"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2"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e973ff4-807a-482f-be2a-070ed5ad03d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8911b76-f466-4401-9c0a-72be8c7ebe92}" ma:internalName="TaxCatchAll" ma:showField="CatchAllData" ma:web="8e973ff4-807a-482f-be2a-070ed5ad03d5">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ca197a8-40f9-4107-8de1-c3a1f5d24835">
      <Terms xmlns="http://schemas.microsoft.com/office/infopath/2007/PartnerControls"/>
    </lcf76f155ced4ddcb4097134ff3c332f>
    <TaxCatchAll xmlns="8e973ff4-807a-482f-be2a-070ed5ad03d5" xsi:nil="true"/>
  </documentManagement>
</p:properties>
</file>

<file path=customXml/itemProps1.xml><?xml version="1.0" encoding="utf-8"?>
<ds:datastoreItem xmlns:ds="http://schemas.openxmlformats.org/officeDocument/2006/customXml" ds:itemID="{75226FAF-6CB7-46EF-9963-06A75FFC1BD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ca197a8-40f9-4107-8de1-c3a1f5d24835"/>
    <ds:schemaRef ds:uri="8e973ff4-807a-482f-be2a-070ed5ad03d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D3B2915-A19E-4A5A-80B9-0A1C56871736}">
  <ds:schemaRefs>
    <ds:schemaRef ds:uri="http://schemas.microsoft.com/sharepoint/v3/contenttype/forms"/>
  </ds:schemaRefs>
</ds:datastoreItem>
</file>

<file path=customXml/itemProps3.xml><?xml version="1.0" encoding="utf-8"?>
<ds:datastoreItem xmlns:ds="http://schemas.openxmlformats.org/officeDocument/2006/customXml" ds:itemID="{5AC26B0A-812E-4861-BAD5-3CD2B326F5B3}">
  <ds:schemaRefs>
    <ds:schemaRef ds:uri="http://purl.org/dc/dcmitype/"/>
    <ds:schemaRef ds:uri="http://schemas.microsoft.com/office/infopath/2007/PartnerControls"/>
    <ds:schemaRef ds:uri="http://purl.org/dc/elements/1.1/"/>
    <ds:schemaRef ds:uri="http://schemas.microsoft.com/office/2006/documentManagement/types"/>
    <ds:schemaRef ds:uri="http://schemas.microsoft.com/office/2006/metadata/properties"/>
    <ds:schemaRef ds:uri="http://purl.org/dc/terms/"/>
    <ds:schemaRef ds:uri="http://schemas.openxmlformats.org/package/2006/metadata/core-properties"/>
    <ds:schemaRef ds:uri="8e973ff4-807a-482f-be2a-070ed5ad03d5"/>
    <ds:schemaRef ds:uri="0ca197a8-40f9-4107-8de1-c3a1f5d24835"/>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5400</TotalTime>
  <Words>3644</Words>
  <Application>Microsoft Office PowerPoint</Application>
  <PresentationFormat>ワイド画面</PresentationFormat>
  <Paragraphs>414</Paragraphs>
  <Slides>33</Slides>
  <Notes>27</Notes>
  <HiddenSlides>3</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33</vt:i4>
      </vt:variant>
    </vt:vector>
  </HeadingPairs>
  <TitlesOfParts>
    <vt:vector size="41" baseType="lpstr">
      <vt:lpstr>Meiryo UI</vt:lpstr>
      <vt:lpstr>游ゴシック</vt:lpstr>
      <vt:lpstr>游ゴシック Light</vt:lpstr>
      <vt:lpstr>游明朝</vt:lpstr>
      <vt:lpstr>Arial</vt:lpstr>
      <vt:lpstr>Calibri</vt:lpstr>
      <vt:lpstr>Symbol</vt:lpstr>
      <vt:lpstr>Office テーマ</vt:lpstr>
      <vt:lpstr>中波長光と短波長光に対する 内因性光感受性網膜神経節細胞の光応答特性</vt:lpstr>
      <vt:lpstr>目次</vt:lpstr>
      <vt:lpstr>研究背景</vt:lpstr>
      <vt:lpstr>光受容細胞</vt:lpstr>
      <vt:lpstr>先行研究</vt:lpstr>
      <vt:lpstr>目的</vt:lpstr>
      <vt:lpstr>実験１</vt:lpstr>
      <vt:lpstr>実験１条件</vt:lpstr>
      <vt:lpstr>光の条件１(分光波長)</vt:lpstr>
      <vt:lpstr>実験方法</vt:lpstr>
      <vt:lpstr>解析方法</vt:lpstr>
      <vt:lpstr>実験１結果</vt:lpstr>
      <vt:lpstr>PowerPoint プレゼンテーション</vt:lpstr>
      <vt:lpstr>PowerPoint プレゼンテーション</vt:lpstr>
      <vt:lpstr>PowerPoint プレゼンテーション</vt:lpstr>
      <vt:lpstr>PowerPoint プレゼンテーション</vt:lpstr>
      <vt:lpstr>考察</vt:lpstr>
      <vt:lpstr>実験２</vt:lpstr>
      <vt:lpstr>実験条件２</vt:lpstr>
      <vt:lpstr>光の条件２(分光波長)</vt:lpstr>
      <vt:lpstr>実験方法</vt:lpstr>
      <vt:lpstr>解析方法</vt:lpstr>
      <vt:lpstr>実験２結果</vt:lpstr>
      <vt:lpstr>PowerPoint プレゼンテーション</vt:lpstr>
      <vt:lpstr>PowerPoint プレゼンテーション</vt:lpstr>
      <vt:lpstr>PowerPoint プレゼンテーション</vt:lpstr>
      <vt:lpstr>PowerPoint プレゼンテーション</vt:lpstr>
      <vt:lpstr>考察</vt:lpstr>
      <vt:lpstr>PowerPoint プレゼンテーション</vt:lpstr>
      <vt:lpstr>業績</vt:lpstr>
      <vt:lpstr>質問用</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2CDI2206</dc:creator>
  <cp:lastModifiedBy>5CEIM033</cp:lastModifiedBy>
  <cp:revision>5</cp:revision>
  <dcterms:created xsi:type="dcterms:W3CDTF">2025-06-14T04:57:55Z</dcterms:created>
  <dcterms:modified xsi:type="dcterms:W3CDTF">2026-02-12T06:30:04Z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0x010100477481E5A6E94E42B253A9984461B7F2</vt:lpwstr>
  </property>
  <property fmtid="{D5CDD505-2E9C-101B-9397-08002B2CF9AE}" pid="3" name="MediaServiceImageTags">
    <vt:lpwstr/>
  </property>
</Properties>
</file>